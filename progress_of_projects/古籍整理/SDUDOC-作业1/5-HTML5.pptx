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</p:sldIdLst>
  <p:sldSz cx="12192000" cy="68580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0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74"/>
  </p:normalViewPr>
  <p:slideViewPr>
    <p:cSldViewPr snapToGrid="0">
      <p:cViewPr varScale="1">
        <p:scale>
          <a:sx n="124" d="100"/>
          <a:sy n="124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commentAuthors" Target="commentAuthors.xml"/><Relationship Id="rId6" Type="http://schemas.openxmlformats.org/officeDocument/2006/relationships/slide" Target="slides/slide3.xml"/><Relationship Id="rId59" Type="http://schemas.openxmlformats.org/officeDocument/2006/relationships/tableStyles" Target="tableStyles.xml"/><Relationship Id="rId58" Type="http://schemas.openxmlformats.org/officeDocument/2006/relationships/viewProps" Target="viewProps.xml"/><Relationship Id="rId57" Type="http://schemas.openxmlformats.org/officeDocument/2006/relationships/presProps" Target="presProps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4" Type="http://schemas.openxmlformats.org/officeDocument/2006/relationships/tags" Target="../tags/tag130.xml"/><Relationship Id="rId63" Type="http://schemas.openxmlformats.org/officeDocument/2006/relationships/tags" Target="../tags/tag129.xml"/><Relationship Id="rId62" Type="http://schemas.openxmlformats.org/officeDocument/2006/relationships/tags" Target="../tags/tag128.xml"/><Relationship Id="rId61" Type="http://schemas.openxmlformats.org/officeDocument/2006/relationships/tags" Target="../tags/tag127.xml"/><Relationship Id="rId60" Type="http://schemas.openxmlformats.org/officeDocument/2006/relationships/tags" Target="../tags/tag126.xml"/><Relationship Id="rId6" Type="http://schemas.openxmlformats.org/officeDocument/2006/relationships/tags" Target="../tags/tag72.xml"/><Relationship Id="rId59" Type="http://schemas.openxmlformats.org/officeDocument/2006/relationships/tags" Target="../tags/tag125.xml"/><Relationship Id="rId58" Type="http://schemas.openxmlformats.org/officeDocument/2006/relationships/tags" Target="../tags/tag124.xml"/><Relationship Id="rId57" Type="http://schemas.openxmlformats.org/officeDocument/2006/relationships/tags" Target="../tags/tag123.xml"/><Relationship Id="rId56" Type="http://schemas.openxmlformats.org/officeDocument/2006/relationships/tags" Target="../tags/tag122.xml"/><Relationship Id="rId55" Type="http://schemas.openxmlformats.org/officeDocument/2006/relationships/tags" Target="../tags/tag121.xml"/><Relationship Id="rId54" Type="http://schemas.openxmlformats.org/officeDocument/2006/relationships/tags" Target="../tags/tag120.xml"/><Relationship Id="rId53" Type="http://schemas.openxmlformats.org/officeDocument/2006/relationships/tags" Target="../tags/tag119.xml"/><Relationship Id="rId52" Type="http://schemas.openxmlformats.org/officeDocument/2006/relationships/tags" Target="../tags/tag118.xml"/><Relationship Id="rId51" Type="http://schemas.openxmlformats.org/officeDocument/2006/relationships/tags" Target="../tags/tag117.xml"/><Relationship Id="rId50" Type="http://schemas.openxmlformats.org/officeDocument/2006/relationships/tags" Target="../tags/tag116.xml"/><Relationship Id="rId5" Type="http://schemas.openxmlformats.org/officeDocument/2006/relationships/tags" Target="../tags/tag71.xml"/><Relationship Id="rId49" Type="http://schemas.openxmlformats.org/officeDocument/2006/relationships/tags" Target="../tags/tag115.xml"/><Relationship Id="rId48" Type="http://schemas.openxmlformats.org/officeDocument/2006/relationships/tags" Target="../tags/tag114.xml"/><Relationship Id="rId47" Type="http://schemas.openxmlformats.org/officeDocument/2006/relationships/tags" Target="../tags/tag113.xml"/><Relationship Id="rId46" Type="http://schemas.openxmlformats.org/officeDocument/2006/relationships/tags" Target="../tags/tag112.xml"/><Relationship Id="rId45" Type="http://schemas.openxmlformats.org/officeDocument/2006/relationships/tags" Target="../tags/tag111.xml"/><Relationship Id="rId44" Type="http://schemas.openxmlformats.org/officeDocument/2006/relationships/tags" Target="../tags/tag110.xml"/><Relationship Id="rId43" Type="http://schemas.openxmlformats.org/officeDocument/2006/relationships/tags" Target="../tags/tag109.xml"/><Relationship Id="rId42" Type="http://schemas.openxmlformats.org/officeDocument/2006/relationships/tags" Target="../tags/tag108.xml"/><Relationship Id="rId41" Type="http://schemas.openxmlformats.org/officeDocument/2006/relationships/tags" Target="../tags/tag107.xml"/><Relationship Id="rId40" Type="http://schemas.openxmlformats.org/officeDocument/2006/relationships/tags" Target="../tags/tag106.xml"/><Relationship Id="rId4" Type="http://schemas.openxmlformats.org/officeDocument/2006/relationships/tags" Target="../tags/tag70.xml"/><Relationship Id="rId39" Type="http://schemas.openxmlformats.org/officeDocument/2006/relationships/tags" Target="../tags/tag105.xml"/><Relationship Id="rId38" Type="http://schemas.openxmlformats.org/officeDocument/2006/relationships/tags" Target="../tags/tag104.xml"/><Relationship Id="rId37" Type="http://schemas.openxmlformats.org/officeDocument/2006/relationships/tags" Target="../tags/tag103.xml"/><Relationship Id="rId36" Type="http://schemas.openxmlformats.org/officeDocument/2006/relationships/tags" Target="../tags/tag102.xml"/><Relationship Id="rId35" Type="http://schemas.openxmlformats.org/officeDocument/2006/relationships/tags" Target="../tags/tag101.xml"/><Relationship Id="rId34" Type="http://schemas.openxmlformats.org/officeDocument/2006/relationships/tags" Target="../tags/tag100.xml"/><Relationship Id="rId33" Type="http://schemas.openxmlformats.org/officeDocument/2006/relationships/tags" Target="../tags/tag99.xml"/><Relationship Id="rId32" Type="http://schemas.openxmlformats.org/officeDocument/2006/relationships/tags" Target="../tags/tag98.xml"/><Relationship Id="rId31" Type="http://schemas.openxmlformats.org/officeDocument/2006/relationships/tags" Target="../tags/tag97.xml"/><Relationship Id="rId30" Type="http://schemas.openxmlformats.org/officeDocument/2006/relationships/tags" Target="../tags/tag96.xml"/><Relationship Id="rId3" Type="http://schemas.openxmlformats.org/officeDocument/2006/relationships/tags" Target="../tags/tag69.xml"/><Relationship Id="rId29" Type="http://schemas.openxmlformats.org/officeDocument/2006/relationships/tags" Target="../tags/tag95.xml"/><Relationship Id="rId28" Type="http://schemas.openxmlformats.org/officeDocument/2006/relationships/tags" Target="../tags/tag94.xml"/><Relationship Id="rId27" Type="http://schemas.openxmlformats.org/officeDocument/2006/relationships/tags" Target="../tags/tag93.xml"/><Relationship Id="rId26" Type="http://schemas.openxmlformats.org/officeDocument/2006/relationships/tags" Target="../tags/tag92.xml"/><Relationship Id="rId25" Type="http://schemas.openxmlformats.org/officeDocument/2006/relationships/tags" Target="../tags/tag91.xml"/><Relationship Id="rId24" Type="http://schemas.openxmlformats.org/officeDocument/2006/relationships/tags" Target="../tags/tag90.xml"/><Relationship Id="rId23" Type="http://schemas.openxmlformats.org/officeDocument/2006/relationships/tags" Target="../tags/tag89.xml"/><Relationship Id="rId22" Type="http://schemas.openxmlformats.org/officeDocument/2006/relationships/tags" Target="../tags/tag88.xml"/><Relationship Id="rId21" Type="http://schemas.openxmlformats.org/officeDocument/2006/relationships/tags" Target="../tags/tag87.xml"/><Relationship Id="rId20" Type="http://schemas.openxmlformats.org/officeDocument/2006/relationships/tags" Target="../tags/tag86.xml"/><Relationship Id="rId2" Type="http://schemas.openxmlformats.org/officeDocument/2006/relationships/tags" Target="../tags/tag68.xml"/><Relationship Id="rId19" Type="http://schemas.openxmlformats.org/officeDocument/2006/relationships/tags" Target="../tags/tag85.xml"/><Relationship Id="rId18" Type="http://schemas.openxmlformats.org/officeDocument/2006/relationships/tags" Target="../tags/tag84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5" Type="http://schemas.openxmlformats.org/officeDocument/2006/relationships/tags" Target="../tags/tag194.xml"/><Relationship Id="rId64" Type="http://schemas.openxmlformats.org/officeDocument/2006/relationships/tags" Target="../tags/tag193.xml"/><Relationship Id="rId63" Type="http://schemas.openxmlformats.org/officeDocument/2006/relationships/tags" Target="../tags/tag192.xml"/><Relationship Id="rId62" Type="http://schemas.openxmlformats.org/officeDocument/2006/relationships/tags" Target="../tags/tag191.xml"/><Relationship Id="rId61" Type="http://schemas.openxmlformats.org/officeDocument/2006/relationships/tags" Target="../tags/tag190.xml"/><Relationship Id="rId60" Type="http://schemas.openxmlformats.org/officeDocument/2006/relationships/tags" Target="../tags/tag189.xml"/><Relationship Id="rId6" Type="http://schemas.openxmlformats.org/officeDocument/2006/relationships/tags" Target="../tags/tag135.xml"/><Relationship Id="rId59" Type="http://schemas.openxmlformats.org/officeDocument/2006/relationships/tags" Target="../tags/tag188.xml"/><Relationship Id="rId58" Type="http://schemas.openxmlformats.org/officeDocument/2006/relationships/tags" Target="../tags/tag187.xml"/><Relationship Id="rId57" Type="http://schemas.openxmlformats.org/officeDocument/2006/relationships/tags" Target="../tags/tag186.xml"/><Relationship Id="rId56" Type="http://schemas.openxmlformats.org/officeDocument/2006/relationships/tags" Target="../tags/tag185.xml"/><Relationship Id="rId55" Type="http://schemas.openxmlformats.org/officeDocument/2006/relationships/tags" Target="../tags/tag184.xml"/><Relationship Id="rId54" Type="http://schemas.openxmlformats.org/officeDocument/2006/relationships/tags" Target="../tags/tag183.xml"/><Relationship Id="rId53" Type="http://schemas.openxmlformats.org/officeDocument/2006/relationships/tags" Target="../tags/tag182.xml"/><Relationship Id="rId52" Type="http://schemas.openxmlformats.org/officeDocument/2006/relationships/tags" Target="../tags/tag181.xml"/><Relationship Id="rId51" Type="http://schemas.openxmlformats.org/officeDocument/2006/relationships/tags" Target="../tags/tag180.xml"/><Relationship Id="rId50" Type="http://schemas.openxmlformats.org/officeDocument/2006/relationships/tags" Target="../tags/tag179.xml"/><Relationship Id="rId5" Type="http://schemas.openxmlformats.org/officeDocument/2006/relationships/tags" Target="../tags/tag134.xml"/><Relationship Id="rId49" Type="http://schemas.openxmlformats.org/officeDocument/2006/relationships/tags" Target="../tags/tag178.xml"/><Relationship Id="rId48" Type="http://schemas.openxmlformats.org/officeDocument/2006/relationships/tags" Target="../tags/tag177.xml"/><Relationship Id="rId47" Type="http://schemas.openxmlformats.org/officeDocument/2006/relationships/tags" Target="../tags/tag176.xml"/><Relationship Id="rId46" Type="http://schemas.openxmlformats.org/officeDocument/2006/relationships/tags" Target="../tags/tag175.xml"/><Relationship Id="rId45" Type="http://schemas.openxmlformats.org/officeDocument/2006/relationships/tags" Target="../tags/tag174.xml"/><Relationship Id="rId44" Type="http://schemas.openxmlformats.org/officeDocument/2006/relationships/tags" Target="../tags/tag173.xml"/><Relationship Id="rId43" Type="http://schemas.openxmlformats.org/officeDocument/2006/relationships/tags" Target="../tags/tag172.xml"/><Relationship Id="rId42" Type="http://schemas.openxmlformats.org/officeDocument/2006/relationships/tags" Target="../tags/tag171.xml"/><Relationship Id="rId41" Type="http://schemas.openxmlformats.org/officeDocument/2006/relationships/tags" Target="../tags/tag170.xml"/><Relationship Id="rId40" Type="http://schemas.openxmlformats.org/officeDocument/2006/relationships/tags" Target="../tags/tag169.xml"/><Relationship Id="rId4" Type="http://schemas.openxmlformats.org/officeDocument/2006/relationships/tags" Target="../tags/tag133.xml"/><Relationship Id="rId39" Type="http://schemas.openxmlformats.org/officeDocument/2006/relationships/tags" Target="../tags/tag168.xml"/><Relationship Id="rId38" Type="http://schemas.openxmlformats.org/officeDocument/2006/relationships/tags" Target="../tags/tag167.xml"/><Relationship Id="rId37" Type="http://schemas.openxmlformats.org/officeDocument/2006/relationships/tags" Target="../tags/tag166.xml"/><Relationship Id="rId36" Type="http://schemas.openxmlformats.org/officeDocument/2006/relationships/tags" Target="../tags/tag165.xml"/><Relationship Id="rId35" Type="http://schemas.openxmlformats.org/officeDocument/2006/relationships/tags" Target="../tags/tag164.xml"/><Relationship Id="rId34" Type="http://schemas.openxmlformats.org/officeDocument/2006/relationships/tags" Target="../tags/tag163.xml"/><Relationship Id="rId33" Type="http://schemas.openxmlformats.org/officeDocument/2006/relationships/tags" Target="../tags/tag162.xml"/><Relationship Id="rId32" Type="http://schemas.openxmlformats.org/officeDocument/2006/relationships/tags" Target="../tags/tag161.xml"/><Relationship Id="rId31" Type="http://schemas.openxmlformats.org/officeDocument/2006/relationships/tags" Target="../tags/tag160.xml"/><Relationship Id="rId30" Type="http://schemas.openxmlformats.org/officeDocument/2006/relationships/tags" Target="../tags/tag159.xml"/><Relationship Id="rId3" Type="http://schemas.openxmlformats.org/officeDocument/2006/relationships/tags" Target="../tags/tag132.xml"/><Relationship Id="rId29" Type="http://schemas.openxmlformats.org/officeDocument/2006/relationships/tags" Target="../tags/tag158.xml"/><Relationship Id="rId28" Type="http://schemas.openxmlformats.org/officeDocument/2006/relationships/tags" Target="../tags/tag157.xml"/><Relationship Id="rId27" Type="http://schemas.openxmlformats.org/officeDocument/2006/relationships/tags" Target="../tags/tag156.xml"/><Relationship Id="rId26" Type="http://schemas.openxmlformats.org/officeDocument/2006/relationships/tags" Target="../tags/tag155.xml"/><Relationship Id="rId25" Type="http://schemas.openxmlformats.org/officeDocument/2006/relationships/tags" Target="../tags/tag154.xml"/><Relationship Id="rId24" Type="http://schemas.openxmlformats.org/officeDocument/2006/relationships/tags" Target="../tags/tag153.xml"/><Relationship Id="rId23" Type="http://schemas.openxmlformats.org/officeDocument/2006/relationships/tags" Target="../tags/tag152.xml"/><Relationship Id="rId22" Type="http://schemas.openxmlformats.org/officeDocument/2006/relationships/tags" Target="../tags/tag151.xml"/><Relationship Id="rId21" Type="http://schemas.openxmlformats.org/officeDocument/2006/relationships/tags" Target="../tags/tag150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tags" Target="../tags/tag207.xml"/><Relationship Id="rId7" Type="http://schemas.openxmlformats.org/officeDocument/2006/relationships/tags" Target="../tags/tag206.xml"/><Relationship Id="rId6" Type="http://schemas.openxmlformats.org/officeDocument/2006/relationships/tags" Target="../tags/tag205.xml"/><Relationship Id="rId5" Type="http://schemas.openxmlformats.org/officeDocument/2006/relationships/tags" Target="../tags/tag204.xml"/><Relationship Id="rId4" Type="http://schemas.openxmlformats.org/officeDocument/2006/relationships/tags" Target="../tags/tag203.xml"/><Relationship Id="rId3" Type="http://schemas.openxmlformats.org/officeDocument/2006/relationships/tags" Target="../tags/tag202.xml"/><Relationship Id="rId2" Type="http://schemas.openxmlformats.org/officeDocument/2006/relationships/tags" Target="../tags/tag20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" Type="http://schemas.openxmlformats.org/officeDocument/2006/relationships/tags" Target="../tags/tag20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215.xml"/><Relationship Id="rId3" Type="http://schemas.openxmlformats.org/officeDocument/2006/relationships/tags" Target="../tags/tag214.xml"/><Relationship Id="rId2" Type="http://schemas.openxmlformats.org/officeDocument/2006/relationships/tags" Target="../tags/tag21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224.xml"/><Relationship Id="rId5" Type="http://schemas.openxmlformats.org/officeDocument/2006/relationships/tags" Target="../tags/tag223.xml"/><Relationship Id="rId4" Type="http://schemas.openxmlformats.org/officeDocument/2006/relationships/tags" Target="../tags/tag222.xml"/><Relationship Id="rId3" Type="http://schemas.openxmlformats.org/officeDocument/2006/relationships/tags" Target="../tags/tag221.xml"/><Relationship Id="rId2" Type="http://schemas.openxmlformats.org/officeDocument/2006/relationships/tags" Target="../tags/tag22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2" Type="http://schemas.openxmlformats.org/officeDocument/2006/relationships/tags" Target="../tags/tag285.xml"/><Relationship Id="rId61" Type="http://schemas.openxmlformats.org/officeDocument/2006/relationships/tags" Target="../tags/tag284.xml"/><Relationship Id="rId60" Type="http://schemas.openxmlformats.org/officeDocument/2006/relationships/tags" Target="../tags/tag283.xml"/><Relationship Id="rId6" Type="http://schemas.openxmlformats.org/officeDocument/2006/relationships/tags" Target="../tags/tag229.xml"/><Relationship Id="rId59" Type="http://schemas.openxmlformats.org/officeDocument/2006/relationships/tags" Target="../tags/tag282.xml"/><Relationship Id="rId58" Type="http://schemas.openxmlformats.org/officeDocument/2006/relationships/tags" Target="../tags/tag281.xml"/><Relationship Id="rId57" Type="http://schemas.openxmlformats.org/officeDocument/2006/relationships/tags" Target="../tags/tag280.xml"/><Relationship Id="rId56" Type="http://schemas.openxmlformats.org/officeDocument/2006/relationships/tags" Target="../tags/tag279.xml"/><Relationship Id="rId55" Type="http://schemas.openxmlformats.org/officeDocument/2006/relationships/tags" Target="../tags/tag278.xml"/><Relationship Id="rId54" Type="http://schemas.openxmlformats.org/officeDocument/2006/relationships/tags" Target="../tags/tag277.xml"/><Relationship Id="rId53" Type="http://schemas.openxmlformats.org/officeDocument/2006/relationships/tags" Target="../tags/tag276.xml"/><Relationship Id="rId52" Type="http://schemas.openxmlformats.org/officeDocument/2006/relationships/tags" Target="../tags/tag275.xml"/><Relationship Id="rId51" Type="http://schemas.openxmlformats.org/officeDocument/2006/relationships/tags" Target="../tags/tag274.xml"/><Relationship Id="rId50" Type="http://schemas.openxmlformats.org/officeDocument/2006/relationships/tags" Target="../tags/tag273.xml"/><Relationship Id="rId5" Type="http://schemas.openxmlformats.org/officeDocument/2006/relationships/tags" Target="../tags/tag228.xml"/><Relationship Id="rId49" Type="http://schemas.openxmlformats.org/officeDocument/2006/relationships/tags" Target="../tags/tag272.xml"/><Relationship Id="rId48" Type="http://schemas.openxmlformats.org/officeDocument/2006/relationships/tags" Target="../tags/tag271.xml"/><Relationship Id="rId47" Type="http://schemas.openxmlformats.org/officeDocument/2006/relationships/tags" Target="../tags/tag270.xml"/><Relationship Id="rId46" Type="http://schemas.openxmlformats.org/officeDocument/2006/relationships/tags" Target="../tags/tag269.xml"/><Relationship Id="rId45" Type="http://schemas.openxmlformats.org/officeDocument/2006/relationships/tags" Target="../tags/tag268.xml"/><Relationship Id="rId44" Type="http://schemas.openxmlformats.org/officeDocument/2006/relationships/tags" Target="../tags/tag267.xml"/><Relationship Id="rId43" Type="http://schemas.openxmlformats.org/officeDocument/2006/relationships/tags" Target="../tags/tag266.xml"/><Relationship Id="rId42" Type="http://schemas.openxmlformats.org/officeDocument/2006/relationships/tags" Target="../tags/tag265.xml"/><Relationship Id="rId41" Type="http://schemas.openxmlformats.org/officeDocument/2006/relationships/tags" Target="../tags/tag264.xml"/><Relationship Id="rId40" Type="http://schemas.openxmlformats.org/officeDocument/2006/relationships/tags" Target="../tags/tag263.xml"/><Relationship Id="rId4" Type="http://schemas.openxmlformats.org/officeDocument/2006/relationships/tags" Target="../tags/tag227.xml"/><Relationship Id="rId39" Type="http://schemas.openxmlformats.org/officeDocument/2006/relationships/tags" Target="../tags/tag262.xml"/><Relationship Id="rId38" Type="http://schemas.openxmlformats.org/officeDocument/2006/relationships/tags" Target="../tags/tag261.xml"/><Relationship Id="rId37" Type="http://schemas.openxmlformats.org/officeDocument/2006/relationships/tags" Target="../tags/tag260.xml"/><Relationship Id="rId36" Type="http://schemas.openxmlformats.org/officeDocument/2006/relationships/tags" Target="../tags/tag259.xml"/><Relationship Id="rId35" Type="http://schemas.openxmlformats.org/officeDocument/2006/relationships/tags" Target="../tags/tag258.xml"/><Relationship Id="rId34" Type="http://schemas.openxmlformats.org/officeDocument/2006/relationships/tags" Target="../tags/tag257.xml"/><Relationship Id="rId33" Type="http://schemas.openxmlformats.org/officeDocument/2006/relationships/tags" Target="../tags/tag256.xml"/><Relationship Id="rId32" Type="http://schemas.openxmlformats.org/officeDocument/2006/relationships/tags" Target="../tags/tag255.xml"/><Relationship Id="rId31" Type="http://schemas.openxmlformats.org/officeDocument/2006/relationships/tags" Target="../tags/tag254.xml"/><Relationship Id="rId30" Type="http://schemas.openxmlformats.org/officeDocument/2006/relationships/tags" Target="../tags/tag253.xml"/><Relationship Id="rId3" Type="http://schemas.openxmlformats.org/officeDocument/2006/relationships/tags" Target="../tags/tag226.xml"/><Relationship Id="rId29" Type="http://schemas.openxmlformats.org/officeDocument/2006/relationships/tags" Target="../tags/tag252.xml"/><Relationship Id="rId28" Type="http://schemas.openxmlformats.org/officeDocument/2006/relationships/tags" Target="../tags/tag251.xml"/><Relationship Id="rId27" Type="http://schemas.openxmlformats.org/officeDocument/2006/relationships/tags" Target="../tags/tag250.xml"/><Relationship Id="rId26" Type="http://schemas.openxmlformats.org/officeDocument/2006/relationships/tags" Target="../tags/tag249.xml"/><Relationship Id="rId25" Type="http://schemas.openxmlformats.org/officeDocument/2006/relationships/tags" Target="../tags/tag248.xml"/><Relationship Id="rId24" Type="http://schemas.openxmlformats.org/officeDocument/2006/relationships/tags" Target="../tags/tag247.xml"/><Relationship Id="rId23" Type="http://schemas.openxmlformats.org/officeDocument/2006/relationships/tags" Target="../tags/tag246.xml"/><Relationship Id="rId22" Type="http://schemas.openxmlformats.org/officeDocument/2006/relationships/tags" Target="../tags/tag245.xml"/><Relationship Id="rId21" Type="http://schemas.openxmlformats.org/officeDocument/2006/relationships/tags" Target="../tags/tag244.xml"/><Relationship Id="rId20" Type="http://schemas.openxmlformats.org/officeDocument/2006/relationships/tags" Target="../tags/tag243.xml"/><Relationship Id="rId2" Type="http://schemas.openxmlformats.org/officeDocument/2006/relationships/tags" Target="../tags/tag225.xml"/><Relationship Id="rId19" Type="http://schemas.openxmlformats.org/officeDocument/2006/relationships/tags" Target="../tags/tag242.xml"/><Relationship Id="rId18" Type="http://schemas.openxmlformats.org/officeDocument/2006/relationships/tags" Target="../tags/tag241.xml"/><Relationship Id="rId17" Type="http://schemas.openxmlformats.org/officeDocument/2006/relationships/tags" Target="../tags/tag240.xml"/><Relationship Id="rId16" Type="http://schemas.openxmlformats.org/officeDocument/2006/relationships/tags" Target="../tags/tag239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5"/>
          <p:cNvSpPr/>
          <p:nvPr>
            <p:custDataLst>
              <p:tags r:id="rId2"/>
            </p:custDataLst>
          </p:nvPr>
        </p:nvSpPr>
        <p:spPr bwMode="auto">
          <a:xfrm>
            <a:off x="11268075" y="209550"/>
            <a:ext cx="29845" cy="92075"/>
          </a:xfrm>
          <a:custGeom>
            <a:avLst/>
            <a:gdLst>
              <a:gd name="T0" fmla="*/ 0 w 40"/>
              <a:gd name="T1" fmla="*/ 117 h 124"/>
              <a:gd name="T2" fmla="*/ 7 w 40"/>
              <a:gd name="T3" fmla="*/ 122 h 124"/>
              <a:gd name="T4" fmla="*/ 23 w 40"/>
              <a:gd name="T5" fmla="*/ 95 h 124"/>
              <a:gd name="T6" fmla="*/ 39 w 40"/>
              <a:gd name="T7" fmla="*/ 34 h 124"/>
              <a:gd name="T8" fmla="*/ 15 w 40"/>
              <a:gd name="T9" fmla="*/ 0 h 124"/>
              <a:gd name="T10" fmla="*/ 7 w 40"/>
              <a:gd name="T11" fmla="*/ 7 h 124"/>
              <a:gd name="T12" fmla="*/ 12 w 40"/>
              <a:gd name="T13" fmla="*/ 42 h 124"/>
              <a:gd name="T14" fmla="*/ 6 w 40"/>
              <a:gd name="T15" fmla="*/ 95 h 124"/>
              <a:gd name="T16" fmla="*/ 0 w 40"/>
              <a:gd name="T17" fmla="*/ 117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" h="124">
                <a:moveTo>
                  <a:pt x="0" y="117"/>
                </a:moveTo>
                <a:cubicBezTo>
                  <a:pt x="0" y="117"/>
                  <a:pt x="0" y="124"/>
                  <a:pt x="7" y="122"/>
                </a:cubicBezTo>
                <a:cubicBezTo>
                  <a:pt x="7" y="122"/>
                  <a:pt x="23" y="109"/>
                  <a:pt x="23" y="95"/>
                </a:cubicBezTo>
                <a:cubicBezTo>
                  <a:pt x="23" y="95"/>
                  <a:pt x="29" y="51"/>
                  <a:pt x="39" y="34"/>
                </a:cubicBezTo>
                <a:cubicBezTo>
                  <a:pt x="39" y="34"/>
                  <a:pt x="40" y="23"/>
                  <a:pt x="15" y="0"/>
                </a:cubicBezTo>
                <a:cubicBezTo>
                  <a:pt x="15" y="0"/>
                  <a:pt x="7" y="2"/>
                  <a:pt x="7" y="7"/>
                </a:cubicBezTo>
                <a:cubicBezTo>
                  <a:pt x="8" y="11"/>
                  <a:pt x="19" y="16"/>
                  <a:pt x="12" y="42"/>
                </a:cubicBezTo>
                <a:cubicBezTo>
                  <a:pt x="6" y="95"/>
                  <a:pt x="6" y="95"/>
                  <a:pt x="6" y="95"/>
                </a:cubicBezTo>
                <a:cubicBezTo>
                  <a:pt x="6" y="95"/>
                  <a:pt x="6" y="111"/>
                  <a:pt x="0" y="117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6" name="Freeform 6"/>
          <p:cNvSpPr/>
          <p:nvPr>
            <p:custDataLst>
              <p:tags r:id="rId3"/>
            </p:custDataLst>
          </p:nvPr>
        </p:nvSpPr>
        <p:spPr bwMode="auto">
          <a:xfrm>
            <a:off x="11301730" y="292735"/>
            <a:ext cx="56515" cy="58420"/>
          </a:xfrm>
          <a:custGeom>
            <a:avLst/>
            <a:gdLst>
              <a:gd name="T0" fmla="*/ 71 w 77"/>
              <a:gd name="T1" fmla="*/ 34 h 79"/>
              <a:gd name="T2" fmla="*/ 46 w 77"/>
              <a:gd name="T3" fmla="*/ 6 h 79"/>
              <a:gd name="T4" fmla="*/ 36 w 77"/>
              <a:gd name="T5" fmla="*/ 13 h 79"/>
              <a:gd name="T6" fmla="*/ 3 w 77"/>
              <a:gd name="T7" fmla="*/ 66 h 79"/>
              <a:gd name="T8" fmla="*/ 14 w 77"/>
              <a:gd name="T9" fmla="*/ 70 h 79"/>
              <a:gd name="T10" fmla="*/ 62 w 77"/>
              <a:gd name="T11" fmla="*/ 48 h 79"/>
              <a:gd name="T12" fmla="*/ 71 w 77"/>
              <a:gd name="T13" fmla="*/ 34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" h="79">
                <a:moveTo>
                  <a:pt x="71" y="34"/>
                </a:moveTo>
                <a:cubicBezTo>
                  <a:pt x="46" y="6"/>
                  <a:pt x="46" y="6"/>
                  <a:pt x="46" y="6"/>
                </a:cubicBezTo>
                <a:cubicBezTo>
                  <a:pt x="46" y="6"/>
                  <a:pt x="34" y="0"/>
                  <a:pt x="36" y="13"/>
                </a:cubicBezTo>
                <a:cubicBezTo>
                  <a:pt x="36" y="13"/>
                  <a:pt x="24" y="55"/>
                  <a:pt x="3" y="66"/>
                </a:cubicBezTo>
                <a:cubicBezTo>
                  <a:pt x="3" y="66"/>
                  <a:pt x="0" y="79"/>
                  <a:pt x="14" y="70"/>
                </a:cubicBezTo>
                <a:cubicBezTo>
                  <a:pt x="14" y="70"/>
                  <a:pt x="51" y="47"/>
                  <a:pt x="62" y="48"/>
                </a:cubicBezTo>
                <a:cubicBezTo>
                  <a:pt x="62" y="48"/>
                  <a:pt x="77" y="44"/>
                  <a:pt x="71" y="3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7" name="Freeform 7"/>
          <p:cNvSpPr/>
          <p:nvPr>
            <p:custDataLst>
              <p:tags r:id="rId4"/>
            </p:custDataLst>
          </p:nvPr>
        </p:nvSpPr>
        <p:spPr bwMode="auto">
          <a:xfrm>
            <a:off x="11186795" y="304800"/>
            <a:ext cx="107950" cy="88265"/>
          </a:xfrm>
          <a:custGeom>
            <a:avLst/>
            <a:gdLst>
              <a:gd name="T0" fmla="*/ 141 w 146"/>
              <a:gd name="T1" fmla="*/ 10 h 119"/>
              <a:gd name="T2" fmla="*/ 135 w 146"/>
              <a:gd name="T3" fmla="*/ 3 h 119"/>
              <a:gd name="T4" fmla="*/ 96 w 146"/>
              <a:gd name="T5" fmla="*/ 35 h 119"/>
              <a:gd name="T6" fmla="*/ 61 w 146"/>
              <a:gd name="T7" fmla="*/ 66 h 119"/>
              <a:gd name="T8" fmla="*/ 38 w 146"/>
              <a:gd name="T9" fmla="*/ 83 h 119"/>
              <a:gd name="T10" fmla="*/ 36 w 146"/>
              <a:gd name="T11" fmla="*/ 80 h 119"/>
              <a:gd name="T12" fmla="*/ 32 w 146"/>
              <a:gd name="T13" fmla="*/ 18 h 119"/>
              <a:gd name="T14" fmla="*/ 28 w 146"/>
              <a:gd name="T15" fmla="*/ 28 h 119"/>
              <a:gd name="T16" fmla="*/ 0 w 146"/>
              <a:gd name="T17" fmla="*/ 92 h 119"/>
              <a:gd name="T18" fmla="*/ 22 w 146"/>
              <a:gd name="T19" fmla="*/ 119 h 119"/>
              <a:gd name="T20" fmla="*/ 82 w 146"/>
              <a:gd name="T21" fmla="*/ 88 h 119"/>
              <a:gd name="T22" fmla="*/ 111 w 146"/>
              <a:gd name="T23" fmla="*/ 57 h 119"/>
              <a:gd name="T24" fmla="*/ 141 w 146"/>
              <a:gd name="T25" fmla="*/ 1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6" h="119">
                <a:moveTo>
                  <a:pt x="141" y="10"/>
                </a:moveTo>
                <a:cubicBezTo>
                  <a:pt x="141" y="10"/>
                  <a:pt x="146" y="0"/>
                  <a:pt x="135" y="3"/>
                </a:cubicBezTo>
                <a:cubicBezTo>
                  <a:pt x="135" y="3"/>
                  <a:pt x="112" y="32"/>
                  <a:pt x="96" y="35"/>
                </a:cubicBezTo>
                <a:cubicBezTo>
                  <a:pt x="96" y="35"/>
                  <a:pt x="71" y="61"/>
                  <a:pt x="61" y="66"/>
                </a:cubicBezTo>
                <a:cubicBezTo>
                  <a:pt x="61" y="66"/>
                  <a:pt x="41" y="78"/>
                  <a:pt x="38" y="83"/>
                </a:cubicBezTo>
                <a:cubicBezTo>
                  <a:pt x="36" y="80"/>
                  <a:pt x="36" y="80"/>
                  <a:pt x="36" y="80"/>
                </a:cubicBezTo>
                <a:cubicBezTo>
                  <a:pt x="36" y="80"/>
                  <a:pt x="58" y="28"/>
                  <a:pt x="32" y="18"/>
                </a:cubicBezTo>
                <a:cubicBezTo>
                  <a:pt x="32" y="18"/>
                  <a:pt x="27" y="20"/>
                  <a:pt x="28" y="28"/>
                </a:cubicBezTo>
                <a:cubicBezTo>
                  <a:pt x="28" y="28"/>
                  <a:pt x="12" y="85"/>
                  <a:pt x="0" y="92"/>
                </a:cubicBezTo>
                <a:cubicBezTo>
                  <a:pt x="0" y="92"/>
                  <a:pt x="10" y="109"/>
                  <a:pt x="22" y="119"/>
                </a:cubicBezTo>
                <a:cubicBezTo>
                  <a:pt x="22" y="119"/>
                  <a:pt x="68" y="98"/>
                  <a:pt x="82" y="88"/>
                </a:cubicBezTo>
                <a:cubicBezTo>
                  <a:pt x="82" y="88"/>
                  <a:pt x="105" y="66"/>
                  <a:pt x="111" y="57"/>
                </a:cubicBezTo>
                <a:cubicBezTo>
                  <a:pt x="111" y="57"/>
                  <a:pt x="134" y="26"/>
                  <a:pt x="141" y="1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8" name="Freeform 8"/>
          <p:cNvSpPr/>
          <p:nvPr>
            <p:custDataLst>
              <p:tags r:id="rId5"/>
            </p:custDataLst>
          </p:nvPr>
        </p:nvSpPr>
        <p:spPr bwMode="auto">
          <a:xfrm>
            <a:off x="11588750" y="207645"/>
            <a:ext cx="155575" cy="193040"/>
          </a:xfrm>
          <a:custGeom>
            <a:avLst/>
            <a:gdLst>
              <a:gd name="T0" fmla="*/ 196 w 210"/>
              <a:gd name="T1" fmla="*/ 11 h 260"/>
              <a:gd name="T2" fmla="*/ 184 w 210"/>
              <a:gd name="T3" fmla="*/ 19 h 260"/>
              <a:gd name="T4" fmla="*/ 164 w 210"/>
              <a:gd name="T5" fmla="*/ 30 h 260"/>
              <a:gd name="T6" fmla="*/ 140 w 210"/>
              <a:gd name="T7" fmla="*/ 6 h 260"/>
              <a:gd name="T8" fmla="*/ 126 w 210"/>
              <a:gd name="T9" fmla="*/ 7 h 260"/>
              <a:gd name="T10" fmla="*/ 132 w 210"/>
              <a:gd name="T11" fmla="*/ 35 h 260"/>
              <a:gd name="T12" fmla="*/ 133 w 210"/>
              <a:gd name="T13" fmla="*/ 48 h 260"/>
              <a:gd name="T14" fmla="*/ 90 w 210"/>
              <a:gd name="T15" fmla="*/ 80 h 260"/>
              <a:gd name="T16" fmla="*/ 89 w 210"/>
              <a:gd name="T17" fmla="*/ 54 h 260"/>
              <a:gd name="T18" fmla="*/ 78 w 210"/>
              <a:gd name="T19" fmla="*/ 56 h 260"/>
              <a:gd name="T20" fmla="*/ 79 w 210"/>
              <a:gd name="T21" fmla="*/ 105 h 260"/>
              <a:gd name="T22" fmla="*/ 112 w 210"/>
              <a:gd name="T23" fmla="*/ 109 h 260"/>
              <a:gd name="T24" fmla="*/ 89 w 210"/>
              <a:gd name="T25" fmla="*/ 149 h 260"/>
              <a:gd name="T26" fmla="*/ 14 w 210"/>
              <a:gd name="T27" fmla="*/ 244 h 260"/>
              <a:gd name="T28" fmla="*/ 23 w 210"/>
              <a:gd name="T29" fmla="*/ 252 h 260"/>
              <a:gd name="T30" fmla="*/ 98 w 210"/>
              <a:gd name="T31" fmla="*/ 182 h 260"/>
              <a:gd name="T32" fmla="*/ 170 w 210"/>
              <a:gd name="T33" fmla="*/ 55 h 260"/>
              <a:gd name="T34" fmla="*/ 210 w 210"/>
              <a:gd name="T35" fmla="*/ 27 h 260"/>
              <a:gd name="T36" fmla="*/ 196 w 210"/>
              <a:gd name="T37" fmla="*/ 11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0" h="260">
                <a:moveTo>
                  <a:pt x="196" y="11"/>
                </a:moveTo>
                <a:cubicBezTo>
                  <a:pt x="189" y="9"/>
                  <a:pt x="184" y="19"/>
                  <a:pt x="184" y="19"/>
                </a:cubicBezTo>
                <a:cubicBezTo>
                  <a:pt x="164" y="30"/>
                  <a:pt x="164" y="30"/>
                  <a:pt x="164" y="30"/>
                </a:cubicBezTo>
                <a:cubicBezTo>
                  <a:pt x="166" y="23"/>
                  <a:pt x="140" y="6"/>
                  <a:pt x="140" y="6"/>
                </a:cubicBezTo>
                <a:cubicBezTo>
                  <a:pt x="128" y="0"/>
                  <a:pt x="126" y="7"/>
                  <a:pt x="126" y="7"/>
                </a:cubicBezTo>
                <a:cubicBezTo>
                  <a:pt x="122" y="16"/>
                  <a:pt x="132" y="35"/>
                  <a:pt x="132" y="35"/>
                </a:cubicBezTo>
                <a:cubicBezTo>
                  <a:pt x="133" y="48"/>
                  <a:pt x="133" y="48"/>
                  <a:pt x="133" y="48"/>
                </a:cubicBezTo>
                <a:cubicBezTo>
                  <a:pt x="90" y="80"/>
                  <a:pt x="90" y="80"/>
                  <a:pt x="90" y="80"/>
                </a:cubicBezTo>
                <a:cubicBezTo>
                  <a:pt x="75" y="73"/>
                  <a:pt x="89" y="54"/>
                  <a:pt x="89" y="54"/>
                </a:cubicBezTo>
                <a:cubicBezTo>
                  <a:pt x="87" y="39"/>
                  <a:pt x="78" y="56"/>
                  <a:pt x="78" y="56"/>
                </a:cubicBezTo>
                <a:cubicBezTo>
                  <a:pt x="67" y="81"/>
                  <a:pt x="79" y="105"/>
                  <a:pt x="79" y="105"/>
                </a:cubicBezTo>
                <a:cubicBezTo>
                  <a:pt x="90" y="123"/>
                  <a:pt x="108" y="112"/>
                  <a:pt x="112" y="109"/>
                </a:cubicBezTo>
                <a:cubicBezTo>
                  <a:pt x="106" y="115"/>
                  <a:pt x="89" y="149"/>
                  <a:pt x="89" y="149"/>
                </a:cubicBezTo>
                <a:cubicBezTo>
                  <a:pt x="68" y="204"/>
                  <a:pt x="14" y="244"/>
                  <a:pt x="14" y="244"/>
                </a:cubicBezTo>
                <a:cubicBezTo>
                  <a:pt x="0" y="260"/>
                  <a:pt x="23" y="252"/>
                  <a:pt x="23" y="252"/>
                </a:cubicBezTo>
                <a:cubicBezTo>
                  <a:pt x="44" y="243"/>
                  <a:pt x="98" y="182"/>
                  <a:pt x="98" y="182"/>
                </a:cubicBezTo>
                <a:cubicBezTo>
                  <a:pt x="175" y="91"/>
                  <a:pt x="170" y="55"/>
                  <a:pt x="170" y="55"/>
                </a:cubicBezTo>
                <a:cubicBezTo>
                  <a:pt x="188" y="47"/>
                  <a:pt x="210" y="27"/>
                  <a:pt x="210" y="27"/>
                </a:cubicBezTo>
                <a:lnTo>
                  <a:pt x="196" y="11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Freeform 9"/>
          <p:cNvSpPr/>
          <p:nvPr>
            <p:custDataLst>
              <p:tags r:id="rId6"/>
            </p:custDataLst>
          </p:nvPr>
        </p:nvSpPr>
        <p:spPr bwMode="auto">
          <a:xfrm>
            <a:off x="11720830" y="313055"/>
            <a:ext cx="43180" cy="74930"/>
          </a:xfrm>
          <a:custGeom>
            <a:avLst/>
            <a:gdLst>
              <a:gd name="T0" fmla="*/ 9 w 58"/>
              <a:gd name="T1" fmla="*/ 23 h 101"/>
              <a:gd name="T2" fmla="*/ 9 w 58"/>
              <a:gd name="T3" fmla="*/ 86 h 101"/>
              <a:gd name="T4" fmla="*/ 14 w 58"/>
              <a:gd name="T5" fmla="*/ 96 h 101"/>
              <a:gd name="T6" fmla="*/ 51 w 58"/>
              <a:gd name="T7" fmla="*/ 50 h 101"/>
              <a:gd name="T8" fmla="*/ 21 w 58"/>
              <a:gd name="T9" fmla="*/ 11 h 101"/>
              <a:gd name="T10" fmla="*/ 9 w 58"/>
              <a:gd name="T11" fmla="*/ 23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101">
                <a:moveTo>
                  <a:pt x="9" y="23"/>
                </a:moveTo>
                <a:cubicBezTo>
                  <a:pt x="9" y="23"/>
                  <a:pt x="23" y="73"/>
                  <a:pt x="9" y="86"/>
                </a:cubicBezTo>
                <a:cubicBezTo>
                  <a:pt x="9" y="86"/>
                  <a:pt x="0" y="101"/>
                  <a:pt x="14" y="96"/>
                </a:cubicBezTo>
                <a:cubicBezTo>
                  <a:pt x="14" y="96"/>
                  <a:pt x="35" y="62"/>
                  <a:pt x="51" y="50"/>
                </a:cubicBezTo>
                <a:cubicBezTo>
                  <a:pt x="51" y="50"/>
                  <a:pt x="58" y="24"/>
                  <a:pt x="21" y="11"/>
                </a:cubicBezTo>
                <a:cubicBezTo>
                  <a:pt x="21" y="11"/>
                  <a:pt x="1" y="0"/>
                  <a:pt x="9" y="2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Freeform 10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11823700" y="151130"/>
            <a:ext cx="161290" cy="276860"/>
          </a:xfrm>
          <a:custGeom>
            <a:avLst/>
            <a:gdLst>
              <a:gd name="T0" fmla="*/ 140 w 218"/>
              <a:gd name="T1" fmla="*/ 7 h 373"/>
              <a:gd name="T2" fmla="*/ 135 w 218"/>
              <a:gd name="T3" fmla="*/ 15 h 373"/>
              <a:gd name="T4" fmla="*/ 112 w 218"/>
              <a:gd name="T5" fmla="*/ 34 h 373"/>
              <a:gd name="T6" fmla="*/ 88 w 218"/>
              <a:gd name="T7" fmla="*/ 44 h 373"/>
              <a:gd name="T8" fmla="*/ 78 w 218"/>
              <a:gd name="T9" fmla="*/ 59 h 373"/>
              <a:gd name="T10" fmla="*/ 39 w 218"/>
              <a:gd name="T11" fmla="*/ 96 h 373"/>
              <a:gd name="T12" fmla="*/ 22 w 218"/>
              <a:gd name="T13" fmla="*/ 82 h 373"/>
              <a:gd name="T14" fmla="*/ 11 w 218"/>
              <a:gd name="T15" fmla="*/ 90 h 373"/>
              <a:gd name="T16" fmla="*/ 17 w 218"/>
              <a:gd name="T17" fmla="*/ 125 h 373"/>
              <a:gd name="T18" fmla="*/ 43 w 218"/>
              <a:gd name="T19" fmla="*/ 111 h 373"/>
              <a:gd name="T20" fmla="*/ 83 w 218"/>
              <a:gd name="T21" fmla="*/ 70 h 373"/>
              <a:gd name="T22" fmla="*/ 112 w 218"/>
              <a:gd name="T23" fmla="*/ 78 h 373"/>
              <a:gd name="T24" fmla="*/ 103 w 218"/>
              <a:gd name="T25" fmla="*/ 99 h 373"/>
              <a:gd name="T26" fmla="*/ 28 w 218"/>
              <a:gd name="T27" fmla="*/ 189 h 373"/>
              <a:gd name="T28" fmla="*/ 27 w 218"/>
              <a:gd name="T29" fmla="*/ 220 h 373"/>
              <a:gd name="T30" fmla="*/ 51 w 218"/>
              <a:gd name="T31" fmla="*/ 220 h 373"/>
              <a:gd name="T32" fmla="*/ 76 w 218"/>
              <a:gd name="T33" fmla="*/ 194 h 373"/>
              <a:gd name="T34" fmla="*/ 67 w 218"/>
              <a:gd name="T35" fmla="*/ 231 h 373"/>
              <a:gd name="T36" fmla="*/ 90 w 218"/>
              <a:gd name="T37" fmla="*/ 244 h 373"/>
              <a:gd name="T38" fmla="*/ 125 w 218"/>
              <a:gd name="T39" fmla="*/ 255 h 373"/>
              <a:gd name="T40" fmla="*/ 3 w 218"/>
              <a:gd name="T41" fmla="*/ 309 h 373"/>
              <a:gd name="T42" fmla="*/ 102 w 218"/>
              <a:gd name="T43" fmla="*/ 361 h 373"/>
              <a:gd name="T44" fmla="*/ 148 w 218"/>
              <a:gd name="T45" fmla="*/ 325 h 373"/>
              <a:gd name="T46" fmla="*/ 149 w 218"/>
              <a:gd name="T47" fmla="*/ 288 h 373"/>
              <a:gd name="T48" fmla="*/ 154 w 218"/>
              <a:gd name="T49" fmla="*/ 280 h 373"/>
              <a:gd name="T50" fmla="*/ 179 w 218"/>
              <a:gd name="T51" fmla="*/ 286 h 373"/>
              <a:gd name="T52" fmla="*/ 193 w 218"/>
              <a:gd name="T53" fmla="*/ 286 h 373"/>
              <a:gd name="T54" fmla="*/ 188 w 218"/>
              <a:gd name="T55" fmla="*/ 262 h 373"/>
              <a:gd name="T56" fmla="*/ 142 w 218"/>
              <a:gd name="T57" fmla="*/ 256 h 373"/>
              <a:gd name="T58" fmla="*/ 99 w 218"/>
              <a:gd name="T59" fmla="*/ 224 h 373"/>
              <a:gd name="T60" fmla="*/ 114 w 218"/>
              <a:gd name="T61" fmla="*/ 162 h 373"/>
              <a:gd name="T62" fmla="*/ 75 w 218"/>
              <a:gd name="T63" fmla="*/ 168 h 373"/>
              <a:gd name="T64" fmla="*/ 111 w 218"/>
              <a:gd name="T65" fmla="*/ 129 h 373"/>
              <a:gd name="T66" fmla="*/ 120 w 218"/>
              <a:gd name="T67" fmla="*/ 111 h 373"/>
              <a:gd name="T68" fmla="*/ 141 w 218"/>
              <a:gd name="T69" fmla="*/ 80 h 373"/>
              <a:gd name="T70" fmla="*/ 172 w 218"/>
              <a:gd name="T71" fmla="*/ 13 h 373"/>
              <a:gd name="T72" fmla="*/ 140 w 218"/>
              <a:gd name="T73" fmla="*/ 7 h 373"/>
              <a:gd name="T74" fmla="*/ 129 w 218"/>
              <a:gd name="T75" fmla="*/ 314 h 373"/>
              <a:gd name="T76" fmla="*/ 63 w 218"/>
              <a:gd name="T77" fmla="*/ 330 h 373"/>
              <a:gd name="T78" fmla="*/ 79 w 218"/>
              <a:gd name="T79" fmla="*/ 301 h 373"/>
              <a:gd name="T80" fmla="*/ 114 w 218"/>
              <a:gd name="T81" fmla="*/ 283 h 373"/>
              <a:gd name="T82" fmla="*/ 129 w 218"/>
              <a:gd name="T83" fmla="*/ 314 h 373"/>
              <a:gd name="T84" fmla="*/ 119 w 218"/>
              <a:gd name="T85" fmla="*/ 50 h 373"/>
              <a:gd name="T86" fmla="*/ 123 w 218"/>
              <a:gd name="T87" fmla="*/ 42 h 373"/>
              <a:gd name="T88" fmla="*/ 136 w 218"/>
              <a:gd name="T89" fmla="*/ 33 h 373"/>
              <a:gd name="T90" fmla="*/ 119 w 218"/>
              <a:gd name="T91" fmla="*/ 50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18" h="373">
                <a:moveTo>
                  <a:pt x="140" y="7"/>
                </a:moveTo>
                <a:cubicBezTo>
                  <a:pt x="135" y="15"/>
                  <a:pt x="135" y="15"/>
                  <a:pt x="135" y="15"/>
                </a:cubicBezTo>
                <a:cubicBezTo>
                  <a:pt x="112" y="34"/>
                  <a:pt x="112" y="34"/>
                  <a:pt x="112" y="34"/>
                </a:cubicBezTo>
                <a:cubicBezTo>
                  <a:pt x="112" y="34"/>
                  <a:pt x="113" y="52"/>
                  <a:pt x="88" y="44"/>
                </a:cubicBezTo>
                <a:cubicBezTo>
                  <a:pt x="88" y="44"/>
                  <a:pt x="79" y="44"/>
                  <a:pt x="78" y="59"/>
                </a:cubicBezTo>
                <a:cubicBezTo>
                  <a:pt x="39" y="96"/>
                  <a:pt x="39" y="96"/>
                  <a:pt x="39" y="96"/>
                </a:cubicBezTo>
                <a:cubicBezTo>
                  <a:pt x="39" y="96"/>
                  <a:pt x="26" y="107"/>
                  <a:pt x="22" y="82"/>
                </a:cubicBezTo>
                <a:cubicBezTo>
                  <a:pt x="22" y="82"/>
                  <a:pt x="18" y="63"/>
                  <a:pt x="11" y="90"/>
                </a:cubicBezTo>
                <a:cubicBezTo>
                  <a:pt x="11" y="90"/>
                  <a:pt x="10" y="120"/>
                  <a:pt x="17" y="125"/>
                </a:cubicBezTo>
                <a:cubicBezTo>
                  <a:pt x="17" y="125"/>
                  <a:pt x="41" y="132"/>
                  <a:pt x="43" y="111"/>
                </a:cubicBezTo>
                <a:cubicBezTo>
                  <a:pt x="43" y="111"/>
                  <a:pt x="78" y="76"/>
                  <a:pt x="83" y="70"/>
                </a:cubicBezTo>
                <a:cubicBezTo>
                  <a:pt x="83" y="70"/>
                  <a:pt x="104" y="82"/>
                  <a:pt x="112" y="78"/>
                </a:cubicBezTo>
                <a:cubicBezTo>
                  <a:pt x="112" y="78"/>
                  <a:pt x="120" y="81"/>
                  <a:pt x="103" y="99"/>
                </a:cubicBezTo>
                <a:cubicBezTo>
                  <a:pt x="103" y="99"/>
                  <a:pt x="44" y="188"/>
                  <a:pt x="28" y="189"/>
                </a:cubicBezTo>
                <a:cubicBezTo>
                  <a:pt x="28" y="189"/>
                  <a:pt x="21" y="209"/>
                  <a:pt x="27" y="220"/>
                </a:cubicBezTo>
                <a:cubicBezTo>
                  <a:pt x="27" y="220"/>
                  <a:pt x="47" y="225"/>
                  <a:pt x="51" y="220"/>
                </a:cubicBezTo>
                <a:cubicBezTo>
                  <a:pt x="76" y="194"/>
                  <a:pt x="76" y="194"/>
                  <a:pt x="76" y="194"/>
                </a:cubicBezTo>
                <a:cubicBezTo>
                  <a:pt x="76" y="194"/>
                  <a:pt x="80" y="207"/>
                  <a:pt x="67" y="231"/>
                </a:cubicBezTo>
                <a:cubicBezTo>
                  <a:pt x="67" y="231"/>
                  <a:pt x="66" y="257"/>
                  <a:pt x="90" y="244"/>
                </a:cubicBezTo>
                <a:cubicBezTo>
                  <a:pt x="90" y="244"/>
                  <a:pt x="118" y="236"/>
                  <a:pt x="125" y="255"/>
                </a:cubicBezTo>
                <a:cubicBezTo>
                  <a:pt x="125" y="255"/>
                  <a:pt x="77" y="246"/>
                  <a:pt x="3" y="309"/>
                </a:cubicBezTo>
                <a:cubicBezTo>
                  <a:pt x="3" y="309"/>
                  <a:pt x="0" y="332"/>
                  <a:pt x="102" y="361"/>
                </a:cubicBezTo>
                <a:cubicBezTo>
                  <a:pt x="102" y="361"/>
                  <a:pt x="143" y="373"/>
                  <a:pt x="148" y="325"/>
                </a:cubicBezTo>
                <a:cubicBezTo>
                  <a:pt x="149" y="288"/>
                  <a:pt x="149" y="288"/>
                  <a:pt x="149" y="288"/>
                </a:cubicBezTo>
                <a:cubicBezTo>
                  <a:pt x="149" y="288"/>
                  <a:pt x="143" y="283"/>
                  <a:pt x="154" y="280"/>
                </a:cubicBezTo>
                <a:cubicBezTo>
                  <a:pt x="179" y="286"/>
                  <a:pt x="179" y="286"/>
                  <a:pt x="179" y="286"/>
                </a:cubicBezTo>
                <a:cubicBezTo>
                  <a:pt x="179" y="286"/>
                  <a:pt x="186" y="300"/>
                  <a:pt x="193" y="286"/>
                </a:cubicBezTo>
                <a:cubicBezTo>
                  <a:pt x="193" y="286"/>
                  <a:pt x="218" y="277"/>
                  <a:pt x="188" y="262"/>
                </a:cubicBezTo>
                <a:cubicBezTo>
                  <a:pt x="142" y="256"/>
                  <a:pt x="142" y="256"/>
                  <a:pt x="142" y="256"/>
                </a:cubicBezTo>
                <a:cubicBezTo>
                  <a:pt x="142" y="256"/>
                  <a:pt x="151" y="228"/>
                  <a:pt x="99" y="224"/>
                </a:cubicBezTo>
                <a:cubicBezTo>
                  <a:pt x="114" y="162"/>
                  <a:pt x="114" y="162"/>
                  <a:pt x="114" y="162"/>
                </a:cubicBezTo>
                <a:cubicBezTo>
                  <a:pt x="114" y="162"/>
                  <a:pt x="102" y="141"/>
                  <a:pt x="75" y="168"/>
                </a:cubicBezTo>
                <a:cubicBezTo>
                  <a:pt x="75" y="168"/>
                  <a:pt x="98" y="137"/>
                  <a:pt x="111" y="129"/>
                </a:cubicBezTo>
                <a:cubicBezTo>
                  <a:pt x="111" y="129"/>
                  <a:pt x="118" y="129"/>
                  <a:pt x="120" y="111"/>
                </a:cubicBezTo>
                <a:cubicBezTo>
                  <a:pt x="120" y="111"/>
                  <a:pt x="130" y="109"/>
                  <a:pt x="141" y="80"/>
                </a:cubicBezTo>
                <a:cubicBezTo>
                  <a:pt x="141" y="80"/>
                  <a:pt x="157" y="80"/>
                  <a:pt x="172" y="13"/>
                </a:cubicBezTo>
                <a:cubicBezTo>
                  <a:pt x="172" y="13"/>
                  <a:pt x="152" y="0"/>
                  <a:pt x="140" y="7"/>
                </a:cubicBezTo>
                <a:close/>
                <a:moveTo>
                  <a:pt x="129" y="314"/>
                </a:moveTo>
                <a:cubicBezTo>
                  <a:pt x="123" y="356"/>
                  <a:pt x="63" y="330"/>
                  <a:pt x="63" y="330"/>
                </a:cubicBezTo>
                <a:cubicBezTo>
                  <a:pt x="32" y="324"/>
                  <a:pt x="79" y="301"/>
                  <a:pt x="79" y="301"/>
                </a:cubicBezTo>
                <a:cubicBezTo>
                  <a:pt x="114" y="283"/>
                  <a:pt x="114" y="283"/>
                  <a:pt x="114" y="283"/>
                </a:cubicBezTo>
                <a:cubicBezTo>
                  <a:pt x="145" y="270"/>
                  <a:pt x="129" y="314"/>
                  <a:pt x="129" y="314"/>
                </a:cubicBezTo>
                <a:close/>
                <a:moveTo>
                  <a:pt x="119" y="50"/>
                </a:moveTo>
                <a:cubicBezTo>
                  <a:pt x="119" y="50"/>
                  <a:pt x="118" y="45"/>
                  <a:pt x="123" y="42"/>
                </a:cubicBezTo>
                <a:cubicBezTo>
                  <a:pt x="136" y="33"/>
                  <a:pt x="136" y="33"/>
                  <a:pt x="136" y="33"/>
                </a:cubicBezTo>
                <a:cubicBezTo>
                  <a:pt x="136" y="33"/>
                  <a:pt x="128" y="63"/>
                  <a:pt x="11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Freeform 11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11408410" y="159385"/>
            <a:ext cx="146050" cy="259715"/>
          </a:xfrm>
          <a:custGeom>
            <a:avLst/>
            <a:gdLst>
              <a:gd name="T0" fmla="*/ 115 w 197"/>
              <a:gd name="T1" fmla="*/ 250 h 350"/>
              <a:gd name="T2" fmla="*/ 144 w 197"/>
              <a:gd name="T3" fmla="*/ 194 h 350"/>
              <a:gd name="T4" fmla="*/ 141 w 197"/>
              <a:gd name="T5" fmla="*/ 178 h 350"/>
              <a:gd name="T6" fmla="*/ 145 w 197"/>
              <a:gd name="T7" fmla="*/ 168 h 350"/>
              <a:gd name="T8" fmla="*/ 137 w 197"/>
              <a:gd name="T9" fmla="*/ 162 h 350"/>
              <a:gd name="T10" fmla="*/ 119 w 197"/>
              <a:gd name="T11" fmla="*/ 145 h 350"/>
              <a:gd name="T12" fmla="*/ 129 w 197"/>
              <a:gd name="T13" fmla="*/ 132 h 350"/>
              <a:gd name="T14" fmla="*/ 171 w 197"/>
              <a:gd name="T15" fmla="*/ 107 h 350"/>
              <a:gd name="T16" fmla="*/ 191 w 197"/>
              <a:gd name="T17" fmla="*/ 60 h 350"/>
              <a:gd name="T18" fmla="*/ 181 w 197"/>
              <a:gd name="T19" fmla="*/ 46 h 350"/>
              <a:gd name="T20" fmla="*/ 168 w 197"/>
              <a:gd name="T21" fmla="*/ 62 h 350"/>
              <a:gd name="T22" fmla="*/ 133 w 197"/>
              <a:gd name="T23" fmla="*/ 90 h 350"/>
              <a:gd name="T24" fmla="*/ 151 w 197"/>
              <a:gd name="T25" fmla="*/ 35 h 350"/>
              <a:gd name="T26" fmla="*/ 149 w 197"/>
              <a:gd name="T27" fmla="*/ 15 h 350"/>
              <a:gd name="T28" fmla="*/ 137 w 197"/>
              <a:gd name="T29" fmla="*/ 30 h 350"/>
              <a:gd name="T30" fmla="*/ 90 w 197"/>
              <a:gd name="T31" fmla="*/ 123 h 350"/>
              <a:gd name="T32" fmla="*/ 60 w 197"/>
              <a:gd name="T33" fmla="*/ 138 h 350"/>
              <a:gd name="T34" fmla="*/ 45 w 197"/>
              <a:gd name="T35" fmla="*/ 154 h 350"/>
              <a:gd name="T36" fmla="*/ 69 w 197"/>
              <a:gd name="T37" fmla="*/ 173 h 350"/>
              <a:gd name="T38" fmla="*/ 41 w 197"/>
              <a:gd name="T39" fmla="*/ 234 h 350"/>
              <a:gd name="T40" fmla="*/ 32 w 197"/>
              <a:gd name="T41" fmla="*/ 251 h 350"/>
              <a:gd name="T42" fmla="*/ 52 w 197"/>
              <a:gd name="T43" fmla="*/ 265 h 350"/>
              <a:gd name="T44" fmla="*/ 85 w 197"/>
              <a:gd name="T45" fmla="*/ 246 h 350"/>
              <a:gd name="T46" fmla="*/ 88 w 197"/>
              <a:gd name="T47" fmla="*/ 253 h 350"/>
              <a:gd name="T48" fmla="*/ 78 w 197"/>
              <a:gd name="T49" fmla="*/ 281 h 350"/>
              <a:gd name="T50" fmla="*/ 48 w 197"/>
              <a:gd name="T51" fmla="*/ 302 h 350"/>
              <a:gd name="T52" fmla="*/ 34 w 197"/>
              <a:gd name="T53" fmla="*/ 306 h 350"/>
              <a:gd name="T54" fmla="*/ 31 w 197"/>
              <a:gd name="T55" fmla="*/ 339 h 350"/>
              <a:gd name="T56" fmla="*/ 51 w 197"/>
              <a:gd name="T57" fmla="*/ 332 h 350"/>
              <a:gd name="T58" fmla="*/ 65 w 197"/>
              <a:gd name="T59" fmla="*/ 309 h 350"/>
              <a:gd name="T60" fmla="*/ 108 w 197"/>
              <a:gd name="T61" fmla="*/ 342 h 350"/>
              <a:gd name="T62" fmla="*/ 115 w 197"/>
              <a:gd name="T63" fmla="*/ 309 h 350"/>
              <a:gd name="T64" fmla="*/ 115 w 197"/>
              <a:gd name="T65" fmla="*/ 250 h 350"/>
              <a:gd name="T66" fmla="*/ 85 w 197"/>
              <a:gd name="T67" fmla="*/ 220 h 350"/>
              <a:gd name="T68" fmla="*/ 66 w 197"/>
              <a:gd name="T69" fmla="*/ 232 h 350"/>
              <a:gd name="T70" fmla="*/ 82 w 197"/>
              <a:gd name="T71" fmla="*/ 178 h 350"/>
              <a:gd name="T72" fmla="*/ 106 w 197"/>
              <a:gd name="T73" fmla="*/ 154 h 350"/>
              <a:gd name="T74" fmla="*/ 95 w 197"/>
              <a:gd name="T75" fmla="*/ 197 h 350"/>
              <a:gd name="T76" fmla="*/ 85 w 197"/>
              <a:gd name="T77" fmla="*/ 220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7" h="350">
                <a:moveTo>
                  <a:pt x="115" y="250"/>
                </a:moveTo>
                <a:cubicBezTo>
                  <a:pt x="115" y="250"/>
                  <a:pt x="109" y="233"/>
                  <a:pt x="144" y="194"/>
                </a:cubicBezTo>
                <a:cubicBezTo>
                  <a:pt x="141" y="178"/>
                  <a:pt x="141" y="178"/>
                  <a:pt x="141" y="178"/>
                </a:cubicBezTo>
                <a:cubicBezTo>
                  <a:pt x="145" y="168"/>
                  <a:pt x="145" y="168"/>
                  <a:pt x="145" y="168"/>
                </a:cubicBezTo>
                <a:cubicBezTo>
                  <a:pt x="137" y="162"/>
                  <a:pt x="137" y="162"/>
                  <a:pt x="137" y="162"/>
                </a:cubicBezTo>
                <a:cubicBezTo>
                  <a:pt x="137" y="162"/>
                  <a:pt x="136" y="145"/>
                  <a:pt x="119" y="145"/>
                </a:cubicBezTo>
                <a:cubicBezTo>
                  <a:pt x="119" y="145"/>
                  <a:pt x="110" y="143"/>
                  <a:pt x="129" y="132"/>
                </a:cubicBezTo>
                <a:cubicBezTo>
                  <a:pt x="171" y="107"/>
                  <a:pt x="171" y="107"/>
                  <a:pt x="171" y="107"/>
                </a:cubicBezTo>
                <a:cubicBezTo>
                  <a:pt x="191" y="60"/>
                  <a:pt x="191" y="60"/>
                  <a:pt x="191" y="60"/>
                </a:cubicBezTo>
                <a:cubicBezTo>
                  <a:pt x="191" y="60"/>
                  <a:pt x="197" y="52"/>
                  <a:pt x="181" y="46"/>
                </a:cubicBezTo>
                <a:cubicBezTo>
                  <a:pt x="181" y="46"/>
                  <a:pt x="179" y="56"/>
                  <a:pt x="168" y="62"/>
                </a:cubicBezTo>
                <a:cubicBezTo>
                  <a:pt x="157" y="67"/>
                  <a:pt x="141" y="81"/>
                  <a:pt x="133" y="90"/>
                </a:cubicBezTo>
                <a:cubicBezTo>
                  <a:pt x="133" y="90"/>
                  <a:pt x="150" y="45"/>
                  <a:pt x="151" y="35"/>
                </a:cubicBezTo>
                <a:cubicBezTo>
                  <a:pt x="149" y="15"/>
                  <a:pt x="149" y="15"/>
                  <a:pt x="149" y="15"/>
                </a:cubicBezTo>
                <a:cubicBezTo>
                  <a:pt x="149" y="15"/>
                  <a:pt x="138" y="0"/>
                  <a:pt x="137" y="30"/>
                </a:cubicBezTo>
                <a:cubicBezTo>
                  <a:pt x="90" y="123"/>
                  <a:pt x="90" y="123"/>
                  <a:pt x="90" y="123"/>
                </a:cubicBezTo>
                <a:cubicBezTo>
                  <a:pt x="60" y="138"/>
                  <a:pt x="60" y="138"/>
                  <a:pt x="60" y="138"/>
                </a:cubicBezTo>
                <a:cubicBezTo>
                  <a:pt x="60" y="138"/>
                  <a:pt x="32" y="132"/>
                  <a:pt x="45" y="154"/>
                </a:cubicBezTo>
                <a:cubicBezTo>
                  <a:pt x="69" y="173"/>
                  <a:pt x="69" y="173"/>
                  <a:pt x="69" y="173"/>
                </a:cubicBezTo>
                <a:cubicBezTo>
                  <a:pt x="41" y="234"/>
                  <a:pt x="41" y="234"/>
                  <a:pt x="41" y="234"/>
                </a:cubicBezTo>
                <a:cubicBezTo>
                  <a:pt x="32" y="251"/>
                  <a:pt x="32" y="251"/>
                  <a:pt x="32" y="251"/>
                </a:cubicBezTo>
                <a:cubicBezTo>
                  <a:pt x="52" y="265"/>
                  <a:pt x="52" y="265"/>
                  <a:pt x="52" y="265"/>
                </a:cubicBezTo>
                <a:cubicBezTo>
                  <a:pt x="85" y="246"/>
                  <a:pt x="85" y="246"/>
                  <a:pt x="85" y="246"/>
                </a:cubicBezTo>
                <a:cubicBezTo>
                  <a:pt x="85" y="246"/>
                  <a:pt x="89" y="246"/>
                  <a:pt x="88" y="253"/>
                </a:cubicBezTo>
                <a:cubicBezTo>
                  <a:pt x="78" y="281"/>
                  <a:pt x="78" y="281"/>
                  <a:pt x="78" y="281"/>
                </a:cubicBezTo>
                <a:cubicBezTo>
                  <a:pt x="78" y="281"/>
                  <a:pt x="56" y="303"/>
                  <a:pt x="48" y="302"/>
                </a:cubicBezTo>
                <a:cubicBezTo>
                  <a:pt x="48" y="302"/>
                  <a:pt x="45" y="302"/>
                  <a:pt x="34" y="306"/>
                </a:cubicBezTo>
                <a:cubicBezTo>
                  <a:pt x="34" y="306"/>
                  <a:pt x="0" y="323"/>
                  <a:pt x="31" y="339"/>
                </a:cubicBezTo>
                <a:cubicBezTo>
                  <a:pt x="31" y="339"/>
                  <a:pt x="41" y="350"/>
                  <a:pt x="51" y="332"/>
                </a:cubicBezTo>
                <a:cubicBezTo>
                  <a:pt x="65" y="309"/>
                  <a:pt x="65" y="309"/>
                  <a:pt x="65" y="309"/>
                </a:cubicBezTo>
                <a:cubicBezTo>
                  <a:pt x="108" y="342"/>
                  <a:pt x="108" y="342"/>
                  <a:pt x="108" y="342"/>
                </a:cubicBezTo>
                <a:cubicBezTo>
                  <a:pt x="108" y="342"/>
                  <a:pt x="117" y="330"/>
                  <a:pt x="115" y="309"/>
                </a:cubicBezTo>
                <a:lnTo>
                  <a:pt x="115" y="250"/>
                </a:lnTo>
                <a:close/>
                <a:moveTo>
                  <a:pt x="85" y="220"/>
                </a:moveTo>
                <a:cubicBezTo>
                  <a:pt x="66" y="232"/>
                  <a:pt x="66" y="232"/>
                  <a:pt x="66" y="232"/>
                </a:cubicBezTo>
                <a:cubicBezTo>
                  <a:pt x="82" y="178"/>
                  <a:pt x="82" y="178"/>
                  <a:pt x="82" y="178"/>
                </a:cubicBezTo>
                <a:cubicBezTo>
                  <a:pt x="87" y="161"/>
                  <a:pt x="106" y="154"/>
                  <a:pt x="106" y="154"/>
                </a:cubicBezTo>
                <a:cubicBezTo>
                  <a:pt x="105" y="170"/>
                  <a:pt x="95" y="197"/>
                  <a:pt x="95" y="197"/>
                </a:cubicBezTo>
                <a:cubicBezTo>
                  <a:pt x="90" y="212"/>
                  <a:pt x="85" y="220"/>
                  <a:pt x="85" y="22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Freeform 12"/>
          <p:cNvSpPr/>
          <p:nvPr>
            <p:custDataLst>
              <p:tags r:id="rId9"/>
            </p:custDataLst>
          </p:nvPr>
        </p:nvSpPr>
        <p:spPr bwMode="auto">
          <a:xfrm>
            <a:off x="11489690" y="354965"/>
            <a:ext cx="52070" cy="46355"/>
          </a:xfrm>
          <a:custGeom>
            <a:avLst/>
            <a:gdLst>
              <a:gd name="T0" fmla="*/ 51 w 70"/>
              <a:gd name="T1" fmla="*/ 9 h 62"/>
              <a:gd name="T2" fmla="*/ 22 w 70"/>
              <a:gd name="T3" fmla="*/ 0 h 62"/>
              <a:gd name="T4" fmla="*/ 18 w 70"/>
              <a:gd name="T5" fmla="*/ 12 h 62"/>
              <a:gd name="T6" fmla="*/ 37 w 70"/>
              <a:gd name="T7" fmla="*/ 39 h 62"/>
              <a:gd name="T8" fmla="*/ 57 w 70"/>
              <a:gd name="T9" fmla="*/ 44 h 62"/>
              <a:gd name="T10" fmla="*/ 64 w 70"/>
              <a:gd name="T11" fmla="*/ 30 h 62"/>
              <a:gd name="T12" fmla="*/ 51 w 70"/>
              <a:gd name="T13" fmla="*/ 9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" h="62">
                <a:moveTo>
                  <a:pt x="51" y="9"/>
                </a:moveTo>
                <a:cubicBezTo>
                  <a:pt x="22" y="0"/>
                  <a:pt x="22" y="0"/>
                  <a:pt x="22" y="0"/>
                </a:cubicBezTo>
                <a:cubicBezTo>
                  <a:pt x="22" y="0"/>
                  <a:pt x="0" y="1"/>
                  <a:pt x="18" y="12"/>
                </a:cubicBezTo>
                <a:cubicBezTo>
                  <a:pt x="18" y="12"/>
                  <a:pt x="32" y="27"/>
                  <a:pt x="37" y="39"/>
                </a:cubicBezTo>
                <a:cubicBezTo>
                  <a:pt x="37" y="39"/>
                  <a:pt x="42" y="62"/>
                  <a:pt x="57" y="44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0"/>
                  <a:pt x="70" y="17"/>
                  <a:pt x="51" y="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Freeform 13"/>
          <p:cNvSpPr/>
          <p:nvPr>
            <p:custDataLst>
              <p:tags r:id="rId10"/>
            </p:custDataLst>
          </p:nvPr>
        </p:nvSpPr>
        <p:spPr bwMode="auto">
          <a:xfrm>
            <a:off x="11202035" y="454025"/>
            <a:ext cx="28575" cy="3683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0 w 39"/>
              <a:gd name="T11" fmla="*/ 50 h 50"/>
              <a:gd name="T12" fmla="*/ 7 w 39"/>
              <a:gd name="T13" fmla="*/ 48 h 50"/>
              <a:gd name="T14" fmla="*/ 4 w 39"/>
              <a:gd name="T15" fmla="*/ 50 h 50"/>
              <a:gd name="T16" fmla="*/ 2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2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0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4" y="49"/>
                  <a:pt x="4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3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2" y="20"/>
                  <a:pt x="2" y="13"/>
                </a:cubicBezTo>
                <a:cubicBezTo>
                  <a:pt x="2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Freeform 14"/>
          <p:cNvSpPr/>
          <p:nvPr>
            <p:custDataLst>
              <p:tags r:id="rId11"/>
            </p:custDataLst>
          </p:nvPr>
        </p:nvSpPr>
        <p:spPr bwMode="auto">
          <a:xfrm>
            <a:off x="11236325" y="454660"/>
            <a:ext cx="43180" cy="35560"/>
          </a:xfrm>
          <a:custGeom>
            <a:avLst/>
            <a:gdLst>
              <a:gd name="T0" fmla="*/ 0 w 59"/>
              <a:gd name="T1" fmla="*/ 47 h 48"/>
              <a:gd name="T2" fmla="*/ 8 w 59"/>
              <a:gd name="T3" fmla="*/ 40 h 48"/>
              <a:gd name="T4" fmla="*/ 8 w 59"/>
              <a:gd name="T5" fmla="*/ 8 h 48"/>
              <a:gd name="T6" fmla="*/ 0 w 59"/>
              <a:gd name="T7" fmla="*/ 2 h 48"/>
              <a:gd name="T8" fmla="*/ 0 w 59"/>
              <a:gd name="T9" fmla="*/ 0 h 48"/>
              <a:gd name="T10" fmla="*/ 24 w 59"/>
              <a:gd name="T11" fmla="*/ 0 h 48"/>
              <a:gd name="T12" fmla="*/ 24 w 59"/>
              <a:gd name="T13" fmla="*/ 2 h 48"/>
              <a:gd name="T14" fmla="*/ 17 w 59"/>
              <a:gd name="T15" fmla="*/ 8 h 48"/>
              <a:gd name="T16" fmla="*/ 17 w 59"/>
              <a:gd name="T17" fmla="*/ 22 h 48"/>
              <a:gd name="T18" fmla="*/ 43 w 59"/>
              <a:gd name="T19" fmla="*/ 22 h 48"/>
              <a:gd name="T20" fmla="*/ 43 w 59"/>
              <a:gd name="T21" fmla="*/ 8 h 48"/>
              <a:gd name="T22" fmla="*/ 35 w 59"/>
              <a:gd name="T23" fmla="*/ 2 h 48"/>
              <a:gd name="T24" fmla="*/ 35 w 59"/>
              <a:gd name="T25" fmla="*/ 0 h 48"/>
              <a:gd name="T26" fmla="*/ 59 w 59"/>
              <a:gd name="T27" fmla="*/ 0 h 48"/>
              <a:gd name="T28" fmla="*/ 59 w 59"/>
              <a:gd name="T29" fmla="*/ 2 h 48"/>
              <a:gd name="T30" fmla="*/ 52 w 59"/>
              <a:gd name="T31" fmla="*/ 8 h 48"/>
              <a:gd name="T32" fmla="*/ 52 w 59"/>
              <a:gd name="T33" fmla="*/ 41 h 48"/>
              <a:gd name="T34" fmla="*/ 59 w 59"/>
              <a:gd name="T35" fmla="*/ 47 h 48"/>
              <a:gd name="T36" fmla="*/ 59 w 59"/>
              <a:gd name="T37" fmla="*/ 48 h 48"/>
              <a:gd name="T38" fmla="*/ 35 w 59"/>
              <a:gd name="T39" fmla="*/ 48 h 48"/>
              <a:gd name="T40" fmla="*/ 35 w 59"/>
              <a:gd name="T41" fmla="*/ 47 h 48"/>
              <a:gd name="T42" fmla="*/ 43 w 59"/>
              <a:gd name="T43" fmla="*/ 40 h 48"/>
              <a:gd name="T44" fmla="*/ 43 w 59"/>
              <a:gd name="T45" fmla="*/ 26 h 48"/>
              <a:gd name="T46" fmla="*/ 17 w 59"/>
              <a:gd name="T47" fmla="*/ 26 h 48"/>
              <a:gd name="T48" fmla="*/ 17 w 59"/>
              <a:gd name="T49" fmla="*/ 41 h 48"/>
              <a:gd name="T50" fmla="*/ 24 w 59"/>
              <a:gd name="T51" fmla="*/ 47 h 48"/>
              <a:gd name="T52" fmla="*/ 24 w 59"/>
              <a:gd name="T53" fmla="*/ 48 h 48"/>
              <a:gd name="T54" fmla="*/ 0 w 59"/>
              <a:gd name="T55" fmla="*/ 48 h 48"/>
              <a:gd name="T56" fmla="*/ 0 w 59"/>
              <a:gd name="T5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9" h="48">
                <a:moveTo>
                  <a:pt x="0" y="47"/>
                </a:moveTo>
                <a:cubicBezTo>
                  <a:pt x="7" y="47"/>
                  <a:pt x="8" y="45"/>
                  <a:pt x="8" y="40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22"/>
                  <a:pt x="17" y="22"/>
                  <a:pt x="17" y="22"/>
                </a:cubicBezTo>
                <a:cubicBezTo>
                  <a:pt x="43" y="22"/>
                  <a:pt x="43" y="22"/>
                  <a:pt x="43" y="22"/>
                </a:cubicBezTo>
                <a:cubicBezTo>
                  <a:pt x="43" y="8"/>
                  <a:pt x="43" y="8"/>
                  <a:pt x="43" y="8"/>
                </a:cubicBezTo>
                <a:cubicBezTo>
                  <a:pt x="43" y="3"/>
                  <a:pt x="42" y="2"/>
                  <a:pt x="35" y="2"/>
                </a:cubicBezTo>
                <a:cubicBezTo>
                  <a:pt x="35" y="0"/>
                  <a:pt x="35" y="0"/>
                  <a:pt x="35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2"/>
                  <a:pt x="59" y="2"/>
                  <a:pt x="59" y="2"/>
                </a:cubicBezTo>
                <a:cubicBezTo>
                  <a:pt x="53" y="2"/>
                  <a:pt x="52" y="3"/>
                  <a:pt x="52" y="8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5"/>
                  <a:pt x="53" y="47"/>
                  <a:pt x="59" y="47"/>
                </a:cubicBezTo>
                <a:cubicBezTo>
                  <a:pt x="59" y="48"/>
                  <a:pt x="59" y="48"/>
                  <a:pt x="59" y="48"/>
                </a:cubicBezTo>
                <a:cubicBezTo>
                  <a:pt x="35" y="48"/>
                  <a:pt x="35" y="48"/>
                  <a:pt x="35" y="48"/>
                </a:cubicBezTo>
                <a:cubicBezTo>
                  <a:pt x="35" y="47"/>
                  <a:pt x="35" y="47"/>
                  <a:pt x="35" y="47"/>
                </a:cubicBezTo>
                <a:cubicBezTo>
                  <a:pt x="43" y="47"/>
                  <a:pt x="43" y="45"/>
                  <a:pt x="43" y="40"/>
                </a:cubicBezTo>
                <a:cubicBezTo>
                  <a:pt x="43" y="26"/>
                  <a:pt x="43" y="26"/>
                  <a:pt x="43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41"/>
                  <a:pt x="17" y="41"/>
                  <a:pt x="17" y="41"/>
                </a:cubicBezTo>
                <a:cubicBezTo>
                  <a:pt x="17" y="45"/>
                  <a:pt x="17" y="47"/>
                  <a:pt x="24" y="47"/>
                </a:cubicBezTo>
                <a:cubicBezTo>
                  <a:pt x="24" y="48"/>
                  <a:pt x="24" y="48"/>
                  <a:pt x="24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Freeform 15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11282045" y="454660"/>
            <a:ext cx="45085" cy="35560"/>
          </a:xfrm>
          <a:custGeom>
            <a:avLst/>
            <a:gdLst>
              <a:gd name="T0" fmla="*/ 18 w 61"/>
              <a:gd name="T1" fmla="*/ 30 h 48"/>
              <a:gd name="T2" fmla="*/ 28 w 61"/>
              <a:gd name="T3" fmla="*/ 10 h 48"/>
              <a:gd name="T4" fmla="*/ 38 w 61"/>
              <a:gd name="T5" fmla="*/ 30 h 48"/>
              <a:gd name="T6" fmla="*/ 18 w 61"/>
              <a:gd name="T7" fmla="*/ 30 h 48"/>
              <a:gd name="T8" fmla="*/ 61 w 61"/>
              <a:gd name="T9" fmla="*/ 47 h 48"/>
              <a:gd name="T10" fmla="*/ 53 w 61"/>
              <a:gd name="T11" fmla="*/ 41 h 48"/>
              <a:gd name="T12" fmla="*/ 31 w 61"/>
              <a:gd name="T13" fmla="*/ 0 h 48"/>
              <a:gd name="T14" fmla="*/ 29 w 61"/>
              <a:gd name="T15" fmla="*/ 0 h 48"/>
              <a:gd name="T16" fmla="*/ 11 w 61"/>
              <a:gd name="T17" fmla="*/ 35 h 48"/>
              <a:gd name="T18" fmla="*/ 5 w 61"/>
              <a:gd name="T19" fmla="*/ 45 h 48"/>
              <a:gd name="T20" fmla="*/ 0 w 61"/>
              <a:gd name="T21" fmla="*/ 47 h 48"/>
              <a:gd name="T22" fmla="*/ 0 w 61"/>
              <a:gd name="T23" fmla="*/ 48 h 48"/>
              <a:gd name="T24" fmla="*/ 18 w 61"/>
              <a:gd name="T25" fmla="*/ 48 h 48"/>
              <a:gd name="T26" fmla="*/ 18 w 61"/>
              <a:gd name="T27" fmla="*/ 47 h 48"/>
              <a:gd name="T28" fmla="*/ 12 w 61"/>
              <a:gd name="T29" fmla="*/ 44 h 48"/>
              <a:gd name="T30" fmla="*/ 12 w 61"/>
              <a:gd name="T31" fmla="*/ 41 h 48"/>
              <a:gd name="T32" fmla="*/ 16 w 61"/>
              <a:gd name="T33" fmla="*/ 33 h 48"/>
              <a:gd name="T34" fmla="*/ 39 w 61"/>
              <a:gd name="T35" fmla="*/ 33 h 48"/>
              <a:gd name="T36" fmla="*/ 43 w 61"/>
              <a:gd name="T37" fmla="*/ 40 h 48"/>
              <a:gd name="T38" fmla="*/ 44 w 61"/>
              <a:gd name="T39" fmla="*/ 44 h 48"/>
              <a:gd name="T40" fmla="*/ 38 w 61"/>
              <a:gd name="T41" fmla="*/ 47 h 48"/>
              <a:gd name="T42" fmla="*/ 38 w 61"/>
              <a:gd name="T43" fmla="*/ 48 h 48"/>
              <a:gd name="T44" fmla="*/ 61 w 61"/>
              <a:gd name="T45" fmla="*/ 48 h 48"/>
              <a:gd name="T46" fmla="*/ 61 w 61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1" h="48">
                <a:moveTo>
                  <a:pt x="18" y="30"/>
                </a:moveTo>
                <a:cubicBezTo>
                  <a:pt x="28" y="10"/>
                  <a:pt x="28" y="10"/>
                  <a:pt x="28" y="10"/>
                </a:cubicBezTo>
                <a:cubicBezTo>
                  <a:pt x="38" y="30"/>
                  <a:pt x="38" y="30"/>
                  <a:pt x="38" y="30"/>
                </a:cubicBezTo>
                <a:lnTo>
                  <a:pt x="18" y="30"/>
                </a:lnTo>
                <a:close/>
                <a:moveTo>
                  <a:pt x="61" y="47"/>
                </a:moveTo>
                <a:cubicBezTo>
                  <a:pt x="57" y="47"/>
                  <a:pt x="55" y="46"/>
                  <a:pt x="53" y="41"/>
                </a:cubicBezTo>
                <a:cubicBezTo>
                  <a:pt x="31" y="0"/>
                  <a:pt x="31" y="0"/>
                  <a:pt x="31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11" y="35"/>
                  <a:pt x="11" y="35"/>
                  <a:pt x="11" y="35"/>
                </a:cubicBezTo>
                <a:cubicBezTo>
                  <a:pt x="10" y="38"/>
                  <a:pt x="7" y="44"/>
                  <a:pt x="5" y="45"/>
                </a:cubicBezTo>
                <a:cubicBezTo>
                  <a:pt x="3" y="47"/>
                  <a:pt x="2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18" y="48"/>
                  <a:pt x="18" y="48"/>
                  <a:pt x="18" y="48"/>
                </a:cubicBezTo>
                <a:cubicBezTo>
                  <a:pt x="18" y="47"/>
                  <a:pt x="18" y="47"/>
                  <a:pt x="18" y="47"/>
                </a:cubicBezTo>
                <a:cubicBezTo>
                  <a:pt x="16" y="47"/>
                  <a:pt x="12" y="47"/>
                  <a:pt x="12" y="44"/>
                </a:cubicBezTo>
                <a:cubicBezTo>
                  <a:pt x="12" y="43"/>
                  <a:pt x="12" y="42"/>
                  <a:pt x="12" y="41"/>
                </a:cubicBezTo>
                <a:cubicBezTo>
                  <a:pt x="16" y="33"/>
                  <a:pt x="16" y="33"/>
                  <a:pt x="16" y="33"/>
                </a:cubicBezTo>
                <a:cubicBezTo>
                  <a:pt x="39" y="33"/>
                  <a:pt x="39" y="33"/>
                  <a:pt x="39" y="33"/>
                </a:cubicBezTo>
                <a:cubicBezTo>
                  <a:pt x="43" y="40"/>
                  <a:pt x="43" y="40"/>
                  <a:pt x="43" y="40"/>
                </a:cubicBezTo>
                <a:cubicBezTo>
                  <a:pt x="43" y="41"/>
                  <a:pt x="44" y="43"/>
                  <a:pt x="44" y="44"/>
                </a:cubicBezTo>
                <a:cubicBezTo>
                  <a:pt x="44" y="47"/>
                  <a:pt x="42" y="47"/>
                  <a:pt x="38" y="47"/>
                </a:cubicBezTo>
                <a:cubicBezTo>
                  <a:pt x="38" y="48"/>
                  <a:pt x="38" y="48"/>
                  <a:pt x="38" y="48"/>
                </a:cubicBezTo>
                <a:cubicBezTo>
                  <a:pt x="61" y="48"/>
                  <a:pt x="61" y="48"/>
                  <a:pt x="61" y="48"/>
                </a:cubicBezTo>
                <a:lnTo>
                  <a:pt x="61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Freeform 16"/>
          <p:cNvSpPr/>
          <p:nvPr>
            <p:custDataLst>
              <p:tags r:id="rId13"/>
            </p:custDataLst>
          </p:nvPr>
        </p:nvSpPr>
        <p:spPr bwMode="auto">
          <a:xfrm>
            <a:off x="11328400" y="454660"/>
            <a:ext cx="44450" cy="3619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Freeform 17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11375390" y="454660"/>
            <a:ext cx="43180" cy="35560"/>
          </a:xfrm>
          <a:custGeom>
            <a:avLst/>
            <a:gdLst>
              <a:gd name="T0" fmla="*/ 17 w 58"/>
              <a:gd name="T1" fmla="*/ 6 h 48"/>
              <a:gd name="T2" fmla="*/ 21 w 58"/>
              <a:gd name="T3" fmla="*/ 3 h 48"/>
              <a:gd name="T4" fmla="*/ 41 w 58"/>
              <a:gd name="T5" fmla="*/ 8 h 48"/>
              <a:gd name="T6" fmla="*/ 49 w 58"/>
              <a:gd name="T7" fmla="*/ 25 h 48"/>
              <a:gd name="T8" fmla="*/ 22 w 58"/>
              <a:gd name="T9" fmla="*/ 46 h 48"/>
              <a:gd name="T10" fmla="*/ 17 w 58"/>
              <a:gd name="T11" fmla="*/ 43 h 48"/>
              <a:gd name="T12" fmla="*/ 17 w 58"/>
              <a:gd name="T13" fmla="*/ 6 h 48"/>
              <a:gd name="T14" fmla="*/ 0 w 58"/>
              <a:gd name="T15" fmla="*/ 48 h 48"/>
              <a:gd name="T16" fmla="*/ 25 w 58"/>
              <a:gd name="T17" fmla="*/ 48 h 48"/>
              <a:gd name="T18" fmla="*/ 58 w 58"/>
              <a:gd name="T19" fmla="*/ 25 h 48"/>
              <a:gd name="T20" fmla="*/ 23 w 58"/>
              <a:gd name="T21" fmla="*/ 0 h 48"/>
              <a:gd name="T22" fmla="*/ 0 w 58"/>
              <a:gd name="T23" fmla="*/ 0 h 48"/>
              <a:gd name="T24" fmla="*/ 0 w 58"/>
              <a:gd name="T25" fmla="*/ 2 h 48"/>
              <a:gd name="T26" fmla="*/ 8 w 58"/>
              <a:gd name="T27" fmla="*/ 8 h 48"/>
              <a:gd name="T28" fmla="*/ 8 w 58"/>
              <a:gd name="T29" fmla="*/ 41 h 48"/>
              <a:gd name="T30" fmla="*/ 0 w 58"/>
              <a:gd name="T31" fmla="*/ 47 h 48"/>
              <a:gd name="T32" fmla="*/ 0 w 58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8" h="48">
                <a:moveTo>
                  <a:pt x="17" y="6"/>
                </a:moveTo>
                <a:cubicBezTo>
                  <a:pt x="17" y="5"/>
                  <a:pt x="17" y="3"/>
                  <a:pt x="21" y="3"/>
                </a:cubicBezTo>
                <a:cubicBezTo>
                  <a:pt x="32" y="3"/>
                  <a:pt x="36" y="5"/>
                  <a:pt x="41" y="8"/>
                </a:cubicBezTo>
                <a:cubicBezTo>
                  <a:pt x="47" y="13"/>
                  <a:pt x="49" y="19"/>
                  <a:pt x="49" y="25"/>
                </a:cubicBezTo>
                <a:cubicBezTo>
                  <a:pt x="49" y="46"/>
                  <a:pt x="27" y="46"/>
                  <a:pt x="22" y="46"/>
                </a:cubicBezTo>
                <a:cubicBezTo>
                  <a:pt x="18" y="46"/>
                  <a:pt x="17" y="45"/>
                  <a:pt x="17" y="43"/>
                </a:cubicBezTo>
                <a:lnTo>
                  <a:pt x="17" y="6"/>
                </a:lnTo>
                <a:close/>
                <a:moveTo>
                  <a:pt x="0" y="48"/>
                </a:moveTo>
                <a:cubicBezTo>
                  <a:pt x="25" y="48"/>
                  <a:pt x="25" y="48"/>
                  <a:pt x="25" y="48"/>
                </a:cubicBezTo>
                <a:cubicBezTo>
                  <a:pt x="51" y="48"/>
                  <a:pt x="58" y="34"/>
                  <a:pt x="58" y="25"/>
                </a:cubicBezTo>
                <a:cubicBezTo>
                  <a:pt x="58" y="8"/>
                  <a:pt x="44" y="0"/>
                  <a:pt x="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7" y="2"/>
                  <a:pt x="8" y="3"/>
                  <a:pt x="8" y="8"/>
                </a:cubicBezTo>
                <a:cubicBezTo>
                  <a:pt x="8" y="41"/>
                  <a:pt x="8" y="41"/>
                  <a:pt x="8" y="41"/>
                </a:cubicBezTo>
                <a:cubicBezTo>
                  <a:pt x="8" y="46"/>
                  <a:pt x="7" y="47"/>
                  <a:pt x="0" y="47"/>
                </a:cubicBezTo>
                <a:lnTo>
                  <a:pt x="0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Freeform 18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11422380" y="454025"/>
            <a:ext cx="41910" cy="36830"/>
          </a:xfrm>
          <a:custGeom>
            <a:avLst/>
            <a:gdLst>
              <a:gd name="T0" fmla="*/ 29 w 57"/>
              <a:gd name="T1" fmla="*/ 48 h 50"/>
              <a:gd name="T2" fmla="*/ 10 w 57"/>
              <a:gd name="T3" fmla="*/ 25 h 50"/>
              <a:gd name="T4" fmla="*/ 29 w 57"/>
              <a:gd name="T5" fmla="*/ 3 h 50"/>
              <a:gd name="T6" fmla="*/ 47 w 57"/>
              <a:gd name="T7" fmla="*/ 25 h 50"/>
              <a:gd name="T8" fmla="*/ 29 w 57"/>
              <a:gd name="T9" fmla="*/ 48 h 50"/>
              <a:gd name="T10" fmla="*/ 29 w 57"/>
              <a:gd name="T11" fmla="*/ 50 h 50"/>
              <a:gd name="T12" fmla="*/ 57 w 57"/>
              <a:gd name="T13" fmla="*/ 26 h 50"/>
              <a:gd name="T14" fmla="*/ 29 w 57"/>
              <a:gd name="T15" fmla="*/ 0 h 50"/>
              <a:gd name="T16" fmla="*/ 0 w 57"/>
              <a:gd name="T17" fmla="*/ 26 h 50"/>
              <a:gd name="T18" fmla="*/ 29 w 57"/>
              <a:gd name="T19" fmla="*/ 5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" h="50">
                <a:moveTo>
                  <a:pt x="29" y="48"/>
                </a:moveTo>
                <a:cubicBezTo>
                  <a:pt x="19" y="48"/>
                  <a:pt x="10" y="41"/>
                  <a:pt x="10" y="25"/>
                </a:cubicBezTo>
                <a:cubicBezTo>
                  <a:pt x="10" y="9"/>
                  <a:pt x="20" y="3"/>
                  <a:pt x="29" y="3"/>
                </a:cubicBezTo>
                <a:cubicBezTo>
                  <a:pt x="38" y="3"/>
                  <a:pt x="47" y="9"/>
                  <a:pt x="47" y="25"/>
                </a:cubicBezTo>
                <a:cubicBezTo>
                  <a:pt x="47" y="41"/>
                  <a:pt x="38" y="48"/>
                  <a:pt x="29" y="48"/>
                </a:cubicBezTo>
                <a:close/>
                <a:moveTo>
                  <a:pt x="29" y="50"/>
                </a:moveTo>
                <a:cubicBezTo>
                  <a:pt x="44" y="50"/>
                  <a:pt x="57" y="41"/>
                  <a:pt x="57" y="26"/>
                </a:cubicBezTo>
                <a:cubicBezTo>
                  <a:pt x="57" y="9"/>
                  <a:pt x="43" y="0"/>
                  <a:pt x="29" y="0"/>
                </a:cubicBezTo>
                <a:cubicBezTo>
                  <a:pt x="14" y="0"/>
                  <a:pt x="0" y="9"/>
                  <a:pt x="0" y="26"/>
                </a:cubicBezTo>
                <a:cubicBezTo>
                  <a:pt x="0" y="41"/>
                  <a:pt x="13" y="50"/>
                  <a:pt x="2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Freeform 19"/>
          <p:cNvSpPr/>
          <p:nvPr>
            <p:custDataLst>
              <p:tags r:id="rId16"/>
            </p:custDataLst>
          </p:nvPr>
        </p:nvSpPr>
        <p:spPr bwMode="auto">
          <a:xfrm>
            <a:off x="11467465" y="454660"/>
            <a:ext cx="44450" cy="3619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3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1 w 60"/>
              <a:gd name="T15" fmla="*/ 47 h 49"/>
              <a:gd name="T16" fmla="*/ 21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9 w 60"/>
              <a:gd name="T23" fmla="*/ 38 h 49"/>
              <a:gd name="T24" fmla="*/ 9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1" y="47"/>
                </a:cubicBezTo>
                <a:cubicBezTo>
                  <a:pt x="21" y="48"/>
                  <a:pt x="21" y="48"/>
                  <a:pt x="21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9" y="46"/>
                  <a:pt x="9" y="38"/>
                </a:cubicBezTo>
                <a:cubicBezTo>
                  <a:pt x="9" y="6"/>
                  <a:pt x="9" y="6"/>
                  <a:pt x="9" y="6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Freeform 20"/>
          <p:cNvSpPr/>
          <p:nvPr>
            <p:custDataLst>
              <p:tags r:id="rId17"/>
            </p:custDataLst>
          </p:nvPr>
        </p:nvSpPr>
        <p:spPr bwMode="auto">
          <a:xfrm>
            <a:off x="11515725" y="454025"/>
            <a:ext cx="43180" cy="36830"/>
          </a:xfrm>
          <a:custGeom>
            <a:avLst/>
            <a:gdLst>
              <a:gd name="T0" fmla="*/ 58 w 58"/>
              <a:gd name="T1" fmla="*/ 25 h 50"/>
              <a:gd name="T2" fmla="*/ 52 w 58"/>
              <a:gd name="T3" fmla="*/ 31 h 50"/>
              <a:gd name="T4" fmla="*/ 52 w 58"/>
              <a:gd name="T5" fmla="*/ 45 h 50"/>
              <a:gd name="T6" fmla="*/ 31 w 58"/>
              <a:gd name="T7" fmla="*/ 50 h 50"/>
              <a:gd name="T8" fmla="*/ 7 w 58"/>
              <a:gd name="T9" fmla="*/ 43 h 50"/>
              <a:gd name="T10" fmla="*/ 0 w 58"/>
              <a:gd name="T11" fmla="*/ 25 h 50"/>
              <a:gd name="T12" fmla="*/ 29 w 58"/>
              <a:gd name="T13" fmla="*/ 0 h 50"/>
              <a:gd name="T14" fmla="*/ 45 w 58"/>
              <a:gd name="T15" fmla="*/ 3 h 50"/>
              <a:gd name="T16" fmla="*/ 49 w 58"/>
              <a:gd name="T17" fmla="*/ 0 h 50"/>
              <a:gd name="T18" fmla="*/ 51 w 58"/>
              <a:gd name="T19" fmla="*/ 0 h 50"/>
              <a:gd name="T20" fmla="*/ 52 w 58"/>
              <a:gd name="T21" fmla="*/ 16 h 50"/>
              <a:gd name="T22" fmla="*/ 50 w 58"/>
              <a:gd name="T23" fmla="*/ 16 h 50"/>
              <a:gd name="T24" fmla="*/ 31 w 58"/>
              <a:gd name="T25" fmla="*/ 3 h 50"/>
              <a:gd name="T26" fmla="*/ 9 w 58"/>
              <a:gd name="T27" fmla="*/ 26 h 50"/>
              <a:gd name="T28" fmla="*/ 32 w 58"/>
              <a:gd name="T29" fmla="*/ 48 h 50"/>
              <a:gd name="T30" fmla="*/ 44 w 58"/>
              <a:gd name="T31" fmla="*/ 43 h 50"/>
              <a:gd name="T32" fmla="*/ 44 w 58"/>
              <a:gd name="T33" fmla="*/ 32 h 50"/>
              <a:gd name="T34" fmla="*/ 36 w 58"/>
              <a:gd name="T35" fmla="*/ 25 h 50"/>
              <a:gd name="T36" fmla="*/ 36 w 58"/>
              <a:gd name="T37" fmla="*/ 24 h 50"/>
              <a:gd name="T38" fmla="*/ 58 w 58"/>
              <a:gd name="T39" fmla="*/ 24 h 50"/>
              <a:gd name="T40" fmla="*/ 58 w 58"/>
              <a:gd name="T41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8" h="50">
                <a:moveTo>
                  <a:pt x="58" y="25"/>
                </a:moveTo>
                <a:cubicBezTo>
                  <a:pt x="55" y="25"/>
                  <a:pt x="52" y="26"/>
                  <a:pt x="52" y="31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6"/>
                  <a:pt x="41" y="50"/>
                  <a:pt x="31" y="50"/>
                </a:cubicBezTo>
                <a:cubicBezTo>
                  <a:pt x="23" y="50"/>
                  <a:pt x="13" y="48"/>
                  <a:pt x="7" y="43"/>
                </a:cubicBezTo>
                <a:cubicBezTo>
                  <a:pt x="2" y="38"/>
                  <a:pt x="0" y="34"/>
                  <a:pt x="0" y="25"/>
                </a:cubicBezTo>
                <a:cubicBezTo>
                  <a:pt x="0" y="13"/>
                  <a:pt x="11" y="0"/>
                  <a:pt x="29" y="0"/>
                </a:cubicBezTo>
                <a:cubicBezTo>
                  <a:pt x="38" y="0"/>
                  <a:pt x="42" y="3"/>
                  <a:pt x="45" y="3"/>
                </a:cubicBezTo>
                <a:cubicBezTo>
                  <a:pt x="46" y="3"/>
                  <a:pt x="48" y="2"/>
                  <a:pt x="49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16"/>
                  <a:pt x="52" y="16"/>
                  <a:pt x="52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47" y="11"/>
                  <a:pt x="43" y="3"/>
                  <a:pt x="31" y="3"/>
                </a:cubicBezTo>
                <a:cubicBezTo>
                  <a:pt x="22" y="3"/>
                  <a:pt x="9" y="8"/>
                  <a:pt x="9" y="26"/>
                </a:cubicBezTo>
                <a:cubicBezTo>
                  <a:pt x="9" y="39"/>
                  <a:pt x="19" y="48"/>
                  <a:pt x="32" y="48"/>
                </a:cubicBezTo>
                <a:cubicBezTo>
                  <a:pt x="38" y="48"/>
                  <a:pt x="44" y="46"/>
                  <a:pt x="44" y="43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26"/>
                  <a:pt x="42" y="25"/>
                  <a:pt x="36" y="25"/>
                </a:cubicBezTo>
                <a:cubicBezTo>
                  <a:pt x="36" y="24"/>
                  <a:pt x="36" y="24"/>
                  <a:pt x="36" y="24"/>
                </a:cubicBezTo>
                <a:cubicBezTo>
                  <a:pt x="58" y="24"/>
                  <a:pt x="58" y="24"/>
                  <a:pt x="58" y="24"/>
                </a:cubicBezTo>
                <a:lnTo>
                  <a:pt x="58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Freeform 21"/>
          <p:cNvSpPr/>
          <p:nvPr>
            <p:custDataLst>
              <p:tags r:id="rId18"/>
            </p:custDataLst>
          </p:nvPr>
        </p:nvSpPr>
        <p:spPr bwMode="auto">
          <a:xfrm>
            <a:off x="11576685" y="454660"/>
            <a:ext cx="44450" cy="3619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30 h 49"/>
              <a:gd name="T6" fmla="*/ 30 w 60"/>
              <a:gd name="T7" fmla="*/ 49 h 49"/>
              <a:gd name="T8" fmla="*/ 8 w 60"/>
              <a:gd name="T9" fmla="*/ 31 h 49"/>
              <a:gd name="T10" fmla="*/ 8 w 60"/>
              <a:gd name="T11" fmla="*/ 8 h 49"/>
              <a:gd name="T12" fmla="*/ 0 w 60"/>
              <a:gd name="T13" fmla="*/ 2 h 49"/>
              <a:gd name="T14" fmla="*/ 0 w 60"/>
              <a:gd name="T15" fmla="*/ 0 h 49"/>
              <a:gd name="T16" fmla="*/ 25 w 60"/>
              <a:gd name="T17" fmla="*/ 0 h 49"/>
              <a:gd name="T18" fmla="*/ 25 w 60"/>
              <a:gd name="T19" fmla="*/ 2 h 49"/>
              <a:gd name="T20" fmla="*/ 17 w 60"/>
              <a:gd name="T21" fmla="*/ 8 h 49"/>
              <a:gd name="T22" fmla="*/ 17 w 60"/>
              <a:gd name="T23" fmla="*/ 32 h 49"/>
              <a:gd name="T24" fmla="*/ 32 w 60"/>
              <a:gd name="T25" fmla="*/ 46 h 49"/>
              <a:gd name="T26" fmla="*/ 46 w 60"/>
              <a:gd name="T27" fmla="*/ 41 h 49"/>
              <a:gd name="T28" fmla="*/ 48 w 60"/>
              <a:gd name="T29" fmla="*/ 31 h 49"/>
              <a:gd name="T30" fmla="*/ 48 w 60"/>
              <a:gd name="T31" fmla="*/ 11 h 49"/>
              <a:gd name="T32" fmla="*/ 40 w 60"/>
              <a:gd name="T33" fmla="*/ 2 h 49"/>
              <a:gd name="T34" fmla="*/ 40 w 60"/>
              <a:gd name="T35" fmla="*/ 0 h 49"/>
              <a:gd name="T36" fmla="*/ 60 w 60"/>
              <a:gd name="T37" fmla="*/ 0 h 49"/>
              <a:gd name="T38" fmla="*/ 60 w 60"/>
              <a:gd name="T39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4" y="2"/>
                  <a:pt x="52" y="4"/>
                  <a:pt x="52" y="11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6"/>
                  <a:pt x="52" y="49"/>
                  <a:pt x="30" y="49"/>
                </a:cubicBezTo>
                <a:cubicBezTo>
                  <a:pt x="8" y="49"/>
                  <a:pt x="8" y="35"/>
                  <a:pt x="8" y="3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2"/>
                  <a:pt x="25" y="2"/>
                  <a:pt x="25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32"/>
                  <a:pt x="17" y="32"/>
                  <a:pt x="17" y="32"/>
                </a:cubicBezTo>
                <a:cubicBezTo>
                  <a:pt x="17" y="36"/>
                  <a:pt x="17" y="46"/>
                  <a:pt x="32" y="46"/>
                </a:cubicBezTo>
                <a:cubicBezTo>
                  <a:pt x="39" y="46"/>
                  <a:pt x="44" y="44"/>
                  <a:pt x="46" y="41"/>
                </a:cubicBezTo>
                <a:cubicBezTo>
                  <a:pt x="48" y="39"/>
                  <a:pt x="48" y="37"/>
                  <a:pt x="48" y="3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Freeform 22"/>
          <p:cNvSpPr/>
          <p:nvPr>
            <p:custDataLst>
              <p:tags r:id="rId19"/>
            </p:custDataLst>
          </p:nvPr>
        </p:nvSpPr>
        <p:spPr bwMode="auto">
          <a:xfrm>
            <a:off x="11623040" y="454660"/>
            <a:ext cx="44450" cy="3619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23"/>
          <p:cNvSpPr/>
          <p:nvPr>
            <p:custDataLst>
              <p:tags r:id="rId20"/>
            </p:custDataLst>
          </p:nvPr>
        </p:nvSpPr>
        <p:spPr bwMode="auto">
          <a:xfrm>
            <a:off x="11669395" y="454660"/>
            <a:ext cx="19685" cy="3556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Freeform 24"/>
          <p:cNvSpPr/>
          <p:nvPr>
            <p:custDataLst>
              <p:tags r:id="rId21"/>
            </p:custDataLst>
          </p:nvPr>
        </p:nvSpPr>
        <p:spPr bwMode="auto">
          <a:xfrm>
            <a:off x="11690985" y="454660"/>
            <a:ext cx="43180" cy="36195"/>
          </a:xfrm>
          <a:custGeom>
            <a:avLst/>
            <a:gdLst>
              <a:gd name="T0" fmla="*/ 59 w 59"/>
              <a:gd name="T1" fmla="*/ 2 h 49"/>
              <a:gd name="T2" fmla="*/ 51 w 59"/>
              <a:gd name="T3" fmla="*/ 9 h 49"/>
              <a:gd name="T4" fmla="*/ 32 w 59"/>
              <a:gd name="T5" fmla="*/ 49 h 49"/>
              <a:gd name="T6" fmla="*/ 31 w 59"/>
              <a:gd name="T7" fmla="*/ 49 h 49"/>
              <a:gd name="T8" fmla="*/ 9 w 59"/>
              <a:gd name="T9" fmla="*/ 9 h 49"/>
              <a:gd name="T10" fmla="*/ 0 w 59"/>
              <a:gd name="T11" fmla="*/ 2 h 49"/>
              <a:gd name="T12" fmla="*/ 0 w 59"/>
              <a:gd name="T13" fmla="*/ 0 h 49"/>
              <a:gd name="T14" fmla="*/ 23 w 59"/>
              <a:gd name="T15" fmla="*/ 0 h 49"/>
              <a:gd name="T16" fmla="*/ 23 w 59"/>
              <a:gd name="T17" fmla="*/ 2 h 49"/>
              <a:gd name="T18" fmla="*/ 17 w 59"/>
              <a:gd name="T19" fmla="*/ 5 h 49"/>
              <a:gd name="T20" fmla="*/ 20 w 59"/>
              <a:gd name="T21" fmla="*/ 12 h 49"/>
              <a:gd name="T22" fmla="*/ 33 w 59"/>
              <a:gd name="T23" fmla="*/ 37 h 49"/>
              <a:gd name="T24" fmla="*/ 46 w 59"/>
              <a:gd name="T25" fmla="*/ 10 h 49"/>
              <a:gd name="T26" fmla="*/ 48 w 59"/>
              <a:gd name="T27" fmla="*/ 5 h 49"/>
              <a:gd name="T28" fmla="*/ 41 w 59"/>
              <a:gd name="T29" fmla="*/ 2 h 49"/>
              <a:gd name="T30" fmla="*/ 41 w 59"/>
              <a:gd name="T31" fmla="*/ 0 h 49"/>
              <a:gd name="T32" fmla="*/ 59 w 59"/>
              <a:gd name="T33" fmla="*/ 0 h 49"/>
              <a:gd name="T34" fmla="*/ 59 w 59"/>
              <a:gd name="T3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" h="49">
                <a:moveTo>
                  <a:pt x="59" y="2"/>
                </a:moveTo>
                <a:cubicBezTo>
                  <a:pt x="55" y="2"/>
                  <a:pt x="54" y="3"/>
                  <a:pt x="51" y="9"/>
                </a:cubicBezTo>
                <a:cubicBezTo>
                  <a:pt x="32" y="49"/>
                  <a:pt x="32" y="49"/>
                  <a:pt x="32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9" y="9"/>
                  <a:pt x="9" y="9"/>
                  <a:pt x="9" y="9"/>
                </a:cubicBezTo>
                <a:cubicBezTo>
                  <a:pt x="6" y="3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2"/>
                  <a:pt x="23" y="2"/>
                  <a:pt x="23" y="2"/>
                </a:cubicBezTo>
                <a:cubicBezTo>
                  <a:pt x="18" y="2"/>
                  <a:pt x="17" y="2"/>
                  <a:pt x="17" y="5"/>
                </a:cubicBezTo>
                <a:cubicBezTo>
                  <a:pt x="17" y="6"/>
                  <a:pt x="18" y="9"/>
                  <a:pt x="20" y="12"/>
                </a:cubicBezTo>
                <a:cubicBezTo>
                  <a:pt x="33" y="37"/>
                  <a:pt x="33" y="37"/>
                  <a:pt x="33" y="37"/>
                </a:cubicBezTo>
                <a:cubicBezTo>
                  <a:pt x="46" y="10"/>
                  <a:pt x="46" y="10"/>
                  <a:pt x="46" y="10"/>
                </a:cubicBezTo>
                <a:cubicBezTo>
                  <a:pt x="46" y="10"/>
                  <a:pt x="48" y="7"/>
                  <a:pt x="48" y="5"/>
                </a:cubicBezTo>
                <a:cubicBezTo>
                  <a:pt x="48" y="2"/>
                  <a:pt x="45" y="2"/>
                  <a:pt x="41" y="2"/>
                </a:cubicBezTo>
                <a:cubicBezTo>
                  <a:pt x="41" y="0"/>
                  <a:pt x="41" y="0"/>
                  <a:pt x="41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Freeform 25"/>
          <p:cNvSpPr/>
          <p:nvPr>
            <p:custDataLst>
              <p:tags r:id="rId22"/>
            </p:custDataLst>
          </p:nvPr>
        </p:nvSpPr>
        <p:spPr bwMode="auto">
          <a:xfrm>
            <a:off x="11736705" y="454660"/>
            <a:ext cx="38100" cy="35560"/>
          </a:xfrm>
          <a:custGeom>
            <a:avLst/>
            <a:gdLst>
              <a:gd name="T0" fmla="*/ 47 w 51"/>
              <a:gd name="T1" fmla="*/ 48 h 48"/>
              <a:gd name="T2" fmla="*/ 0 w 51"/>
              <a:gd name="T3" fmla="*/ 48 h 48"/>
              <a:gd name="T4" fmla="*/ 0 w 51"/>
              <a:gd name="T5" fmla="*/ 47 h 48"/>
              <a:gd name="T6" fmla="*/ 8 w 51"/>
              <a:gd name="T7" fmla="*/ 41 h 48"/>
              <a:gd name="T8" fmla="*/ 8 w 51"/>
              <a:gd name="T9" fmla="*/ 8 h 48"/>
              <a:gd name="T10" fmla="*/ 0 w 51"/>
              <a:gd name="T11" fmla="*/ 2 h 48"/>
              <a:gd name="T12" fmla="*/ 0 w 51"/>
              <a:gd name="T13" fmla="*/ 0 h 48"/>
              <a:gd name="T14" fmla="*/ 47 w 51"/>
              <a:gd name="T15" fmla="*/ 0 h 48"/>
              <a:gd name="T16" fmla="*/ 47 w 51"/>
              <a:gd name="T17" fmla="*/ 11 h 48"/>
              <a:gd name="T18" fmla="*/ 45 w 51"/>
              <a:gd name="T19" fmla="*/ 11 h 48"/>
              <a:gd name="T20" fmla="*/ 31 w 51"/>
              <a:gd name="T21" fmla="*/ 3 h 48"/>
              <a:gd name="T22" fmla="*/ 20 w 51"/>
              <a:gd name="T23" fmla="*/ 3 h 48"/>
              <a:gd name="T24" fmla="*/ 17 w 51"/>
              <a:gd name="T25" fmla="*/ 6 h 48"/>
              <a:gd name="T26" fmla="*/ 17 w 51"/>
              <a:gd name="T27" fmla="*/ 22 h 48"/>
              <a:gd name="T28" fmla="*/ 30 w 51"/>
              <a:gd name="T29" fmla="*/ 22 h 48"/>
              <a:gd name="T30" fmla="*/ 40 w 51"/>
              <a:gd name="T31" fmla="*/ 15 h 48"/>
              <a:gd name="T32" fmla="*/ 42 w 51"/>
              <a:gd name="T33" fmla="*/ 15 h 48"/>
              <a:gd name="T34" fmla="*/ 42 w 51"/>
              <a:gd name="T35" fmla="*/ 32 h 48"/>
              <a:gd name="T36" fmla="*/ 40 w 51"/>
              <a:gd name="T37" fmla="*/ 32 h 48"/>
              <a:gd name="T38" fmla="*/ 30 w 51"/>
              <a:gd name="T39" fmla="*/ 25 h 48"/>
              <a:gd name="T40" fmla="*/ 17 w 51"/>
              <a:gd name="T41" fmla="*/ 25 h 48"/>
              <a:gd name="T42" fmla="*/ 17 w 51"/>
              <a:gd name="T43" fmla="*/ 43 h 48"/>
              <a:gd name="T44" fmla="*/ 30 w 51"/>
              <a:gd name="T45" fmla="*/ 46 h 48"/>
              <a:gd name="T46" fmla="*/ 49 w 51"/>
              <a:gd name="T47" fmla="*/ 36 h 48"/>
              <a:gd name="T48" fmla="*/ 51 w 51"/>
              <a:gd name="T49" fmla="*/ 36 h 48"/>
              <a:gd name="T50" fmla="*/ 47 w 51"/>
              <a:gd name="T51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1" h="48">
                <a:moveTo>
                  <a:pt x="47" y="48"/>
                </a:move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6" y="47"/>
                  <a:pt x="8" y="46"/>
                  <a:pt x="8" y="4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6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7" y="11"/>
                  <a:pt x="47" y="11"/>
                  <a:pt x="47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3" y="4"/>
                  <a:pt x="41" y="3"/>
                  <a:pt x="31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3"/>
                  <a:pt x="17" y="3"/>
                  <a:pt x="17" y="6"/>
                </a:cubicBezTo>
                <a:cubicBezTo>
                  <a:pt x="17" y="22"/>
                  <a:pt x="17" y="22"/>
                  <a:pt x="17" y="22"/>
                </a:cubicBezTo>
                <a:cubicBezTo>
                  <a:pt x="30" y="22"/>
                  <a:pt x="30" y="22"/>
                  <a:pt x="30" y="22"/>
                </a:cubicBezTo>
                <a:cubicBezTo>
                  <a:pt x="38" y="22"/>
                  <a:pt x="39" y="20"/>
                  <a:pt x="40" y="15"/>
                </a:cubicBezTo>
                <a:cubicBezTo>
                  <a:pt x="42" y="15"/>
                  <a:pt x="42" y="15"/>
                  <a:pt x="42" y="15"/>
                </a:cubicBezTo>
                <a:cubicBezTo>
                  <a:pt x="42" y="32"/>
                  <a:pt x="42" y="32"/>
                  <a:pt x="42" y="32"/>
                </a:cubicBezTo>
                <a:cubicBezTo>
                  <a:pt x="40" y="32"/>
                  <a:pt x="40" y="32"/>
                  <a:pt x="40" y="32"/>
                </a:cubicBezTo>
                <a:cubicBezTo>
                  <a:pt x="39" y="26"/>
                  <a:pt x="37" y="25"/>
                  <a:pt x="30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6"/>
                  <a:pt x="17" y="46"/>
                  <a:pt x="30" y="46"/>
                </a:cubicBezTo>
                <a:cubicBezTo>
                  <a:pt x="41" y="46"/>
                  <a:pt x="45" y="43"/>
                  <a:pt x="49" y="36"/>
                </a:cubicBezTo>
                <a:cubicBezTo>
                  <a:pt x="51" y="36"/>
                  <a:pt x="51" y="36"/>
                  <a:pt x="51" y="36"/>
                </a:cubicBezTo>
                <a:lnTo>
                  <a:pt x="47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Freeform 26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11776710" y="454660"/>
            <a:ext cx="41275" cy="35560"/>
          </a:xfrm>
          <a:custGeom>
            <a:avLst/>
            <a:gdLst>
              <a:gd name="T0" fmla="*/ 16 w 56"/>
              <a:gd name="T1" fmla="*/ 6 h 48"/>
              <a:gd name="T2" fmla="*/ 22 w 56"/>
              <a:gd name="T3" fmla="*/ 3 h 48"/>
              <a:gd name="T4" fmla="*/ 36 w 56"/>
              <a:gd name="T5" fmla="*/ 13 h 48"/>
              <a:gd name="T6" fmla="*/ 16 w 56"/>
              <a:gd name="T7" fmla="*/ 24 h 48"/>
              <a:gd name="T8" fmla="*/ 16 w 56"/>
              <a:gd name="T9" fmla="*/ 6 h 48"/>
              <a:gd name="T10" fmla="*/ 56 w 56"/>
              <a:gd name="T11" fmla="*/ 47 h 48"/>
              <a:gd name="T12" fmla="*/ 48 w 56"/>
              <a:gd name="T13" fmla="*/ 44 h 48"/>
              <a:gd name="T14" fmla="*/ 30 w 56"/>
              <a:gd name="T15" fmla="*/ 25 h 48"/>
              <a:gd name="T16" fmla="*/ 46 w 56"/>
              <a:gd name="T17" fmla="*/ 13 h 48"/>
              <a:gd name="T18" fmla="*/ 24 w 56"/>
              <a:gd name="T19" fmla="*/ 0 h 48"/>
              <a:gd name="T20" fmla="*/ 0 w 56"/>
              <a:gd name="T21" fmla="*/ 0 h 48"/>
              <a:gd name="T22" fmla="*/ 0 w 56"/>
              <a:gd name="T23" fmla="*/ 2 h 48"/>
              <a:gd name="T24" fmla="*/ 7 w 56"/>
              <a:gd name="T25" fmla="*/ 8 h 48"/>
              <a:gd name="T26" fmla="*/ 7 w 56"/>
              <a:gd name="T27" fmla="*/ 40 h 48"/>
              <a:gd name="T28" fmla="*/ 0 w 56"/>
              <a:gd name="T29" fmla="*/ 47 h 48"/>
              <a:gd name="T30" fmla="*/ 0 w 56"/>
              <a:gd name="T31" fmla="*/ 48 h 48"/>
              <a:gd name="T32" fmla="*/ 24 w 56"/>
              <a:gd name="T33" fmla="*/ 48 h 48"/>
              <a:gd name="T34" fmla="*/ 24 w 56"/>
              <a:gd name="T35" fmla="*/ 47 h 48"/>
              <a:gd name="T36" fmla="*/ 16 w 56"/>
              <a:gd name="T37" fmla="*/ 41 h 48"/>
              <a:gd name="T38" fmla="*/ 16 w 56"/>
              <a:gd name="T39" fmla="*/ 26 h 48"/>
              <a:gd name="T40" fmla="*/ 21 w 56"/>
              <a:gd name="T41" fmla="*/ 26 h 48"/>
              <a:gd name="T42" fmla="*/ 42 w 56"/>
              <a:gd name="T43" fmla="*/ 48 h 48"/>
              <a:gd name="T44" fmla="*/ 56 w 56"/>
              <a:gd name="T45" fmla="*/ 48 h 48"/>
              <a:gd name="T46" fmla="*/ 56 w 56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6" h="48">
                <a:moveTo>
                  <a:pt x="16" y="6"/>
                </a:moveTo>
                <a:cubicBezTo>
                  <a:pt x="16" y="4"/>
                  <a:pt x="17" y="3"/>
                  <a:pt x="22" y="3"/>
                </a:cubicBezTo>
                <a:cubicBezTo>
                  <a:pt x="25" y="3"/>
                  <a:pt x="36" y="3"/>
                  <a:pt x="36" y="13"/>
                </a:cubicBezTo>
                <a:cubicBezTo>
                  <a:pt x="36" y="23"/>
                  <a:pt x="23" y="24"/>
                  <a:pt x="16" y="24"/>
                </a:cubicBezTo>
                <a:lnTo>
                  <a:pt x="16" y="6"/>
                </a:lnTo>
                <a:close/>
                <a:moveTo>
                  <a:pt x="56" y="47"/>
                </a:moveTo>
                <a:cubicBezTo>
                  <a:pt x="52" y="47"/>
                  <a:pt x="50" y="46"/>
                  <a:pt x="48" y="44"/>
                </a:cubicBezTo>
                <a:cubicBezTo>
                  <a:pt x="30" y="25"/>
                  <a:pt x="30" y="25"/>
                  <a:pt x="30" y="25"/>
                </a:cubicBezTo>
                <a:cubicBezTo>
                  <a:pt x="35" y="25"/>
                  <a:pt x="46" y="23"/>
                  <a:pt x="46" y="13"/>
                </a:cubicBezTo>
                <a:cubicBezTo>
                  <a:pt x="46" y="2"/>
                  <a:pt x="32" y="0"/>
                  <a:pt x="2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6" y="2"/>
                  <a:pt x="7" y="3"/>
                  <a:pt x="7" y="8"/>
                </a:cubicBezTo>
                <a:cubicBezTo>
                  <a:pt x="7" y="40"/>
                  <a:pt x="7" y="40"/>
                  <a:pt x="7" y="40"/>
                </a:cubicBezTo>
                <a:cubicBezTo>
                  <a:pt x="7" y="45"/>
                  <a:pt x="7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47"/>
                  <a:pt x="24" y="47"/>
                  <a:pt x="24" y="47"/>
                </a:cubicBezTo>
                <a:cubicBezTo>
                  <a:pt x="17" y="47"/>
                  <a:pt x="16" y="45"/>
                  <a:pt x="16" y="41"/>
                </a:cubicBezTo>
                <a:cubicBezTo>
                  <a:pt x="16" y="26"/>
                  <a:pt x="16" y="26"/>
                  <a:pt x="16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42" y="48"/>
                  <a:pt x="42" y="48"/>
                  <a:pt x="42" y="48"/>
                </a:cubicBezTo>
                <a:cubicBezTo>
                  <a:pt x="56" y="48"/>
                  <a:pt x="56" y="48"/>
                  <a:pt x="56" y="48"/>
                </a:cubicBezTo>
                <a:lnTo>
                  <a:pt x="56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Freeform 27"/>
          <p:cNvSpPr/>
          <p:nvPr>
            <p:custDataLst>
              <p:tags r:id="rId24"/>
            </p:custDataLst>
          </p:nvPr>
        </p:nvSpPr>
        <p:spPr bwMode="auto">
          <a:xfrm>
            <a:off x="11821160" y="454025"/>
            <a:ext cx="28575" cy="3683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1 w 39"/>
              <a:gd name="T11" fmla="*/ 50 h 50"/>
              <a:gd name="T12" fmla="*/ 7 w 39"/>
              <a:gd name="T13" fmla="*/ 48 h 50"/>
              <a:gd name="T14" fmla="*/ 5 w 39"/>
              <a:gd name="T15" fmla="*/ 50 h 50"/>
              <a:gd name="T16" fmla="*/ 3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3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1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5" y="49"/>
                  <a:pt x="5" y="50"/>
                </a:cubicBezTo>
                <a:cubicBezTo>
                  <a:pt x="3" y="50"/>
                  <a:pt x="3" y="50"/>
                  <a:pt x="3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4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3" y="20"/>
                  <a:pt x="3" y="13"/>
                </a:cubicBezTo>
                <a:cubicBezTo>
                  <a:pt x="3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Freeform 28"/>
          <p:cNvSpPr/>
          <p:nvPr>
            <p:custDataLst>
              <p:tags r:id="rId25"/>
            </p:custDataLst>
          </p:nvPr>
        </p:nvSpPr>
        <p:spPr bwMode="auto">
          <a:xfrm>
            <a:off x="11855450" y="454660"/>
            <a:ext cx="19050" cy="3556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Freeform 29"/>
          <p:cNvSpPr/>
          <p:nvPr>
            <p:custDataLst>
              <p:tags r:id="rId26"/>
            </p:custDataLst>
          </p:nvPr>
        </p:nvSpPr>
        <p:spPr bwMode="auto">
          <a:xfrm>
            <a:off x="11876405" y="454660"/>
            <a:ext cx="36830" cy="35560"/>
          </a:xfrm>
          <a:custGeom>
            <a:avLst/>
            <a:gdLst>
              <a:gd name="T0" fmla="*/ 38 w 50"/>
              <a:gd name="T1" fmla="*/ 48 h 48"/>
              <a:gd name="T2" fmla="*/ 13 w 50"/>
              <a:gd name="T3" fmla="*/ 48 h 48"/>
              <a:gd name="T4" fmla="*/ 13 w 50"/>
              <a:gd name="T5" fmla="*/ 47 h 48"/>
              <a:gd name="T6" fmla="*/ 21 w 50"/>
              <a:gd name="T7" fmla="*/ 40 h 48"/>
              <a:gd name="T8" fmla="*/ 21 w 50"/>
              <a:gd name="T9" fmla="*/ 4 h 48"/>
              <a:gd name="T10" fmla="*/ 16 w 50"/>
              <a:gd name="T11" fmla="*/ 4 h 48"/>
              <a:gd name="T12" fmla="*/ 2 w 50"/>
              <a:gd name="T13" fmla="*/ 13 h 48"/>
              <a:gd name="T14" fmla="*/ 0 w 50"/>
              <a:gd name="T15" fmla="*/ 13 h 48"/>
              <a:gd name="T16" fmla="*/ 1 w 50"/>
              <a:gd name="T17" fmla="*/ 0 h 48"/>
              <a:gd name="T18" fmla="*/ 50 w 50"/>
              <a:gd name="T19" fmla="*/ 0 h 48"/>
              <a:gd name="T20" fmla="*/ 50 w 50"/>
              <a:gd name="T21" fmla="*/ 13 h 48"/>
              <a:gd name="T22" fmla="*/ 48 w 50"/>
              <a:gd name="T23" fmla="*/ 13 h 48"/>
              <a:gd name="T24" fmla="*/ 34 w 50"/>
              <a:gd name="T25" fmla="*/ 4 h 48"/>
              <a:gd name="T26" fmla="*/ 30 w 50"/>
              <a:gd name="T27" fmla="*/ 4 h 48"/>
              <a:gd name="T28" fmla="*/ 30 w 50"/>
              <a:gd name="T29" fmla="*/ 41 h 48"/>
              <a:gd name="T30" fmla="*/ 38 w 50"/>
              <a:gd name="T31" fmla="*/ 47 h 48"/>
              <a:gd name="T32" fmla="*/ 38 w 50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0" h="48">
                <a:moveTo>
                  <a:pt x="38" y="48"/>
                </a:moveTo>
                <a:cubicBezTo>
                  <a:pt x="13" y="48"/>
                  <a:pt x="13" y="48"/>
                  <a:pt x="13" y="48"/>
                </a:cubicBezTo>
                <a:cubicBezTo>
                  <a:pt x="13" y="47"/>
                  <a:pt x="13" y="47"/>
                  <a:pt x="13" y="47"/>
                </a:cubicBezTo>
                <a:cubicBezTo>
                  <a:pt x="20" y="47"/>
                  <a:pt x="21" y="45"/>
                  <a:pt x="21" y="40"/>
                </a:cubicBezTo>
                <a:cubicBezTo>
                  <a:pt x="21" y="4"/>
                  <a:pt x="21" y="4"/>
                  <a:pt x="21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6" y="4"/>
                  <a:pt x="4" y="5"/>
                  <a:pt x="2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1" y="0"/>
                  <a:pt x="1" y="0"/>
                  <a:pt x="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0" y="13"/>
                  <a:pt x="50" y="13"/>
                  <a:pt x="50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6" y="5"/>
                  <a:pt x="44" y="4"/>
                  <a:pt x="34" y="4"/>
                </a:cubicBezTo>
                <a:cubicBezTo>
                  <a:pt x="30" y="4"/>
                  <a:pt x="30" y="4"/>
                  <a:pt x="30" y="4"/>
                </a:cubicBezTo>
                <a:cubicBezTo>
                  <a:pt x="30" y="41"/>
                  <a:pt x="30" y="41"/>
                  <a:pt x="30" y="41"/>
                </a:cubicBezTo>
                <a:cubicBezTo>
                  <a:pt x="30" y="45"/>
                  <a:pt x="31" y="47"/>
                  <a:pt x="38" y="47"/>
                </a:cubicBezTo>
                <a:lnTo>
                  <a:pt x="38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Freeform 30"/>
          <p:cNvSpPr/>
          <p:nvPr>
            <p:custDataLst>
              <p:tags r:id="rId27"/>
            </p:custDataLst>
          </p:nvPr>
        </p:nvSpPr>
        <p:spPr bwMode="auto">
          <a:xfrm>
            <a:off x="11917045" y="454660"/>
            <a:ext cx="43180" cy="35560"/>
          </a:xfrm>
          <a:custGeom>
            <a:avLst/>
            <a:gdLst>
              <a:gd name="T0" fmla="*/ 59 w 59"/>
              <a:gd name="T1" fmla="*/ 2 h 48"/>
              <a:gd name="T2" fmla="*/ 47 w 59"/>
              <a:gd name="T3" fmla="*/ 10 h 48"/>
              <a:gd name="T4" fmla="*/ 34 w 59"/>
              <a:gd name="T5" fmla="*/ 26 h 48"/>
              <a:gd name="T6" fmla="*/ 34 w 59"/>
              <a:gd name="T7" fmla="*/ 41 h 48"/>
              <a:gd name="T8" fmla="*/ 43 w 59"/>
              <a:gd name="T9" fmla="*/ 47 h 48"/>
              <a:gd name="T10" fmla="*/ 43 w 59"/>
              <a:gd name="T11" fmla="*/ 48 h 48"/>
              <a:gd name="T12" fmla="*/ 16 w 59"/>
              <a:gd name="T13" fmla="*/ 48 h 48"/>
              <a:gd name="T14" fmla="*/ 16 w 59"/>
              <a:gd name="T15" fmla="*/ 47 h 48"/>
              <a:gd name="T16" fmla="*/ 25 w 59"/>
              <a:gd name="T17" fmla="*/ 40 h 48"/>
              <a:gd name="T18" fmla="*/ 25 w 59"/>
              <a:gd name="T19" fmla="*/ 27 h 48"/>
              <a:gd name="T20" fmla="*/ 14 w 59"/>
              <a:gd name="T21" fmla="*/ 13 h 48"/>
              <a:gd name="T22" fmla="*/ 0 w 59"/>
              <a:gd name="T23" fmla="*/ 2 h 48"/>
              <a:gd name="T24" fmla="*/ 0 w 59"/>
              <a:gd name="T25" fmla="*/ 0 h 48"/>
              <a:gd name="T26" fmla="*/ 24 w 59"/>
              <a:gd name="T27" fmla="*/ 0 h 48"/>
              <a:gd name="T28" fmla="*/ 24 w 59"/>
              <a:gd name="T29" fmla="*/ 2 h 48"/>
              <a:gd name="T30" fmla="*/ 18 w 59"/>
              <a:gd name="T31" fmla="*/ 4 h 48"/>
              <a:gd name="T32" fmla="*/ 19 w 59"/>
              <a:gd name="T33" fmla="*/ 7 h 48"/>
              <a:gd name="T34" fmla="*/ 32 w 59"/>
              <a:gd name="T35" fmla="*/ 23 h 48"/>
              <a:gd name="T36" fmla="*/ 45 w 59"/>
              <a:gd name="T37" fmla="*/ 7 h 48"/>
              <a:gd name="T38" fmla="*/ 46 w 59"/>
              <a:gd name="T39" fmla="*/ 4 h 48"/>
              <a:gd name="T40" fmla="*/ 40 w 59"/>
              <a:gd name="T41" fmla="*/ 2 h 48"/>
              <a:gd name="T42" fmla="*/ 40 w 59"/>
              <a:gd name="T43" fmla="*/ 0 h 48"/>
              <a:gd name="T44" fmla="*/ 59 w 59"/>
              <a:gd name="T45" fmla="*/ 0 h 48"/>
              <a:gd name="T46" fmla="*/ 59 w 59"/>
              <a:gd name="T47" fmla="*/ 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9" h="48">
                <a:moveTo>
                  <a:pt x="59" y="2"/>
                </a:moveTo>
                <a:cubicBezTo>
                  <a:pt x="56" y="2"/>
                  <a:pt x="53" y="2"/>
                  <a:pt x="47" y="10"/>
                </a:cubicBezTo>
                <a:cubicBezTo>
                  <a:pt x="34" y="26"/>
                  <a:pt x="34" y="26"/>
                  <a:pt x="34" y="26"/>
                </a:cubicBezTo>
                <a:cubicBezTo>
                  <a:pt x="34" y="41"/>
                  <a:pt x="34" y="41"/>
                  <a:pt x="34" y="41"/>
                </a:cubicBezTo>
                <a:cubicBezTo>
                  <a:pt x="34" y="46"/>
                  <a:pt x="35" y="47"/>
                  <a:pt x="43" y="47"/>
                </a:cubicBezTo>
                <a:cubicBezTo>
                  <a:pt x="43" y="48"/>
                  <a:pt x="43" y="48"/>
                  <a:pt x="43" y="48"/>
                </a:cubicBezTo>
                <a:cubicBezTo>
                  <a:pt x="16" y="48"/>
                  <a:pt x="16" y="48"/>
                  <a:pt x="16" y="48"/>
                </a:cubicBezTo>
                <a:cubicBezTo>
                  <a:pt x="16" y="47"/>
                  <a:pt x="16" y="47"/>
                  <a:pt x="16" y="47"/>
                </a:cubicBezTo>
                <a:cubicBezTo>
                  <a:pt x="25" y="47"/>
                  <a:pt x="25" y="45"/>
                  <a:pt x="25" y="40"/>
                </a:cubicBezTo>
                <a:cubicBezTo>
                  <a:pt x="25" y="27"/>
                  <a:pt x="25" y="27"/>
                  <a:pt x="25" y="27"/>
                </a:cubicBezTo>
                <a:cubicBezTo>
                  <a:pt x="14" y="13"/>
                  <a:pt x="14" y="13"/>
                  <a:pt x="14" y="13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20" y="2"/>
                  <a:pt x="18" y="2"/>
                  <a:pt x="18" y="4"/>
                </a:cubicBezTo>
                <a:cubicBezTo>
                  <a:pt x="18" y="5"/>
                  <a:pt x="18" y="6"/>
                  <a:pt x="19" y="7"/>
                </a:cubicBezTo>
                <a:cubicBezTo>
                  <a:pt x="32" y="23"/>
                  <a:pt x="32" y="23"/>
                  <a:pt x="32" y="23"/>
                </a:cubicBezTo>
                <a:cubicBezTo>
                  <a:pt x="45" y="7"/>
                  <a:pt x="45" y="7"/>
                  <a:pt x="45" y="7"/>
                </a:cubicBezTo>
                <a:cubicBezTo>
                  <a:pt x="45" y="6"/>
                  <a:pt x="46" y="5"/>
                  <a:pt x="46" y="4"/>
                </a:cubicBezTo>
                <a:cubicBezTo>
                  <a:pt x="46" y="2"/>
                  <a:pt x="42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Freeform 31"/>
          <p:cNvSpPr>
            <a:spLocks noEditPoints="1"/>
          </p:cNvSpPr>
          <p:nvPr>
            <p:custDataLst>
              <p:tags r:id="rId28"/>
            </p:custDataLst>
          </p:nvPr>
        </p:nvSpPr>
        <p:spPr bwMode="auto">
          <a:xfrm>
            <a:off x="10744835" y="158115"/>
            <a:ext cx="375920" cy="381000"/>
          </a:xfrm>
          <a:custGeom>
            <a:avLst/>
            <a:gdLst>
              <a:gd name="T0" fmla="*/ 254 w 508"/>
              <a:gd name="T1" fmla="*/ 0 h 513"/>
              <a:gd name="T2" fmla="*/ 0 w 508"/>
              <a:gd name="T3" fmla="*/ 256 h 513"/>
              <a:gd name="T4" fmla="*/ 254 w 508"/>
              <a:gd name="T5" fmla="*/ 513 h 513"/>
              <a:gd name="T6" fmla="*/ 508 w 508"/>
              <a:gd name="T7" fmla="*/ 256 h 513"/>
              <a:gd name="T8" fmla="*/ 254 w 508"/>
              <a:gd name="T9" fmla="*/ 0 h 513"/>
              <a:gd name="T10" fmla="*/ 254 w 508"/>
              <a:gd name="T11" fmla="*/ 504 h 513"/>
              <a:gd name="T12" fmla="*/ 9 w 508"/>
              <a:gd name="T13" fmla="*/ 256 h 513"/>
              <a:gd name="T14" fmla="*/ 254 w 508"/>
              <a:gd name="T15" fmla="*/ 9 h 513"/>
              <a:gd name="T16" fmla="*/ 499 w 508"/>
              <a:gd name="T17" fmla="*/ 256 h 513"/>
              <a:gd name="T18" fmla="*/ 254 w 508"/>
              <a:gd name="T19" fmla="*/ 504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8" h="513">
                <a:moveTo>
                  <a:pt x="254" y="0"/>
                </a:moveTo>
                <a:cubicBezTo>
                  <a:pt x="114" y="0"/>
                  <a:pt x="0" y="115"/>
                  <a:pt x="0" y="256"/>
                </a:cubicBezTo>
                <a:cubicBezTo>
                  <a:pt x="0" y="398"/>
                  <a:pt x="114" y="513"/>
                  <a:pt x="254" y="513"/>
                </a:cubicBezTo>
                <a:cubicBezTo>
                  <a:pt x="394" y="513"/>
                  <a:pt x="508" y="398"/>
                  <a:pt x="508" y="256"/>
                </a:cubicBezTo>
                <a:cubicBezTo>
                  <a:pt x="508" y="115"/>
                  <a:pt x="394" y="0"/>
                  <a:pt x="254" y="0"/>
                </a:cubicBezTo>
                <a:close/>
                <a:moveTo>
                  <a:pt x="254" y="504"/>
                </a:moveTo>
                <a:cubicBezTo>
                  <a:pt x="119" y="504"/>
                  <a:pt x="9" y="393"/>
                  <a:pt x="9" y="256"/>
                </a:cubicBezTo>
                <a:cubicBezTo>
                  <a:pt x="9" y="119"/>
                  <a:pt x="119" y="9"/>
                  <a:pt x="254" y="9"/>
                </a:cubicBezTo>
                <a:cubicBezTo>
                  <a:pt x="389" y="9"/>
                  <a:pt x="499" y="119"/>
                  <a:pt x="499" y="256"/>
                </a:cubicBezTo>
                <a:cubicBezTo>
                  <a:pt x="499" y="393"/>
                  <a:pt x="389" y="504"/>
                  <a:pt x="254" y="50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3" name="Freeform 32"/>
          <p:cNvSpPr/>
          <p:nvPr>
            <p:custDataLst>
              <p:tags r:id="rId29"/>
            </p:custDataLst>
          </p:nvPr>
        </p:nvSpPr>
        <p:spPr bwMode="auto">
          <a:xfrm>
            <a:off x="10897870" y="489585"/>
            <a:ext cx="23495" cy="26035"/>
          </a:xfrm>
          <a:custGeom>
            <a:avLst/>
            <a:gdLst>
              <a:gd name="T0" fmla="*/ 16 w 32"/>
              <a:gd name="T1" fmla="*/ 22 h 35"/>
              <a:gd name="T2" fmla="*/ 17 w 32"/>
              <a:gd name="T3" fmla="*/ 16 h 35"/>
              <a:gd name="T4" fmla="*/ 31 w 32"/>
              <a:gd name="T5" fmla="*/ 18 h 35"/>
              <a:gd name="T6" fmla="*/ 29 w 32"/>
              <a:gd name="T7" fmla="*/ 31 h 35"/>
              <a:gd name="T8" fmla="*/ 23 w 32"/>
              <a:gd name="T9" fmla="*/ 34 h 35"/>
              <a:gd name="T10" fmla="*/ 15 w 32"/>
              <a:gd name="T11" fmla="*/ 34 h 35"/>
              <a:gd name="T12" fmla="*/ 6 w 32"/>
              <a:gd name="T13" fmla="*/ 31 h 35"/>
              <a:gd name="T14" fmla="*/ 1 w 32"/>
              <a:gd name="T15" fmla="*/ 24 h 35"/>
              <a:gd name="T16" fmla="*/ 1 w 32"/>
              <a:gd name="T17" fmla="*/ 15 h 35"/>
              <a:gd name="T18" fmla="*/ 4 w 32"/>
              <a:gd name="T19" fmla="*/ 6 h 35"/>
              <a:gd name="T20" fmla="*/ 11 w 32"/>
              <a:gd name="T21" fmla="*/ 1 h 35"/>
              <a:gd name="T22" fmla="*/ 19 w 32"/>
              <a:gd name="T23" fmla="*/ 1 h 35"/>
              <a:gd name="T24" fmla="*/ 28 w 32"/>
              <a:gd name="T25" fmla="*/ 5 h 35"/>
              <a:gd name="T26" fmla="*/ 32 w 32"/>
              <a:gd name="T27" fmla="*/ 12 h 35"/>
              <a:gd name="T28" fmla="*/ 25 w 32"/>
              <a:gd name="T29" fmla="*/ 12 h 35"/>
              <a:gd name="T30" fmla="*/ 23 w 32"/>
              <a:gd name="T31" fmla="*/ 8 h 35"/>
              <a:gd name="T32" fmla="*/ 18 w 32"/>
              <a:gd name="T33" fmla="*/ 6 h 35"/>
              <a:gd name="T34" fmla="*/ 11 w 32"/>
              <a:gd name="T35" fmla="*/ 8 h 35"/>
              <a:gd name="T36" fmla="*/ 7 w 32"/>
              <a:gd name="T37" fmla="*/ 16 h 35"/>
              <a:gd name="T38" fmla="*/ 9 w 32"/>
              <a:gd name="T39" fmla="*/ 25 h 35"/>
              <a:gd name="T40" fmla="*/ 15 w 32"/>
              <a:gd name="T41" fmla="*/ 29 h 35"/>
              <a:gd name="T42" fmla="*/ 19 w 32"/>
              <a:gd name="T43" fmla="*/ 28 h 35"/>
              <a:gd name="T44" fmla="*/ 23 w 32"/>
              <a:gd name="T45" fmla="*/ 27 h 35"/>
              <a:gd name="T46" fmla="*/ 24 w 32"/>
              <a:gd name="T47" fmla="*/ 23 h 35"/>
              <a:gd name="T48" fmla="*/ 16 w 32"/>
              <a:gd name="T4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2" h="35">
                <a:moveTo>
                  <a:pt x="16" y="22"/>
                </a:moveTo>
                <a:cubicBezTo>
                  <a:pt x="17" y="16"/>
                  <a:pt x="17" y="16"/>
                  <a:pt x="17" y="16"/>
                </a:cubicBezTo>
                <a:cubicBezTo>
                  <a:pt x="31" y="18"/>
                  <a:pt x="31" y="18"/>
                  <a:pt x="31" y="18"/>
                </a:cubicBezTo>
                <a:cubicBezTo>
                  <a:pt x="29" y="31"/>
                  <a:pt x="29" y="31"/>
                  <a:pt x="29" y="31"/>
                </a:cubicBezTo>
                <a:cubicBezTo>
                  <a:pt x="28" y="32"/>
                  <a:pt x="26" y="33"/>
                  <a:pt x="23" y="34"/>
                </a:cubicBezTo>
                <a:cubicBezTo>
                  <a:pt x="20" y="34"/>
                  <a:pt x="17" y="35"/>
                  <a:pt x="15" y="34"/>
                </a:cubicBezTo>
                <a:cubicBezTo>
                  <a:pt x="11" y="34"/>
                  <a:pt x="8" y="33"/>
                  <a:pt x="6" y="31"/>
                </a:cubicBezTo>
                <a:cubicBezTo>
                  <a:pt x="4" y="29"/>
                  <a:pt x="2" y="27"/>
                  <a:pt x="1" y="24"/>
                </a:cubicBezTo>
                <a:cubicBezTo>
                  <a:pt x="0" y="21"/>
                  <a:pt x="0" y="18"/>
                  <a:pt x="1" y="15"/>
                </a:cubicBezTo>
                <a:cubicBezTo>
                  <a:pt x="1" y="11"/>
                  <a:pt x="2" y="9"/>
                  <a:pt x="4" y="6"/>
                </a:cubicBezTo>
                <a:cubicBezTo>
                  <a:pt x="6" y="4"/>
                  <a:pt x="8" y="2"/>
                  <a:pt x="11" y="1"/>
                </a:cubicBezTo>
                <a:cubicBezTo>
                  <a:pt x="14" y="0"/>
                  <a:pt x="16" y="0"/>
                  <a:pt x="19" y="1"/>
                </a:cubicBezTo>
                <a:cubicBezTo>
                  <a:pt x="23" y="1"/>
                  <a:pt x="26" y="2"/>
                  <a:pt x="28" y="5"/>
                </a:cubicBezTo>
                <a:cubicBezTo>
                  <a:pt x="31" y="7"/>
                  <a:pt x="32" y="9"/>
                  <a:pt x="32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4" y="9"/>
                  <a:pt x="23" y="8"/>
                </a:cubicBezTo>
                <a:cubicBezTo>
                  <a:pt x="22" y="7"/>
                  <a:pt x="20" y="6"/>
                  <a:pt x="18" y="6"/>
                </a:cubicBezTo>
                <a:cubicBezTo>
                  <a:pt x="16" y="6"/>
                  <a:pt x="13" y="6"/>
                  <a:pt x="11" y="8"/>
                </a:cubicBezTo>
                <a:cubicBezTo>
                  <a:pt x="9" y="9"/>
                  <a:pt x="8" y="12"/>
                  <a:pt x="7" y="16"/>
                </a:cubicBezTo>
                <a:cubicBezTo>
                  <a:pt x="7" y="19"/>
                  <a:pt x="7" y="22"/>
                  <a:pt x="9" y="25"/>
                </a:cubicBezTo>
                <a:cubicBezTo>
                  <a:pt x="10" y="27"/>
                  <a:pt x="12" y="28"/>
                  <a:pt x="15" y="29"/>
                </a:cubicBezTo>
                <a:cubicBezTo>
                  <a:pt x="16" y="29"/>
                  <a:pt x="18" y="29"/>
                  <a:pt x="19" y="28"/>
                </a:cubicBezTo>
                <a:cubicBezTo>
                  <a:pt x="21" y="28"/>
                  <a:pt x="22" y="28"/>
                  <a:pt x="23" y="27"/>
                </a:cubicBezTo>
                <a:cubicBezTo>
                  <a:pt x="24" y="23"/>
                  <a:pt x="24" y="23"/>
                  <a:pt x="24" y="23"/>
                </a:cubicBezTo>
                <a:lnTo>
                  <a:pt x="16" y="2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Freeform 33"/>
          <p:cNvSpPr/>
          <p:nvPr>
            <p:custDataLst>
              <p:tags r:id="rId30"/>
            </p:custDataLst>
          </p:nvPr>
        </p:nvSpPr>
        <p:spPr bwMode="auto">
          <a:xfrm>
            <a:off x="10869930" y="481330"/>
            <a:ext cx="26670" cy="29210"/>
          </a:xfrm>
          <a:custGeom>
            <a:avLst/>
            <a:gdLst>
              <a:gd name="T0" fmla="*/ 0 w 97"/>
              <a:gd name="T1" fmla="*/ 84 h 105"/>
              <a:gd name="T2" fmla="*/ 30 w 97"/>
              <a:gd name="T3" fmla="*/ 0 h 105"/>
              <a:gd name="T4" fmla="*/ 46 w 97"/>
              <a:gd name="T5" fmla="*/ 6 h 105"/>
              <a:gd name="T6" fmla="*/ 62 w 97"/>
              <a:gd name="T7" fmla="*/ 73 h 105"/>
              <a:gd name="T8" fmla="*/ 81 w 97"/>
              <a:gd name="T9" fmla="*/ 17 h 105"/>
              <a:gd name="T10" fmla="*/ 97 w 97"/>
              <a:gd name="T11" fmla="*/ 22 h 105"/>
              <a:gd name="T12" fmla="*/ 67 w 97"/>
              <a:gd name="T13" fmla="*/ 105 h 105"/>
              <a:gd name="T14" fmla="*/ 49 w 97"/>
              <a:gd name="T15" fmla="*/ 100 h 105"/>
              <a:gd name="T16" fmla="*/ 35 w 97"/>
              <a:gd name="T17" fmla="*/ 35 h 105"/>
              <a:gd name="T18" fmla="*/ 17 w 97"/>
              <a:gd name="T19" fmla="*/ 89 h 105"/>
              <a:gd name="T20" fmla="*/ 0 w 97"/>
              <a:gd name="T21" fmla="*/ 84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7" h="105">
                <a:moveTo>
                  <a:pt x="0" y="84"/>
                </a:moveTo>
                <a:lnTo>
                  <a:pt x="30" y="0"/>
                </a:lnTo>
                <a:lnTo>
                  <a:pt x="46" y="6"/>
                </a:lnTo>
                <a:lnTo>
                  <a:pt x="62" y="73"/>
                </a:lnTo>
                <a:lnTo>
                  <a:pt x="81" y="17"/>
                </a:lnTo>
                <a:lnTo>
                  <a:pt x="97" y="22"/>
                </a:lnTo>
                <a:lnTo>
                  <a:pt x="67" y="105"/>
                </a:lnTo>
                <a:lnTo>
                  <a:pt x="49" y="100"/>
                </a:lnTo>
                <a:lnTo>
                  <a:pt x="35" y="35"/>
                </a:lnTo>
                <a:lnTo>
                  <a:pt x="17" y="89"/>
                </a:lnTo>
                <a:lnTo>
                  <a:pt x="0" y="8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Freeform 34"/>
          <p:cNvSpPr/>
          <p:nvPr>
            <p:custDataLst>
              <p:tags r:id="rId31"/>
            </p:custDataLst>
          </p:nvPr>
        </p:nvSpPr>
        <p:spPr bwMode="auto">
          <a:xfrm>
            <a:off x="10800080" y="434975"/>
            <a:ext cx="31750" cy="30480"/>
          </a:xfrm>
          <a:custGeom>
            <a:avLst/>
            <a:gdLst>
              <a:gd name="T0" fmla="*/ 0 w 115"/>
              <a:gd name="T1" fmla="*/ 56 h 110"/>
              <a:gd name="T2" fmla="*/ 67 w 115"/>
              <a:gd name="T3" fmla="*/ 0 h 110"/>
              <a:gd name="T4" fmla="*/ 81 w 115"/>
              <a:gd name="T5" fmla="*/ 14 h 110"/>
              <a:gd name="T6" fmla="*/ 59 w 115"/>
              <a:gd name="T7" fmla="*/ 78 h 110"/>
              <a:gd name="T8" fmla="*/ 105 w 115"/>
              <a:gd name="T9" fmla="*/ 40 h 110"/>
              <a:gd name="T10" fmla="*/ 115 w 115"/>
              <a:gd name="T11" fmla="*/ 54 h 110"/>
              <a:gd name="T12" fmla="*/ 46 w 115"/>
              <a:gd name="T13" fmla="*/ 110 h 110"/>
              <a:gd name="T14" fmla="*/ 35 w 115"/>
              <a:gd name="T15" fmla="*/ 97 h 110"/>
              <a:gd name="T16" fmla="*/ 56 w 115"/>
              <a:gd name="T17" fmla="*/ 32 h 110"/>
              <a:gd name="T18" fmla="*/ 11 w 115"/>
              <a:gd name="T19" fmla="*/ 70 h 110"/>
              <a:gd name="T20" fmla="*/ 0 w 115"/>
              <a:gd name="T21" fmla="*/ 56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5" h="110">
                <a:moveTo>
                  <a:pt x="0" y="56"/>
                </a:moveTo>
                <a:lnTo>
                  <a:pt x="67" y="0"/>
                </a:lnTo>
                <a:lnTo>
                  <a:pt x="81" y="14"/>
                </a:lnTo>
                <a:lnTo>
                  <a:pt x="59" y="78"/>
                </a:lnTo>
                <a:lnTo>
                  <a:pt x="105" y="40"/>
                </a:lnTo>
                <a:lnTo>
                  <a:pt x="115" y="54"/>
                </a:lnTo>
                <a:lnTo>
                  <a:pt x="46" y="110"/>
                </a:lnTo>
                <a:lnTo>
                  <a:pt x="35" y="97"/>
                </a:lnTo>
                <a:lnTo>
                  <a:pt x="56" y="32"/>
                </a:lnTo>
                <a:lnTo>
                  <a:pt x="11" y="70"/>
                </a:lnTo>
                <a:lnTo>
                  <a:pt x="0" y="5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Freeform 35"/>
          <p:cNvSpPr>
            <a:spLocks noEditPoints="1"/>
          </p:cNvSpPr>
          <p:nvPr>
            <p:custDataLst>
              <p:tags r:id="rId32"/>
            </p:custDataLst>
          </p:nvPr>
        </p:nvSpPr>
        <p:spPr bwMode="auto">
          <a:xfrm>
            <a:off x="10844530" y="471805"/>
            <a:ext cx="26035" cy="26035"/>
          </a:xfrm>
          <a:custGeom>
            <a:avLst/>
            <a:gdLst>
              <a:gd name="T0" fmla="*/ 17 w 35"/>
              <a:gd name="T1" fmla="*/ 7 h 35"/>
              <a:gd name="T2" fmla="*/ 24 w 35"/>
              <a:gd name="T3" fmla="*/ 8 h 35"/>
              <a:gd name="T4" fmla="*/ 28 w 35"/>
              <a:gd name="T5" fmla="*/ 14 h 35"/>
              <a:gd name="T6" fmla="*/ 26 w 35"/>
              <a:gd name="T7" fmla="*/ 22 h 35"/>
              <a:gd name="T8" fmla="*/ 19 w 35"/>
              <a:gd name="T9" fmla="*/ 28 h 35"/>
              <a:gd name="T10" fmla="*/ 12 w 35"/>
              <a:gd name="T11" fmla="*/ 27 h 35"/>
              <a:gd name="T12" fmla="*/ 8 w 35"/>
              <a:gd name="T13" fmla="*/ 21 h 35"/>
              <a:gd name="T14" fmla="*/ 10 w 35"/>
              <a:gd name="T15" fmla="*/ 13 h 35"/>
              <a:gd name="T16" fmla="*/ 17 w 35"/>
              <a:gd name="T17" fmla="*/ 7 h 35"/>
              <a:gd name="T18" fmla="*/ 1 w 35"/>
              <a:gd name="T19" fmla="*/ 22 h 35"/>
              <a:gd name="T20" fmla="*/ 9 w 35"/>
              <a:gd name="T21" fmla="*/ 32 h 35"/>
              <a:gd name="T22" fmla="*/ 21 w 35"/>
              <a:gd name="T23" fmla="*/ 34 h 35"/>
              <a:gd name="T24" fmla="*/ 32 w 35"/>
              <a:gd name="T25" fmla="*/ 26 h 35"/>
              <a:gd name="T26" fmla="*/ 35 w 35"/>
              <a:gd name="T27" fmla="*/ 13 h 35"/>
              <a:gd name="T28" fmla="*/ 27 w 35"/>
              <a:gd name="T29" fmla="*/ 3 h 35"/>
              <a:gd name="T30" fmla="*/ 20 w 35"/>
              <a:gd name="T31" fmla="*/ 0 h 35"/>
              <a:gd name="T32" fmla="*/ 15 w 35"/>
              <a:gd name="T33" fmla="*/ 1 h 35"/>
              <a:gd name="T34" fmla="*/ 10 w 35"/>
              <a:gd name="T35" fmla="*/ 3 h 35"/>
              <a:gd name="T36" fmla="*/ 4 w 35"/>
              <a:gd name="T37" fmla="*/ 9 h 35"/>
              <a:gd name="T38" fmla="*/ 1 w 35"/>
              <a:gd name="T3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" h="35">
                <a:moveTo>
                  <a:pt x="17" y="7"/>
                </a:moveTo>
                <a:cubicBezTo>
                  <a:pt x="19" y="6"/>
                  <a:pt x="22" y="6"/>
                  <a:pt x="24" y="8"/>
                </a:cubicBezTo>
                <a:cubicBezTo>
                  <a:pt x="26" y="9"/>
                  <a:pt x="28" y="11"/>
                  <a:pt x="28" y="14"/>
                </a:cubicBezTo>
                <a:cubicBezTo>
                  <a:pt x="29" y="16"/>
                  <a:pt x="28" y="19"/>
                  <a:pt x="26" y="22"/>
                </a:cubicBezTo>
                <a:cubicBezTo>
                  <a:pt x="24" y="25"/>
                  <a:pt x="22" y="27"/>
                  <a:pt x="19" y="28"/>
                </a:cubicBezTo>
                <a:cubicBezTo>
                  <a:pt x="17" y="29"/>
                  <a:pt x="14" y="29"/>
                  <a:pt x="12" y="27"/>
                </a:cubicBezTo>
                <a:cubicBezTo>
                  <a:pt x="10" y="26"/>
                  <a:pt x="8" y="24"/>
                  <a:pt x="8" y="21"/>
                </a:cubicBezTo>
                <a:cubicBezTo>
                  <a:pt x="7" y="19"/>
                  <a:pt x="8" y="16"/>
                  <a:pt x="10" y="13"/>
                </a:cubicBezTo>
                <a:cubicBezTo>
                  <a:pt x="12" y="10"/>
                  <a:pt x="14" y="8"/>
                  <a:pt x="17" y="7"/>
                </a:cubicBezTo>
                <a:close/>
                <a:moveTo>
                  <a:pt x="1" y="22"/>
                </a:moveTo>
                <a:cubicBezTo>
                  <a:pt x="2" y="26"/>
                  <a:pt x="5" y="30"/>
                  <a:pt x="9" y="32"/>
                </a:cubicBezTo>
                <a:cubicBezTo>
                  <a:pt x="13" y="35"/>
                  <a:pt x="17" y="35"/>
                  <a:pt x="21" y="34"/>
                </a:cubicBezTo>
                <a:cubicBezTo>
                  <a:pt x="26" y="33"/>
                  <a:pt x="29" y="30"/>
                  <a:pt x="32" y="26"/>
                </a:cubicBezTo>
                <a:cubicBezTo>
                  <a:pt x="35" y="21"/>
                  <a:pt x="35" y="17"/>
                  <a:pt x="35" y="13"/>
                </a:cubicBezTo>
                <a:cubicBezTo>
                  <a:pt x="34" y="9"/>
                  <a:pt x="31" y="5"/>
                  <a:pt x="27" y="3"/>
                </a:cubicBezTo>
                <a:cubicBezTo>
                  <a:pt x="24" y="2"/>
                  <a:pt x="22" y="1"/>
                  <a:pt x="20" y="0"/>
                </a:cubicBezTo>
                <a:cubicBezTo>
                  <a:pt x="18" y="0"/>
                  <a:pt x="17" y="0"/>
                  <a:pt x="15" y="1"/>
                </a:cubicBezTo>
                <a:cubicBezTo>
                  <a:pt x="13" y="1"/>
                  <a:pt x="11" y="2"/>
                  <a:pt x="10" y="3"/>
                </a:cubicBezTo>
                <a:cubicBezTo>
                  <a:pt x="8" y="4"/>
                  <a:pt x="6" y="7"/>
                  <a:pt x="4" y="9"/>
                </a:cubicBezTo>
                <a:cubicBezTo>
                  <a:pt x="1" y="14"/>
                  <a:pt x="0" y="18"/>
                  <a:pt x="1" y="2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Freeform 36"/>
          <p:cNvSpPr>
            <a:spLocks noEditPoints="1"/>
          </p:cNvSpPr>
          <p:nvPr>
            <p:custDataLst>
              <p:tags r:id="rId33"/>
            </p:custDataLst>
          </p:nvPr>
        </p:nvSpPr>
        <p:spPr bwMode="auto">
          <a:xfrm>
            <a:off x="10819765" y="453390"/>
            <a:ext cx="27305" cy="27940"/>
          </a:xfrm>
          <a:custGeom>
            <a:avLst/>
            <a:gdLst>
              <a:gd name="T0" fmla="*/ 25 w 37"/>
              <a:gd name="T1" fmla="*/ 11 h 38"/>
              <a:gd name="T2" fmla="*/ 29 w 37"/>
              <a:gd name="T3" fmla="*/ 15 h 38"/>
              <a:gd name="T4" fmla="*/ 31 w 37"/>
              <a:gd name="T5" fmla="*/ 18 h 38"/>
              <a:gd name="T6" fmla="*/ 30 w 37"/>
              <a:gd name="T7" fmla="*/ 21 h 38"/>
              <a:gd name="T8" fmla="*/ 27 w 37"/>
              <a:gd name="T9" fmla="*/ 26 h 38"/>
              <a:gd name="T10" fmla="*/ 22 w 37"/>
              <a:gd name="T11" fmla="*/ 30 h 38"/>
              <a:gd name="T12" fmla="*/ 19 w 37"/>
              <a:gd name="T13" fmla="*/ 32 h 38"/>
              <a:gd name="T14" fmla="*/ 16 w 37"/>
              <a:gd name="T15" fmla="*/ 31 h 38"/>
              <a:gd name="T16" fmla="*/ 13 w 37"/>
              <a:gd name="T17" fmla="*/ 29 h 38"/>
              <a:gd name="T18" fmla="*/ 9 w 37"/>
              <a:gd name="T19" fmla="*/ 25 h 38"/>
              <a:gd name="T20" fmla="*/ 23 w 37"/>
              <a:gd name="T21" fmla="*/ 9 h 38"/>
              <a:gd name="T22" fmla="*/ 25 w 37"/>
              <a:gd name="T23" fmla="*/ 11 h 38"/>
              <a:gd name="T24" fmla="*/ 0 w 37"/>
              <a:gd name="T25" fmla="*/ 25 h 38"/>
              <a:gd name="T26" fmla="*/ 10 w 37"/>
              <a:gd name="T27" fmla="*/ 33 h 38"/>
              <a:gd name="T28" fmla="*/ 15 w 37"/>
              <a:gd name="T29" fmla="*/ 37 h 38"/>
              <a:gd name="T30" fmla="*/ 20 w 37"/>
              <a:gd name="T31" fmla="*/ 38 h 38"/>
              <a:gd name="T32" fmla="*/ 27 w 37"/>
              <a:gd name="T33" fmla="*/ 36 h 38"/>
              <a:gd name="T34" fmla="*/ 32 w 37"/>
              <a:gd name="T35" fmla="*/ 31 h 38"/>
              <a:gd name="T36" fmla="*/ 36 w 37"/>
              <a:gd name="T37" fmla="*/ 24 h 38"/>
              <a:gd name="T38" fmla="*/ 37 w 37"/>
              <a:gd name="T39" fmla="*/ 18 h 38"/>
              <a:gd name="T40" fmla="*/ 35 w 37"/>
              <a:gd name="T41" fmla="*/ 13 h 38"/>
              <a:gd name="T42" fmla="*/ 31 w 37"/>
              <a:gd name="T43" fmla="*/ 8 h 38"/>
              <a:gd name="T44" fmla="*/ 22 w 37"/>
              <a:gd name="T45" fmla="*/ 0 h 38"/>
              <a:gd name="T46" fmla="*/ 0 w 37"/>
              <a:gd name="T47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7" h="38">
                <a:moveTo>
                  <a:pt x="25" y="11"/>
                </a:moveTo>
                <a:cubicBezTo>
                  <a:pt x="28" y="13"/>
                  <a:pt x="29" y="14"/>
                  <a:pt x="29" y="15"/>
                </a:cubicBezTo>
                <a:cubicBezTo>
                  <a:pt x="30" y="16"/>
                  <a:pt x="31" y="17"/>
                  <a:pt x="31" y="18"/>
                </a:cubicBezTo>
                <a:cubicBezTo>
                  <a:pt x="31" y="19"/>
                  <a:pt x="31" y="20"/>
                  <a:pt x="30" y="21"/>
                </a:cubicBezTo>
                <a:cubicBezTo>
                  <a:pt x="30" y="23"/>
                  <a:pt x="28" y="24"/>
                  <a:pt x="27" y="26"/>
                </a:cubicBezTo>
                <a:cubicBezTo>
                  <a:pt x="25" y="28"/>
                  <a:pt x="24" y="29"/>
                  <a:pt x="22" y="30"/>
                </a:cubicBezTo>
                <a:cubicBezTo>
                  <a:pt x="21" y="31"/>
                  <a:pt x="20" y="32"/>
                  <a:pt x="19" y="32"/>
                </a:cubicBezTo>
                <a:cubicBezTo>
                  <a:pt x="18" y="32"/>
                  <a:pt x="17" y="31"/>
                  <a:pt x="16" y="31"/>
                </a:cubicBezTo>
                <a:cubicBezTo>
                  <a:pt x="15" y="31"/>
                  <a:pt x="14" y="30"/>
                  <a:pt x="13" y="29"/>
                </a:cubicBezTo>
                <a:cubicBezTo>
                  <a:pt x="9" y="25"/>
                  <a:pt x="9" y="25"/>
                  <a:pt x="9" y="25"/>
                </a:cubicBezTo>
                <a:cubicBezTo>
                  <a:pt x="23" y="9"/>
                  <a:pt x="23" y="9"/>
                  <a:pt x="23" y="9"/>
                </a:cubicBezTo>
                <a:lnTo>
                  <a:pt x="25" y="11"/>
                </a:lnTo>
                <a:close/>
                <a:moveTo>
                  <a:pt x="0" y="25"/>
                </a:moveTo>
                <a:cubicBezTo>
                  <a:pt x="10" y="33"/>
                  <a:pt x="10" y="33"/>
                  <a:pt x="10" y="33"/>
                </a:cubicBezTo>
                <a:cubicBezTo>
                  <a:pt x="12" y="35"/>
                  <a:pt x="13" y="36"/>
                  <a:pt x="15" y="37"/>
                </a:cubicBezTo>
                <a:cubicBezTo>
                  <a:pt x="17" y="37"/>
                  <a:pt x="18" y="38"/>
                  <a:pt x="20" y="38"/>
                </a:cubicBezTo>
                <a:cubicBezTo>
                  <a:pt x="22" y="38"/>
                  <a:pt x="24" y="37"/>
                  <a:pt x="27" y="36"/>
                </a:cubicBezTo>
                <a:cubicBezTo>
                  <a:pt x="28" y="34"/>
                  <a:pt x="30" y="33"/>
                  <a:pt x="32" y="31"/>
                </a:cubicBezTo>
                <a:cubicBezTo>
                  <a:pt x="34" y="28"/>
                  <a:pt x="35" y="26"/>
                  <a:pt x="36" y="24"/>
                </a:cubicBezTo>
                <a:cubicBezTo>
                  <a:pt x="37" y="22"/>
                  <a:pt x="37" y="20"/>
                  <a:pt x="37" y="18"/>
                </a:cubicBezTo>
                <a:cubicBezTo>
                  <a:pt x="37" y="16"/>
                  <a:pt x="36" y="14"/>
                  <a:pt x="35" y="13"/>
                </a:cubicBezTo>
                <a:cubicBezTo>
                  <a:pt x="35" y="11"/>
                  <a:pt x="33" y="10"/>
                  <a:pt x="31" y="8"/>
                </a:cubicBezTo>
                <a:cubicBezTo>
                  <a:pt x="22" y="0"/>
                  <a:pt x="22" y="0"/>
                  <a:pt x="22" y="0"/>
                </a:cubicBezTo>
                <a:lnTo>
                  <a:pt x="0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Freeform 37"/>
          <p:cNvSpPr>
            <a:spLocks noEditPoints="1"/>
          </p:cNvSpPr>
          <p:nvPr>
            <p:custDataLst>
              <p:tags r:id="rId34"/>
            </p:custDataLst>
          </p:nvPr>
        </p:nvSpPr>
        <p:spPr bwMode="auto">
          <a:xfrm>
            <a:off x="10784840" y="420370"/>
            <a:ext cx="27940" cy="25400"/>
          </a:xfrm>
          <a:custGeom>
            <a:avLst/>
            <a:gdLst>
              <a:gd name="T0" fmla="*/ 46 w 102"/>
              <a:gd name="T1" fmla="*/ 24 h 91"/>
              <a:gd name="T2" fmla="*/ 80 w 102"/>
              <a:gd name="T3" fmla="*/ 18 h 91"/>
              <a:gd name="T4" fmla="*/ 56 w 102"/>
              <a:gd name="T5" fmla="*/ 45 h 91"/>
              <a:gd name="T6" fmla="*/ 46 w 102"/>
              <a:gd name="T7" fmla="*/ 24 h 91"/>
              <a:gd name="T8" fmla="*/ 102 w 102"/>
              <a:gd name="T9" fmla="*/ 16 h 91"/>
              <a:gd name="T10" fmla="*/ 94 w 102"/>
              <a:gd name="T11" fmla="*/ 0 h 91"/>
              <a:gd name="T12" fmla="*/ 0 w 102"/>
              <a:gd name="T13" fmla="*/ 13 h 91"/>
              <a:gd name="T14" fmla="*/ 8 w 102"/>
              <a:gd name="T15" fmla="*/ 29 h 91"/>
              <a:gd name="T16" fmla="*/ 30 w 102"/>
              <a:gd name="T17" fmla="*/ 26 h 91"/>
              <a:gd name="T18" fmla="*/ 48 w 102"/>
              <a:gd name="T19" fmla="*/ 56 h 91"/>
              <a:gd name="T20" fmla="*/ 32 w 102"/>
              <a:gd name="T21" fmla="*/ 75 h 91"/>
              <a:gd name="T22" fmla="*/ 43 w 102"/>
              <a:gd name="T23" fmla="*/ 91 h 91"/>
              <a:gd name="T24" fmla="*/ 102 w 102"/>
              <a:gd name="T25" fmla="*/ 16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2" h="91">
                <a:moveTo>
                  <a:pt x="46" y="24"/>
                </a:moveTo>
                <a:lnTo>
                  <a:pt x="80" y="18"/>
                </a:lnTo>
                <a:lnTo>
                  <a:pt x="56" y="45"/>
                </a:lnTo>
                <a:lnTo>
                  <a:pt x="46" y="24"/>
                </a:lnTo>
                <a:close/>
                <a:moveTo>
                  <a:pt x="102" y="16"/>
                </a:moveTo>
                <a:lnTo>
                  <a:pt x="94" y="0"/>
                </a:lnTo>
                <a:lnTo>
                  <a:pt x="0" y="13"/>
                </a:lnTo>
                <a:lnTo>
                  <a:pt x="8" y="29"/>
                </a:lnTo>
                <a:lnTo>
                  <a:pt x="30" y="26"/>
                </a:lnTo>
                <a:lnTo>
                  <a:pt x="48" y="56"/>
                </a:lnTo>
                <a:lnTo>
                  <a:pt x="32" y="75"/>
                </a:lnTo>
                <a:lnTo>
                  <a:pt x="43" y="91"/>
                </a:lnTo>
                <a:lnTo>
                  <a:pt x="102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9" name="Freeform 38"/>
          <p:cNvSpPr/>
          <p:nvPr>
            <p:custDataLst>
              <p:tags r:id="rId35"/>
            </p:custDataLst>
          </p:nvPr>
        </p:nvSpPr>
        <p:spPr bwMode="auto">
          <a:xfrm>
            <a:off x="10775315" y="391160"/>
            <a:ext cx="29210" cy="26670"/>
          </a:xfrm>
          <a:custGeom>
            <a:avLst/>
            <a:gdLst>
              <a:gd name="T0" fmla="*/ 0 w 106"/>
              <a:gd name="T1" fmla="*/ 29 h 96"/>
              <a:gd name="T2" fmla="*/ 82 w 106"/>
              <a:gd name="T3" fmla="*/ 0 h 96"/>
              <a:gd name="T4" fmla="*/ 88 w 106"/>
              <a:gd name="T5" fmla="*/ 19 h 96"/>
              <a:gd name="T6" fmla="*/ 56 w 106"/>
              <a:gd name="T7" fmla="*/ 29 h 96"/>
              <a:gd name="T8" fmla="*/ 66 w 106"/>
              <a:gd name="T9" fmla="*/ 62 h 96"/>
              <a:gd name="T10" fmla="*/ 101 w 106"/>
              <a:gd name="T11" fmla="*/ 51 h 96"/>
              <a:gd name="T12" fmla="*/ 106 w 106"/>
              <a:gd name="T13" fmla="*/ 67 h 96"/>
              <a:gd name="T14" fmla="*/ 24 w 106"/>
              <a:gd name="T15" fmla="*/ 96 h 96"/>
              <a:gd name="T16" fmla="*/ 16 w 106"/>
              <a:gd name="T17" fmla="*/ 80 h 96"/>
              <a:gd name="T18" fmla="*/ 53 w 106"/>
              <a:gd name="T19" fmla="*/ 67 h 96"/>
              <a:gd name="T20" fmla="*/ 42 w 106"/>
              <a:gd name="T21" fmla="*/ 35 h 96"/>
              <a:gd name="T22" fmla="*/ 5 w 106"/>
              <a:gd name="T23" fmla="*/ 48 h 96"/>
              <a:gd name="T24" fmla="*/ 0 w 106"/>
              <a:gd name="T25" fmla="*/ 29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6" h="96">
                <a:moveTo>
                  <a:pt x="0" y="29"/>
                </a:moveTo>
                <a:lnTo>
                  <a:pt x="82" y="0"/>
                </a:lnTo>
                <a:lnTo>
                  <a:pt x="88" y="19"/>
                </a:lnTo>
                <a:lnTo>
                  <a:pt x="56" y="29"/>
                </a:lnTo>
                <a:lnTo>
                  <a:pt x="66" y="62"/>
                </a:lnTo>
                <a:lnTo>
                  <a:pt x="101" y="51"/>
                </a:lnTo>
                <a:lnTo>
                  <a:pt x="106" y="67"/>
                </a:lnTo>
                <a:lnTo>
                  <a:pt x="24" y="96"/>
                </a:lnTo>
                <a:lnTo>
                  <a:pt x="16" y="80"/>
                </a:lnTo>
                <a:lnTo>
                  <a:pt x="53" y="67"/>
                </a:lnTo>
                <a:lnTo>
                  <a:pt x="42" y="35"/>
                </a:lnTo>
                <a:lnTo>
                  <a:pt x="5" y="48"/>
                </a:lnTo>
                <a:lnTo>
                  <a:pt x="0" y="2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0" name="Freeform 39"/>
          <p:cNvSpPr/>
          <p:nvPr>
            <p:custDataLst>
              <p:tags r:id="rId36"/>
            </p:custDataLst>
          </p:nvPr>
        </p:nvSpPr>
        <p:spPr bwMode="auto">
          <a:xfrm>
            <a:off x="10770235" y="369570"/>
            <a:ext cx="26035" cy="20955"/>
          </a:xfrm>
          <a:custGeom>
            <a:avLst/>
            <a:gdLst>
              <a:gd name="T0" fmla="*/ 9 w 35"/>
              <a:gd name="T1" fmla="*/ 1 h 28"/>
              <a:gd name="T2" fmla="*/ 11 w 35"/>
              <a:gd name="T3" fmla="*/ 8 h 28"/>
              <a:gd name="T4" fmla="*/ 7 w 35"/>
              <a:gd name="T5" fmla="*/ 11 h 28"/>
              <a:gd name="T6" fmla="*/ 6 w 35"/>
              <a:gd name="T7" fmla="*/ 16 h 28"/>
              <a:gd name="T8" fmla="*/ 8 w 35"/>
              <a:gd name="T9" fmla="*/ 20 h 28"/>
              <a:gd name="T10" fmla="*/ 12 w 35"/>
              <a:gd name="T11" fmla="*/ 21 h 28"/>
              <a:gd name="T12" fmla="*/ 14 w 35"/>
              <a:gd name="T13" fmla="*/ 20 h 28"/>
              <a:gd name="T14" fmla="*/ 15 w 35"/>
              <a:gd name="T15" fmla="*/ 18 h 28"/>
              <a:gd name="T16" fmla="*/ 15 w 35"/>
              <a:gd name="T17" fmla="*/ 12 h 28"/>
              <a:gd name="T18" fmla="*/ 17 w 35"/>
              <a:gd name="T19" fmla="*/ 4 h 28"/>
              <a:gd name="T20" fmla="*/ 23 w 35"/>
              <a:gd name="T21" fmla="*/ 0 h 28"/>
              <a:gd name="T22" fmla="*/ 28 w 35"/>
              <a:gd name="T23" fmla="*/ 1 h 28"/>
              <a:gd name="T24" fmla="*/ 32 w 35"/>
              <a:gd name="T25" fmla="*/ 4 h 28"/>
              <a:gd name="T26" fmla="*/ 34 w 35"/>
              <a:gd name="T27" fmla="*/ 10 h 28"/>
              <a:gd name="T28" fmla="*/ 33 w 35"/>
              <a:gd name="T29" fmla="*/ 20 h 28"/>
              <a:gd name="T30" fmla="*/ 27 w 35"/>
              <a:gd name="T31" fmla="*/ 24 h 28"/>
              <a:gd name="T32" fmla="*/ 25 w 35"/>
              <a:gd name="T33" fmla="*/ 18 h 28"/>
              <a:gd name="T34" fmla="*/ 28 w 35"/>
              <a:gd name="T35" fmla="*/ 16 h 28"/>
              <a:gd name="T36" fmla="*/ 29 w 35"/>
              <a:gd name="T37" fmla="*/ 11 h 28"/>
              <a:gd name="T38" fmla="*/ 27 w 35"/>
              <a:gd name="T39" fmla="*/ 7 h 28"/>
              <a:gd name="T40" fmla="*/ 25 w 35"/>
              <a:gd name="T41" fmla="*/ 6 h 28"/>
              <a:gd name="T42" fmla="*/ 23 w 35"/>
              <a:gd name="T43" fmla="*/ 8 h 28"/>
              <a:gd name="T44" fmla="*/ 22 w 35"/>
              <a:gd name="T45" fmla="*/ 14 h 28"/>
              <a:gd name="T46" fmla="*/ 21 w 35"/>
              <a:gd name="T47" fmla="*/ 22 h 28"/>
              <a:gd name="T48" fmla="*/ 18 w 35"/>
              <a:gd name="T49" fmla="*/ 26 h 28"/>
              <a:gd name="T50" fmla="*/ 13 w 35"/>
              <a:gd name="T51" fmla="*/ 28 h 28"/>
              <a:gd name="T52" fmla="*/ 7 w 35"/>
              <a:gd name="T53" fmla="*/ 27 h 28"/>
              <a:gd name="T54" fmla="*/ 3 w 35"/>
              <a:gd name="T55" fmla="*/ 24 h 28"/>
              <a:gd name="T56" fmla="*/ 0 w 35"/>
              <a:gd name="T57" fmla="*/ 17 h 28"/>
              <a:gd name="T58" fmla="*/ 2 w 35"/>
              <a:gd name="T59" fmla="*/ 7 h 28"/>
              <a:gd name="T60" fmla="*/ 9 w 35"/>
              <a:gd name="T61" fmla="*/ 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5" h="28">
                <a:moveTo>
                  <a:pt x="9" y="1"/>
                </a:moveTo>
                <a:cubicBezTo>
                  <a:pt x="11" y="8"/>
                  <a:pt x="11" y="8"/>
                  <a:pt x="11" y="8"/>
                </a:cubicBezTo>
                <a:cubicBezTo>
                  <a:pt x="9" y="8"/>
                  <a:pt x="7" y="10"/>
                  <a:pt x="7" y="11"/>
                </a:cubicBezTo>
                <a:cubicBezTo>
                  <a:pt x="6" y="12"/>
                  <a:pt x="6" y="14"/>
                  <a:pt x="6" y="16"/>
                </a:cubicBezTo>
                <a:cubicBezTo>
                  <a:pt x="6" y="18"/>
                  <a:pt x="7" y="19"/>
                  <a:pt x="8" y="20"/>
                </a:cubicBezTo>
                <a:cubicBezTo>
                  <a:pt x="9" y="21"/>
                  <a:pt x="10" y="22"/>
                  <a:pt x="12" y="21"/>
                </a:cubicBezTo>
                <a:cubicBezTo>
                  <a:pt x="12" y="21"/>
                  <a:pt x="13" y="21"/>
                  <a:pt x="14" y="20"/>
                </a:cubicBezTo>
                <a:cubicBezTo>
                  <a:pt x="14" y="20"/>
                  <a:pt x="14" y="19"/>
                  <a:pt x="15" y="18"/>
                </a:cubicBezTo>
                <a:cubicBezTo>
                  <a:pt x="15" y="17"/>
                  <a:pt x="15" y="15"/>
                  <a:pt x="15" y="12"/>
                </a:cubicBezTo>
                <a:cubicBezTo>
                  <a:pt x="15" y="9"/>
                  <a:pt x="16" y="6"/>
                  <a:pt x="17" y="4"/>
                </a:cubicBezTo>
                <a:cubicBezTo>
                  <a:pt x="18" y="2"/>
                  <a:pt x="20" y="1"/>
                  <a:pt x="23" y="0"/>
                </a:cubicBezTo>
                <a:cubicBezTo>
                  <a:pt x="25" y="0"/>
                  <a:pt x="26" y="0"/>
                  <a:pt x="28" y="1"/>
                </a:cubicBezTo>
                <a:cubicBezTo>
                  <a:pt x="29" y="2"/>
                  <a:pt x="31" y="3"/>
                  <a:pt x="32" y="4"/>
                </a:cubicBezTo>
                <a:cubicBezTo>
                  <a:pt x="33" y="6"/>
                  <a:pt x="34" y="8"/>
                  <a:pt x="34" y="10"/>
                </a:cubicBezTo>
                <a:cubicBezTo>
                  <a:pt x="35" y="14"/>
                  <a:pt x="35" y="18"/>
                  <a:pt x="33" y="20"/>
                </a:cubicBezTo>
                <a:cubicBezTo>
                  <a:pt x="32" y="22"/>
                  <a:pt x="30" y="24"/>
                  <a:pt x="27" y="24"/>
                </a:cubicBezTo>
                <a:cubicBezTo>
                  <a:pt x="25" y="18"/>
                  <a:pt x="25" y="18"/>
                  <a:pt x="25" y="18"/>
                </a:cubicBezTo>
                <a:cubicBezTo>
                  <a:pt x="27" y="17"/>
                  <a:pt x="28" y="17"/>
                  <a:pt x="28" y="16"/>
                </a:cubicBezTo>
                <a:cubicBezTo>
                  <a:pt x="29" y="15"/>
                  <a:pt x="29" y="13"/>
                  <a:pt x="29" y="11"/>
                </a:cubicBezTo>
                <a:cubicBezTo>
                  <a:pt x="28" y="9"/>
                  <a:pt x="28" y="8"/>
                  <a:pt x="27" y="7"/>
                </a:cubicBezTo>
                <a:cubicBezTo>
                  <a:pt x="26" y="7"/>
                  <a:pt x="25" y="6"/>
                  <a:pt x="25" y="6"/>
                </a:cubicBezTo>
                <a:cubicBezTo>
                  <a:pt x="24" y="7"/>
                  <a:pt x="23" y="7"/>
                  <a:pt x="23" y="8"/>
                </a:cubicBezTo>
                <a:cubicBezTo>
                  <a:pt x="22" y="9"/>
                  <a:pt x="22" y="11"/>
                  <a:pt x="22" y="14"/>
                </a:cubicBezTo>
                <a:cubicBezTo>
                  <a:pt x="21" y="17"/>
                  <a:pt x="21" y="20"/>
                  <a:pt x="21" y="22"/>
                </a:cubicBezTo>
                <a:cubicBezTo>
                  <a:pt x="20" y="23"/>
                  <a:pt x="19" y="25"/>
                  <a:pt x="18" y="26"/>
                </a:cubicBezTo>
                <a:cubicBezTo>
                  <a:pt x="17" y="27"/>
                  <a:pt x="15" y="28"/>
                  <a:pt x="13" y="28"/>
                </a:cubicBezTo>
                <a:cubicBezTo>
                  <a:pt x="11" y="28"/>
                  <a:pt x="9" y="28"/>
                  <a:pt x="7" y="27"/>
                </a:cubicBezTo>
                <a:cubicBezTo>
                  <a:pt x="6" y="27"/>
                  <a:pt x="4" y="25"/>
                  <a:pt x="3" y="24"/>
                </a:cubicBezTo>
                <a:cubicBezTo>
                  <a:pt x="2" y="22"/>
                  <a:pt x="1" y="20"/>
                  <a:pt x="0" y="17"/>
                </a:cubicBezTo>
                <a:cubicBezTo>
                  <a:pt x="0" y="13"/>
                  <a:pt x="0" y="9"/>
                  <a:pt x="2" y="7"/>
                </a:cubicBezTo>
                <a:cubicBezTo>
                  <a:pt x="3" y="4"/>
                  <a:pt x="6" y="3"/>
                  <a:pt x="9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1" name="Freeform 40"/>
          <p:cNvSpPr/>
          <p:nvPr>
            <p:custDataLst>
              <p:tags r:id="rId37"/>
            </p:custDataLst>
          </p:nvPr>
        </p:nvSpPr>
        <p:spPr bwMode="auto">
          <a:xfrm>
            <a:off x="10937240" y="490220"/>
            <a:ext cx="21590" cy="26035"/>
          </a:xfrm>
          <a:custGeom>
            <a:avLst/>
            <a:gdLst>
              <a:gd name="T0" fmla="*/ 0 w 29"/>
              <a:gd name="T1" fmla="*/ 3 h 35"/>
              <a:gd name="T2" fmla="*/ 7 w 29"/>
              <a:gd name="T3" fmla="*/ 2 h 35"/>
              <a:gd name="T4" fmla="*/ 9 w 29"/>
              <a:gd name="T5" fmla="*/ 20 h 35"/>
              <a:gd name="T6" fmla="*/ 9 w 29"/>
              <a:gd name="T7" fmla="*/ 25 h 35"/>
              <a:gd name="T8" fmla="*/ 12 w 29"/>
              <a:gd name="T9" fmla="*/ 28 h 35"/>
              <a:gd name="T10" fmla="*/ 16 w 29"/>
              <a:gd name="T11" fmla="*/ 29 h 35"/>
              <a:gd name="T12" fmla="*/ 20 w 29"/>
              <a:gd name="T13" fmla="*/ 28 h 35"/>
              <a:gd name="T14" fmla="*/ 22 w 29"/>
              <a:gd name="T15" fmla="*/ 25 h 35"/>
              <a:gd name="T16" fmla="*/ 22 w 29"/>
              <a:gd name="T17" fmla="*/ 19 h 35"/>
              <a:gd name="T18" fmla="*/ 20 w 29"/>
              <a:gd name="T19" fmla="*/ 1 h 35"/>
              <a:gd name="T20" fmla="*/ 27 w 29"/>
              <a:gd name="T21" fmla="*/ 0 h 35"/>
              <a:gd name="T22" fmla="*/ 28 w 29"/>
              <a:gd name="T23" fmla="*/ 18 h 35"/>
              <a:gd name="T24" fmla="*/ 28 w 29"/>
              <a:gd name="T25" fmla="*/ 26 h 35"/>
              <a:gd name="T26" fmla="*/ 27 w 29"/>
              <a:gd name="T27" fmla="*/ 30 h 35"/>
              <a:gd name="T28" fmla="*/ 23 w 29"/>
              <a:gd name="T29" fmla="*/ 33 h 35"/>
              <a:gd name="T30" fmla="*/ 17 w 29"/>
              <a:gd name="T31" fmla="*/ 35 h 35"/>
              <a:gd name="T32" fmla="*/ 10 w 29"/>
              <a:gd name="T33" fmla="*/ 34 h 35"/>
              <a:gd name="T34" fmla="*/ 6 w 29"/>
              <a:gd name="T35" fmla="*/ 32 h 35"/>
              <a:gd name="T36" fmla="*/ 3 w 29"/>
              <a:gd name="T37" fmla="*/ 28 h 35"/>
              <a:gd name="T38" fmla="*/ 2 w 29"/>
              <a:gd name="T39" fmla="*/ 20 h 35"/>
              <a:gd name="T40" fmla="*/ 0 w 29"/>
              <a:gd name="T41" fmla="*/ 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5">
                <a:moveTo>
                  <a:pt x="0" y="3"/>
                </a:moveTo>
                <a:cubicBezTo>
                  <a:pt x="7" y="2"/>
                  <a:pt x="7" y="2"/>
                  <a:pt x="7" y="2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3"/>
                  <a:pt x="9" y="25"/>
                  <a:pt x="9" y="25"/>
                </a:cubicBezTo>
                <a:cubicBezTo>
                  <a:pt x="10" y="27"/>
                  <a:pt x="11" y="28"/>
                  <a:pt x="12" y="28"/>
                </a:cubicBezTo>
                <a:cubicBezTo>
                  <a:pt x="13" y="29"/>
                  <a:pt x="14" y="29"/>
                  <a:pt x="16" y="29"/>
                </a:cubicBezTo>
                <a:cubicBezTo>
                  <a:pt x="18" y="29"/>
                  <a:pt x="19" y="29"/>
                  <a:pt x="20" y="28"/>
                </a:cubicBezTo>
                <a:cubicBezTo>
                  <a:pt x="21" y="27"/>
                  <a:pt x="22" y="26"/>
                  <a:pt x="22" y="25"/>
                </a:cubicBezTo>
                <a:cubicBezTo>
                  <a:pt x="22" y="24"/>
                  <a:pt x="22" y="22"/>
                  <a:pt x="22" y="19"/>
                </a:cubicBezTo>
                <a:cubicBezTo>
                  <a:pt x="20" y="1"/>
                  <a:pt x="20" y="1"/>
                  <a:pt x="20" y="1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18"/>
                  <a:pt x="28" y="18"/>
                  <a:pt x="28" y="18"/>
                </a:cubicBezTo>
                <a:cubicBezTo>
                  <a:pt x="29" y="22"/>
                  <a:pt x="29" y="24"/>
                  <a:pt x="28" y="26"/>
                </a:cubicBezTo>
                <a:cubicBezTo>
                  <a:pt x="28" y="28"/>
                  <a:pt x="28" y="29"/>
                  <a:pt x="27" y="30"/>
                </a:cubicBezTo>
                <a:cubicBezTo>
                  <a:pt x="26" y="32"/>
                  <a:pt x="25" y="33"/>
                  <a:pt x="23" y="33"/>
                </a:cubicBezTo>
                <a:cubicBezTo>
                  <a:pt x="22" y="34"/>
                  <a:pt x="20" y="35"/>
                  <a:pt x="17" y="35"/>
                </a:cubicBezTo>
                <a:cubicBezTo>
                  <a:pt x="14" y="35"/>
                  <a:pt x="11" y="35"/>
                  <a:pt x="10" y="34"/>
                </a:cubicBezTo>
                <a:cubicBezTo>
                  <a:pt x="8" y="34"/>
                  <a:pt x="7" y="33"/>
                  <a:pt x="6" y="32"/>
                </a:cubicBezTo>
                <a:cubicBezTo>
                  <a:pt x="5" y="31"/>
                  <a:pt x="4" y="30"/>
                  <a:pt x="3" y="28"/>
                </a:cubicBezTo>
                <a:cubicBezTo>
                  <a:pt x="3" y="27"/>
                  <a:pt x="2" y="24"/>
                  <a:pt x="2" y="20"/>
                </a:cubicBezTo>
                <a:lnTo>
                  <a:pt x="0" y="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2" name="Freeform 41"/>
          <p:cNvSpPr/>
          <p:nvPr>
            <p:custDataLst>
              <p:tags r:id="rId38"/>
            </p:custDataLst>
          </p:nvPr>
        </p:nvSpPr>
        <p:spPr bwMode="auto">
          <a:xfrm>
            <a:off x="10961370" y="484505"/>
            <a:ext cx="26035" cy="29210"/>
          </a:xfrm>
          <a:custGeom>
            <a:avLst/>
            <a:gdLst>
              <a:gd name="T0" fmla="*/ 24 w 93"/>
              <a:gd name="T1" fmla="*/ 105 h 105"/>
              <a:gd name="T2" fmla="*/ 0 w 93"/>
              <a:gd name="T3" fmla="*/ 19 h 105"/>
              <a:gd name="T4" fmla="*/ 18 w 93"/>
              <a:gd name="T5" fmla="*/ 16 h 105"/>
              <a:gd name="T6" fmla="*/ 69 w 93"/>
              <a:gd name="T7" fmla="*/ 62 h 105"/>
              <a:gd name="T8" fmla="*/ 53 w 93"/>
              <a:gd name="T9" fmla="*/ 6 h 105"/>
              <a:gd name="T10" fmla="*/ 69 w 93"/>
              <a:gd name="T11" fmla="*/ 0 h 105"/>
              <a:gd name="T12" fmla="*/ 93 w 93"/>
              <a:gd name="T13" fmla="*/ 86 h 105"/>
              <a:gd name="T14" fmla="*/ 75 w 93"/>
              <a:gd name="T15" fmla="*/ 91 h 105"/>
              <a:gd name="T16" fmla="*/ 24 w 93"/>
              <a:gd name="T17" fmla="*/ 43 h 105"/>
              <a:gd name="T18" fmla="*/ 40 w 93"/>
              <a:gd name="T19" fmla="*/ 99 h 105"/>
              <a:gd name="T20" fmla="*/ 24 w 93"/>
              <a:gd name="T21" fmla="*/ 105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3" h="105">
                <a:moveTo>
                  <a:pt x="24" y="105"/>
                </a:moveTo>
                <a:lnTo>
                  <a:pt x="0" y="19"/>
                </a:lnTo>
                <a:lnTo>
                  <a:pt x="18" y="16"/>
                </a:lnTo>
                <a:lnTo>
                  <a:pt x="69" y="62"/>
                </a:lnTo>
                <a:lnTo>
                  <a:pt x="53" y="6"/>
                </a:lnTo>
                <a:lnTo>
                  <a:pt x="69" y="0"/>
                </a:lnTo>
                <a:lnTo>
                  <a:pt x="93" y="86"/>
                </a:lnTo>
                <a:lnTo>
                  <a:pt x="75" y="91"/>
                </a:lnTo>
                <a:lnTo>
                  <a:pt x="24" y="43"/>
                </a:lnTo>
                <a:lnTo>
                  <a:pt x="40" y="99"/>
                </a:lnTo>
                <a:lnTo>
                  <a:pt x="24" y="10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3" name="Freeform 42"/>
          <p:cNvSpPr/>
          <p:nvPr>
            <p:custDataLst>
              <p:tags r:id="rId39"/>
            </p:custDataLst>
          </p:nvPr>
        </p:nvSpPr>
        <p:spPr bwMode="auto">
          <a:xfrm>
            <a:off x="10985500" y="480695"/>
            <a:ext cx="13970" cy="24130"/>
          </a:xfrm>
          <a:custGeom>
            <a:avLst/>
            <a:gdLst>
              <a:gd name="T0" fmla="*/ 35 w 51"/>
              <a:gd name="T1" fmla="*/ 88 h 88"/>
              <a:gd name="T2" fmla="*/ 0 w 51"/>
              <a:gd name="T3" fmla="*/ 5 h 88"/>
              <a:gd name="T4" fmla="*/ 16 w 51"/>
              <a:gd name="T5" fmla="*/ 0 h 88"/>
              <a:gd name="T6" fmla="*/ 51 w 51"/>
              <a:gd name="T7" fmla="*/ 80 h 88"/>
              <a:gd name="T8" fmla="*/ 35 w 51"/>
              <a:gd name="T9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88">
                <a:moveTo>
                  <a:pt x="35" y="88"/>
                </a:moveTo>
                <a:lnTo>
                  <a:pt x="0" y="5"/>
                </a:lnTo>
                <a:lnTo>
                  <a:pt x="16" y="0"/>
                </a:lnTo>
                <a:lnTo>
                  <a:pt x="51" y="80"/>
                </a:lnTo>
                <a:lnTo>
                  <a:pt x="35" y="8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Freeform 43"/>
          <p:cNvSpPr/>
          <p:nvPr>
            <p:custDataLst>
              <p:tags r:id="rId40"/>
            </p:custDataLst>
          </p:nvPr>
        </p:nvSpPr>
        <p:spPr bwMode="auto">
          <a:xfrm>
            <a:off x="10991850" y="468630"/>
            <a:ext cx="24130" cy="27940"/>
          </a:xfrm>
          <a:custGeom>
            <a:avLst/>
            <a:gdLst>
              <a:gd name="T0" fmla="*/ 72 w 88"/>
              <a:gd name="T1" fmla="*/ 102 h 102"/>
              <a:gd name="T2" fmla="*/ 0 w 88"/>
              <a:gd name="T3" fmla="*/ 40 h 102"/>
              <a:gd name="T4" fmla="*/ 19 w 88"/>
              <a:gd name="T5" fmla="*/ 32 h 102"/>
              <a:gd name="T6" fmla="*/ 70 w 88"/>
              <a:gd name="T7" fmla="*/ 78 h 102"/>
              <a:gd name="T8" fmla="*/ 56 w 88"/>
              <a:gd name="T9" fmla="*/ 11 h 102"/>
              <a:gd name="T10" fmla="*/ 72 w 88"/>
              <a:gd name="T11" fmla="*/ 0 h 102"/>
              <a:gd name="T12" fmla="*/ 88 w 88"/>
              <a:gd name="T13" fmla="*/ 94 h 102"/>
              <a:gd name="T14" fmla="*/ 72 w 88"/>
              <a:gd name="T15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8" h="102">
                <a:moveTo>
                  <a:pt x="72" y="102"/>
                </a:moveTo>
                <a:lnTo>
                  <a:pt x="0" y="40"/>
                </a:lnTo>
                <a:lnTo>
                  <a:pt x="19" y="32"/>
                </a:lnTo>
                <a:lnTo>
                  <a:pt x="70" y="78"/>
                </a:lnTo>
                <a:lnTo>
                  <a:pt x="56" y="11"/>
                </a:lnTo>
                <a:lnTo>
                  <a:pt x="72" y="0"/>
                </a:lnTo>
                <a:lnTo>
                  <a:pt x="88" y="94"/>
                </a:lnTo>
                <a:lnTo>
                  <a:pt x="72" y="10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Freeform 44"/>
          <p:cNvSpPr/>
          <p:nvPr>
            <p:custDataLst>
              <p:tags r:id="rId41"/>
            </p:custDataLst>
          </p:nvPr>
        </p:nvSpPr>
        <p:spPr bwMode="auto">
          <a:xfrm>
            <a:off x="11014075" y="455930"/>
            <a:ext cx="29845" cy="30480"/>
          </a:xfrm>
          <a:custGeom>
            <a:avLst/>
            <a:gdLst>
              <a:gd name="T0" fmla="*/ 57 w 107"/>
              <a:gd name="T1" fmla="*/ 110 h 110"/>
              <a:gd name="T2" fmla="*/ 0 w 107"/>
              <a:gd name="T3" fmla="*/ 40 h 110"/>
              <a:gd name="T4" fmla="*/ 51 w 107"/>
              <a:gd name="T5" fmla="*/ 0 h 110"/>
              <a:gd name="T6" fmla="*/ 62 w 107"/>
              <a:gd name="T7" fmla="*/ 11 h 110"/>
              <a:gd name="T8" fmla="*/ 24 w 107"/>
              <a:gd name="T9" fmla="*/ 40 h 110"/>
              <a:gd name="T10" fmla="*/ 35 w 107"/>
              <a:gd name="T11" fmla="*/ 57 h 110"/>
              <a:gd name="T12" fmla="*/ 70 w 107"/>
              <a:gd name="T13" fmla="*/ 30 h 110"/>
              <a:gd name="T14" fmla="*/ 81 w 107"/>
              <a:gd name="T15" fmla="*/ 40 h 110"/>
              <a:gd name="T16" fmla="*/ 46 w 107"/>
              <a:gd name="T17" fmla="*/ 67 h 110"/>
              <a:gd name="T18" fmla="*/ 59 w 107"/>
              <a:gd name="T19" fmla="*/ 86 h 110"/>
              <a:gd name="T20" fmla="*/ 99 w 107"/>
              <a:gd name="T21" fmla="*/ 57 h 110"/>
              <a:gd name="T22" fmla="*/ 107 w 107"/>
              <a:gd name="T23" fmla="*/ 67 h 110"/>
              <a:gd name="T24" fmla="*/ 57 w 107"/>
              <a:gd name="T25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7" h="110">
                <a:moveTo>
                  <a:pt x="57" y="110"/>
                </a:moveTo>
                <a:lnTo>
                  <a:pt x="0" y="40"/>
                </a:lnTo>
                <a:lnTo>
                  <a:pt x="51" y="0"/>
                </a:lnTo>
                <a:lnTo>
                  <a:pt x="62" y="11"/>
                </a:lnTo>
                <a:lnTo>
                  <a:pt x="24" y="40"/>
                </a:lnTo>
                <a:lnTo>
                  <a:pt x="35" y="57"/>
                </a:lnTo>
                <a:lnTo>
                  <a:pt x="70" y="30"/>
                </a:lnTo>
                <a:lnTo>
                  <a:pt x="81" y="40"/>
                </a:lnTo>
                <a:lnTo>
                  <a:pt x="46" y="67"/>
                </a:lnTo>
                <a:lnTo>
                  <a:pt x="59" y="86"/>
                </a:lnTo>
                <a:lnTo>
                  <a:pt x="99" y="57"/>
                </a:lnTo>
                <a:lnTo>
                  <a:pt x="107" y="67"/>
                </a:lnTo>
                <a:lnTo>
                  <a:pt x="57" y="1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Freeform 45"/>
          <p:cNvSpPr>
            <a:spLocks noEditPoints="1"/>
          </p:cNvSpPr>
          <p:nvPr>
            <p:custDataLst>
              <p:tags r:id="rId42"/>
            </p:custDataLst>
          </p:nvPr>
        </p:nvSpPr>
        <p:spPr bwMode="auto">
          <a:xfrm>
            <a:off x="11031855" y="440690"/>
            <a:ext cx="32385" cy="29210"/>
          </a:xfrm>
          <a:custGeom>
            <a:avLst/>
            <a:gdLst>
              <a:gd name="T0" fmla="*/ 8 w 44"/>
              <a:gd name="T1" fmla="*/ 16 h 39"/>
              <a:gd name="T2" fmla="*/ 12 w 44"/>
              <a:gd name="T3" fmla="*/ 12 h 39"/>
              <a:gd name="T4" fmla="*/ 15 w 44"/>
              <a:gd name="T5" fmla="*/ 8 h 39"/>
              <a:gd name="T6" fmla="*/ 18 w 44"/>
              <a:gd name="T7" fmla="*/ 7 h 39"/>
              <a:gd name="T8" fmla="*/ 21 w 44"/>
              <a:gd name="T9" fmla="*/ 9 h 39"/>
              <a:gd name="T10" fmla="*/ 22 w 44"/>
              <a:gd name="T11" fmla="*/ 11 h 39"/>
              <a:gd name="T12" fmla="*/ 22 w 44"/>
              <a:gd name="T13" fmla="*/ 13 h 39"/>
              <a:gd name="T14" fmla="*/ 18 w 44"/>
              <a:gd name="T15" fmla="*/ 18 h 39"/>
              <a:gd name="T16" fmla="*/ 15 w 44"/>
              <a:gd name="T17" fmla="*/ 21 h 39"/>
              <a:gd name="T18" fmla="*/ 8 w 44"/>
              <a:gd name="T19" fmla="*/ 16 h 39"/>
              <a:gd name="T20" fmla="*/ 29 w 44"/>
              <a:gd name="T21" fmla="*/ 34 h 39"/>
              <a:gd name="T22" fmla="*/ 19 w 44"/>
              <a:gd name="T23" fmla="*/ 25 h 39"/>
              <a:gd name="T24" fmla="*/ 19 w 44"/>
              <a:gd name="T25" fmla="*/ 24 h 39"/>
              <a:gd name="T26" fmla="*/ 22 w 44"/>
              <a:gd name="T27" fmla="*/ 22 h 39"/>
              <a:gd name="T28" fmla="*/ 24 w 44"/>
              <a:gd name="T29" fmla="*/ 21 h 39"/>
              <a:gd name="T30" fmla="*/ 30 w 44"/>
              <a:gd name="T31" fmla="*/ 22 h 39"/>
              <a:gd name="T32" fmla="*/ 39 w 44"/>
              <a:gd name="T33" fmla="*/ 23 h 39"/>
              <a:gd name="T34" fmla="*/ 44 w 44"/>
              <a:gd name="T35" fmla="*/ 17 h 39"/>
              <a:gd name="T36" fmla="*/ 37 w 44"/>
              <a:gd name="T37" fmla="*/ 16 h 39"/>
              <a:gd name="T38" fmla="*/ 30 w 44"/>
              <a:gd name="T39" fmla="*/ 15 h 39"/>
              <a:gd name="T40" fmla="*/ 26 w 44"/>
              <a:gd name="T41" fmla="*/ 16 h 39"/>
              <a:gd name="T42" fmla="*/ 28 w 44"/>
              <a:gd name="T43" fmla="*/ 9 h 39"/>
              <a:gd name="T44" fmla="*/ 25 w 44"/>
              <a:gd name="T45" fmla="*/ 3 h 39"/>
              <a:gd name="T46" fmla="*/ 20 w 44"/>
              <a:gd name="T47" fmla="*/ 1 h 39"/>
              <a:gd name="T48" fmla="*/ 15 w 44"/>
              <a:gd name="T49" fmla="*/ 1 h 39"/>
              <a:gd name="T50" fmla="*/ 9 w 44"/>
              <a:gd name="T51" fmla="*/ 6 h 39"/>
              <a:gd name="T52" fmla="*/ 0 w 44"/>
              <a:gd name="T53" fmla="*/ 17 h 39"/>
              <a:gd name="T54" fmla="*/ 24 w 44"/>
              <a:gd name="T55" fmla="*/ 39 h 39"/>
              <a:gd name="T56" fmla="*/ 29 w 44"/>
              <a:gd name="T57" fmla="*/ 34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4" h="39">
                <a:moveTo>
                  <a:pt x="8" y="16"/>
                </a:moveTo>
                <a:cubicBezTo>
                  <a:pt x="12" y="12"/>
                  <a:pt x="12" y="12"/>
                  <a:pt x="12" y="12"/>
                </a:cubicBezTo>
                <a:cubicBezTo>
                  <a:pt x="14" y="10"/>
                  <a:pt x="15" y="9"/>
                  <a:pt x="15" y="8"/>
                </a:cubicBezTo>
                <a:cubicBezTo>
                  <a:pt x="16" y="8"/>
                  <a:pt x="17" y="7"/>
                  <a:pt x="18" y="7"/>
                </a:cubicBezTo>
                <a:cubicBezTo>
                  <a:pt x="19" y="7"/>
                  <a:pt x="20" y="8"/>
                  <a:pt x="21" y="9"/>
                </a:cubicBezTo>
                <a:cubicBezTo>
                  <a:pt x="21" y="9"/>
                  <a:pt x="22" y="10"/>
                  <a:pt x="22" y="11"/>
                </a:cubicBezTo>
                <a:cubicBezTo>
                  <a:pt x="22" y="11"/>
                  <a:pt x="22" y="12"/>
                  <a:pt x="22" y="13"/>
                </a:cubicBezTo>
                <a:cubicBezTo>
                  <a:pt x="21" y="14"/>
                  <a:pt x="20" y="15"/>
                  <a:pt x="18" y="18"/>
                </a:cubicBezTo>
                <a:cubicBezTo>
                  <a:pt x="15" y="21"/>
                  <a:pt x="15" y="21"/>
                  <a:pt x="15" y="21"/>
                </a:cubicBezTo>
                <a:lnTo>
                  <a:pt x="8" y="16"/>
                </a:lnTo>
                <a:close/>
                <a:moveTo>
                  <a:pt x="29" y="34"/>
                </a:moveTo>
                <a:cubicBezTo>
                  <a:pt x="19" y="25"/>
                  <a:pt x="19" y="25"/>
                  <a:pt x="19" y="25"/>
                </a:cubicBezTo>
                <a:cubicBezTo>
                  <a:pt x="19" y="24"/>
                  <a:pt x="19" y="24"/>
                  <a:pt x="19" y="24"/>
                </a:cubicBezTo>
                <a:cubicBezTo>
                  <a:pt x="20" y="23"/>
                  <a:pt x="21" y="22"/>
                  <a:pt x="22" y="22"/>
                </a:cubicBezTo>
                <a:cubicBezTo>
                  <a:pt x="23" y="21"/>
                  <a:pt x="23" y="21"/>
                  <a:pt x="24" y="21"/>
                </a:cubicBezTo>
                <a:cubicBezTo>
                  <a:pt x="25" y="21"/>
                  <a:pt x="27" y="21"/>
                  <a:pt x="30" y="22"/>
                </a:cubicBezTo>
                <a:cubicBezTo>
                  <a:pt x="39" y="23"/>
                  <a:pt x="39" y="23"/>
                  <a:pt x="39" y="23"/>
                </a:cubicBezTo>
                <a:cubicBezTo>
                  <a:pt x="44" y="17"/>
                  <a:pt x="44" y="17"/>
                  <a:pt x="44" y="17"/>
                </a:cubicBezTo>
                <a:cubicBezTo>
                  <a:pt x="37" y="16"/>
                  <a:pt x="37" y="16"/>
                  <a:pt x="37" y="16"/>
                </a:cubicBezTo>
                <a:cubicBezTo>
                  <a:pt x="34" y="15"/>
                  <a:pt x="32" y="15"/>
                  <a:pt x="30" y="15"/>
                </a:cubicBezTo>
                <a:cubicBezTo>
                  <a:pt x="29" y="15"/>
                  <a:pt x="27" y="15"/>
                  <a:pt x="26" y="16"/>
                </a:cubicBezTo>
                <a:cubicBezTo>
                  <a:pt x="27" y="13"/>
                  <a:pt x="28" y="11"/>
                  <a:pt x="28" y="9"/>
                </a:cubicBezTo>
                <a:cubicBezTo>
                  <a:pt x="28" y="7"/>
                  <a:pt x="27" y="5"/>
                  <a:pt x="25" y="3"/>
                </a:cubicBezTo>
                <a:cubicBezTo>
                  <a:pt x="23" y="2"/>
                  <a:pt x="22" y="1"/>
                  <a:pt x="20" y="1"/>
                </a:cubicBezTo>
                <a:cubicBezTo>
                  <a:pt x="18" y="0"/>
                  <a:pt x="17" y="1"/>
                  <a:pt x="15" y="1"/>
                </a:cubicBezTo>
                <a:cubicBezTo>
                  <a:pt x="14" y="2"/>
                  <a:pt x="12" y="4"/>
                  <a:pt x="9" y="6"/>
                </a:cubicBezTo>
                <a:cubicBezTo>
                  <a:pt x="0" y="17"/>
                  <a:pt x="0" y="17"/>
                  <a:pt x="0" y="17"/>
                </a:cubicBezTo>
                <a:cubicBezTo>
                  <a:pt x="24" y="39"/>
                  <a:pt x="24" y="39"/>
                  <a:pt x="24" y="39"/>
                </a:cubicBezTo>
                <a:lnTo>
                  <a:pt x="29" y="3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Freeform 46"/>
          <p:cNvSpPr/>
          <p:nvPr>
            <p:custDataLst>
              <p:tags r:id="rId43"/>
            </p:custDataLst>
          </p:nvPr>
        </p:nvSpPr>
        <p:spPr bwMode="auto">
          <a:xfrm>
            <a:off x="11049635" y="421640"/>
            <a:ext cx="26670" cy="24130"/>
          </a:xfrm>
          <a:custGeom>
            <a:avLst/>
            <a:gdLst>
              <a:gd name="T0" fmla="*/ 15 w 36"/>
              <a:gd name="T1" fmla="*/ 30 h 32"/>
              <a:gd name="T2" fmla="*/ 18 w 36"/>
              <a:gd name="T3" fmla="*/ 25 h 32"/>
              <a:gd name="T4" fmla="*/ 24 w 36"/>
              <a:gd name="T5" fmla="*/ 25 h 32"/>
              <a:gd name="T6" fmla="*/ 28 w 36"/>
              <a:gd name="T7" fmla="*/ 22 h 32"/>
              <a:gd name="T8" fmla="*/ 29 w 36"/>
              <a:gd name="T9" fmla="*/ 17 h 32"/>
              <a:gd name="T10" fmla="*/ 27 w 36"/>
              <a:gd name="T11" fmla="*/ 14 h 32"/>
              <a:gd name="T12" fmla="*/ 25 w 36"/>
              <a:gd name="T13" fmla="*/ 14 h 32"/>
              <a:gd name="T14" fmla="*/ 23 w 36"/>
              <a:gd name="T15" fmla="*/ 15 h 32"/>
              <a:gd name="T16" fmla="*/ 19 w 36"/>
              <a:gd name="T17" fmla="*/ 19 h 32"/>
              <a:gd name="T18" fmla="*/ 12 w 36"/>
              <a:gd name="T19" fmla="*/ 23 h 32"/>
              <a:gd name="T20" fmla="*/ 4 w 36"/>
              <a:gd name="T21" fmla="*/ 22 h 32"/>
              <a:gd name="T22" fmla="*/ 1 w 36"/>
              <a:gd name="T23" fmla="*/ 18 h 32"/>
              <a:gd name="T24" fmla="*/ 1 w 36"/>
              <a:gd name="T25" fmla="*/ 13 h 32"/>
              <a:gd name="T26" fmla="*/ 3 w 36"/>
              <a:gd name="T27" fmla="*/ 7 h 32"/>
              <a:gd name="T28" fmla="*/ 11 w 36"/>
              <a:gd name="T29" fmla="*/ 1 h 32"/>
              <a:gd name="T30" fmla="*/ 19 w 36"/>
              <a:gd name="T31" fmla="*/ 2 h 32"/>
              <a:gd name="T32" fmla="*/ 15 w 36"/>
              <a:gd name="T33" fmla="*/ 8 h 32"/>
              <a:gd name="T34" fmla="*/ 11 w 36"/>
              <a:gd name="T35" fmla="*/ 7 h 32"/>
              <a:gd name="T36" fmla="*/ 8 w 36"/>
              <a:gd name="T37" fmla="*/ 10 h 32"/>
              <a:gd name="T38" fmla="*/ 7 w 36"/>
              <a:gd name="T39" fmla="*/ 14 h 32"/>
              <a:gd name="T40" fmla="*/ 8 w 36"/>
              <a:gd name="T41" fmla="*/ 16 h 32"/>
              <a:gd name="T42" fmla="*/ 10 w 36"/>
              <a:gd name="T43" fmla="*/ 17 h 32"/>
              <a:gd name="T44" fmla="*/ 15 w 36"/>
              <a:gd name="T45" fmla="*/ 13 h 32"/>
              <a:gd name="T46" fmla="*/ 21 w 36"/>
              <a:gd name="T47" fmla="*/ 8 h 32"/>
              <a:gd name="T48" fmla="*/ 26 w 36"/>
              <a:gd name="T49" fmla="*/ 7 h 32"/>
              <a:gd name="T50" fmla="*/ 31 w 36"/>
              <a:gd name="T51" fmla="*/ 9 h 32"/>
              <a:gd name="T52" fmla="*/ 35 w 36"/>
              <a:gd name="T53" fmla="*/ 13 h 32"/>
              <a:gd name="T54" fmla="*/ 35 w 36"/>
              <a:gd name="T55" fmla="*/ 19 h 32"/>
              <a:gd name="T56" fmla="*/ 32 w 36"/>
              <a:gd name="T57" fmla="*/ 25 h 32"/>
              <a:gd name="T58" fmla="*/ 25 w 36"/>
              <a:gd name="T59" fmla="*/ 32 h 32"/>
              <a:gd name="T60" fmla="*/ 15 w 36"/>
              <a:gd name="T61" fmla="*/ 3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6" h="32">
                <a:moveTo>
                  <a:pt x="15" y="30"/>
                </a:moveTo>
                <a:cubicBezTo>
                  <a:pt x="18" y="25"/>
                  <a:pt x="18" y="25"/>
                  <a:pt x="18" y="25"/>
                </a:cubicBezTo>
                <a:cubicBezTo>
                  <a:pt x="20" y="26"/>
                  <a:pt x="22" y="26"/>
                  <a:pt x="24" y="25"/>
                </a:cubicBezTo>
                <a:cubicBezTo>
                  <a:pt x="25" y="25"/>
                  <a:pt x="26" y="24"/>
                  <a:pt x="28" y="22"/>
                </a:cubicBezTo>
                <a:cubicBezTo>
                  <a:pt x="29" y="20"/>
                  <a:pt x="29" y="19"/>
                  <a:pt x="29" y="17"/>
                </a:cubicBezTo>
                <a:cubicBezTo>
                  <a:pt x="29" y="16"/>
                  <a:pt x="28" y="15"/>
                  <a:pt x="27" y="14"/>
                </a:cubicBezTo>
                <a:cubicBezTo>
                  <a:pt x="27" y="14"/>
                  <a:pt x="26" y="14"/>
                  <a:pt x="25" y="14"/>
                </a:cubicBezTo>
                <a:cubicBezTo>
                  <a:pt x="25" y="14"/>
                  <a:pt x="24" y="14"/>
                  <a:pt x="23" y="15"/>
                </a:cubicBezTo>
                <a:cubicBezTo>
                  <a:pt x="22" y="15"/>
                  <a:pt x="21" y="17"/>
                  <a:pt x="19" y="19"/>
                </a:cubicBezTo>
                <a:cubicBezTo>
                  <a:pt x="16" y="21"/>
                  <a:pt x="14" y="22"/>
                  <a:pt x="12" y="23"/>
                </a:cubicBezTo>
                <a:cubicBezTo>
                  <a:pt x="9" y="24"/>
                  <a:pt x="7" y="23"/>
                  <a:pt x="4" y="22"/>
                </a:cubicBezTo>
                <a:cubicBezTo>
                  <a:pt x="3" y="21"/>
                  <a:pt x="2" y="20"/>
                  <a:pt x="1" y="18"/>
                </a:cubicBezTo>
                <a:cubicBezTo>
                  <a:pt x="1" y="16"/>
                  <a:pt x="0" y="15"/>
                  <a:pt x="1" y="13"/>
                </a:cubicBezTo>
                <a:cubicBezTo>
                  <a:pt x="1" y="11"/>
                  <a:pt x="2" y="9"/>
                  <a:pt x="3" y="7"/>
                </a:cubicBezTo>
                <a:cubicBezTo>
                  <a:pt x="6" y="3"/>
                  <a:pt x="8" y="1"/>
                  <a:pt x="11" y="1"/>
                </a:cubicBezTo>
                <a:cubicBezTo>
                  <a:pt x="14" y="0"/>
                  <a:pt x="16" y="0"/>
                  <a:pt x="19" y="2"/>
                </a:cubicBezTo>
                <a:cubicBezTo>
                  <a:pt x="15" y="8"/>
                  <a:pt x="15" y="8"/>
                  <a:pt x="15" y="8"/>
                </a:cubicBezTo>
                <a:cubicBezTo>
                  <a:pt x="14" y="7"/>
                  <a:pt x="12" y="7"/>
                  <a:pt x="11" y="7"/>
                </a:cubicBezTo>
                <a:cubicBezTo>
                  <a:pt x="10" y="7"/>
                  <a:pt x="9" y="8"/>
                  <a:pt x="8" y="10"/>
                </a:cubicBezTo>
                <a:cubicBezTo>
                  <a:pt x="7" y="11"/>
                  <a:pt x="6" y="13"/>
                  <a:pt x="7" y="14"/>
                </a:cubicBezTo>
                <a:cubicBezTo>
                  <a:pt x="7" y="15"/>
                  <a:pt x="7" y="16"/>
                  <a:pt x="8" y="16"/>
                </a:cubicBezTo>
                <a:cubicBezTo>
                  <a:pt x="8" y="17"/>
                  <a:pt x="9" y="17"/>
                  <a:pt x="10" y="17"/>
                </a:cubicBezTo>
                <a:cubicBezTo>
                  <a:pt x="11" y="16"/>
                  <a:pt x="13" y="15"/>
                  <a:pt x="15" y="13"/>
                </a:cubicBezTo>
                <a:cubicBezTo>
                  <a:pt x="18" y="10"/>
                  <a:pt x="20" y="9"/>
                  <a:pt x="21" y="8"/>
                </a:cubicBezTo>
                <a:cubicBezTo>
                  <a:pt x="23" y="7"/>
                  <a:pt x="24" y="7"/>
                  <a:pt x="26" y="7"/>
                </a:cubicBezTo>
                <a:cubicBezTo>
                  <a:pt x="28" y="7"/>
                  <a:pt x="29" y="8"/>
                  <a:pt x="31" y="9"/>
                </a:cubicBezTo>
                <a:cubicBezTo>
                  <a:pt x="33" y="10"/>
                  <a:pt x="34" y="11"/>
                  <a:pt x="35" y="13"/>
                </a:cubicBezTo>
                <a:cubicBezTo>
                  <a:pt x="35" y="15"/>
                  <a:pt x="36" y="17"/>
                  <a:pt x="35" y="19"/>
                </a:cubicBezTo>
                <a:cubicBezTo>
                  <a:pt x="35" y="21"/>
                  <a:pt x="34" y="23"/>
                  <a:pt x="32" y="25"/>
                </a:cubicBezTo>
                <a:cubicBezTo>
                  <a:pt x="30" y="29"/>
                  <a:pt x="27" y="31"/>
                  <a:pt x="25" y="32"/>
                </a:cubicBezTo>
                <a:cubicBezTo>
                  <a:pt x="22" y="32"/>
                  <a:pt x="19" y="32"/>
                  <a:pt x="15" y="3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Freeform 47"/>
          <p:cNvSpPr/>
          <p:nvPr>
            <p:custDataLst>
              <p:tags r:id="rId44"/>
            </p:custDataLst>
          </p:nvPr>
        </p:nvSpPr>
        <p:spPr bwMode="auto">
          <a:xfrm>
            <a:off x="11059160" y="410845"/>
            <a:ext cx="24765" cy="14605"/>
          </a:xfrm>
          <a:custGeom>
            <a:avLst/>
            <a:gdLst>
              <a:gd name="T0" fmla="*/ 81 w 89"/>
              <a:gd name="T1" fmla="*/ 53 h 53"/>
              <a:gd name="T2" fmla="*/ 0 w 89"/>
              <a:gd name="T3" fmla="*/ 16 h 53"/>
              <a:gd name="T4" fmla="*/ 8 w 89"/>
              <a:gd name="T5" fmla="*/ 0 h 53"/>
              <a:gd name="T6" fmla="*/ 89 w 89"/>
              <a:gd name="T7" fmla="*/ 37 h 53"/>
              <a:gd name="T8" fmla="*/ 81 w 89"/>
              <a:gd name="T9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" h="53">
                <a:moveTo>
                  <a:pt x="81" y="53"/>
                </a:moveTo>
                <a:lnTo>
                  <a:pt x="0" y="16"/>
                </a:lnTo>
                <a:lnTo>
                  <a:pt x="8" y="0"/>
                </a:lnTo>
                <a:lnTo>
                  <a:pt x="89" y="37"/>
                </a:lnTo>
                <a:lnTo>
                  <a:pt x="81" y="5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Freeform 48"/>
          <p:cNvSpPr/>
          <p:nvPr>
            <p:custDataLst>
              <p:tags r:id="rId45"/>
            </p:custDataLst>
          </p:nvPr>
        </p:nvSpPr>
        <p:spPr bwMode="auto">
          <a:xfrm>
            <a:off x="11062970" y="389890"/>
            <a:ext cx="27305" cy="19050"/>
          </a:xfrm>
          <a:custGeom>
            <a:avLst/>
            <a:gdLst>
              <a:gd name="T0" fmla="*/ 93 w 99"/>
              <a:gd name="T1" fmla="*/ 69 h 69"/>
              <a:gd name="T2" fmla="*/ 24 w 99"/>
              <a:gd name="T3" fmla="*/ 45 h 69"/>
              <a:gd name="T4" fmla="*/ 16 w 99"/>
              <a:gd name="T5" fmla="*/ 69 h 69"/>
              <a:gd name="T6" fmla="*/ 0 w 99"/>
              <a:gd name="T7" fmla="*/ 64 h 69"/>
              <a:gd name="T8" fmla="*/ 24 w 99"/>
              <a:gd name="T9" fmla="*/ 0 h 69"/>
              <a:gd name="T10" fmla="*/ 37 w 99"/>
              <a:gd name="T11" fmla="*/ 5 h 69"/>
              <a:gd name="T12" fmla="*/ 29 w 99"/>
              <a:gd name="T13" fmla="*/ 29 h 69"/>
              <a:gd name="T14" fmla="*/ 99 w 99"/>
              <a:gd name="T15" fmla="*/ 53 h 69"/>
              <a:gd name="T16" fmla="*/ 93 w 99"/>
              <a:gd name="T17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" h="69">
                <a:moveTo>
                  <a:pt x="93" y="69"/>
                </a:moveTo>
                <a:lnTo>
                  <a:pt x="24" y="45"/>
                </a:lnTo>
                <a:lnTo>
                  <a:pt x="16" y="69"/>
                </a:lnTo>
                <a:lnTo>
                  <a:pt x="0" y="64"/>
                </a:lnTo>
                <a:lnTo>
                  <a:pt x="24" y="0"/>
                </a:lnTo>
                <a:lnTo>
                  <a:pt x="37" y="5"/>
                </a:lnTo>
                <a:lnTo>
                  <a:pt x="29" y="29"/>
                </a:lnTo>
                <a:lnTo>
                  <a:pt x="99" y="53"/>
                </a:lnTo>
                <a:lnTo>
                  <a:pt x="93" y="6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Freeform 49"/>
          <p:cNvSpPr/>
          <p:nvPr>
            <p:custDataLst>
              <p:tags r:id="rId46"/>
            </p:custDataLst>
          </p:nvPr>
        </p:nvSpPr>
        <p:spPr bwMode="auto">
          <a:xfrm>
            <a:off x="11069955" y="367030"/>
            <a:ext cx="26670" cy="22225"/>
          </a:xfrm>
          <a:custGeom>
            <a:avLst/>
            <a:gdLst>
              <a:gd name="T0" fmla="*/ 91 w 97"/>
              <a:gd name="T1" fmla="*/ 65 h 81"/>
              <a:gd name="T2" fmla="*/ 57 w 97"/>
              <a:gd name="T3" fmla="*/ 59 h 81"/>
              <a:gd name="T4" fmla="*/ 0 w 97"/>
              <a:gd name="T5" fmla="*/ 81 h 81"/>
              <a:gd name="T6" fmla="*/ 3 w 97"/>
              <a:gd name="T7" fmla="*/ 59 h 81"/>
              <a:gd name="T8" fmla="*/ 41 w 97"/>
              <a:gd name="T9" fmla="*/ 46 h 81"/>
              <a:gd name="T10" fmla="*/ 11 w 97"/>
              <a:gd name="T11" fmla="*/ 19 h 81"/>
              <a:gd name="T12" fmla="*/ 14 w 97"/>
              <a:gd name="T13" fmla="*/ 0 h 81"/>
              <a:gd name="T14" fmla="*/ 59 w 97"/>
              <a:gd name="T15" fmla="*/ 41 h 81"/>
              <a:gd name="T16" fmla="*/ 97 w 97"/>
              <a:gd name="T17" fmla="*/ 49 h 81"/>
              <a:gd name="T18" fmla="*/ 91 w 97"/>
              <a:gd name="T19" fmla="*/ 65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7" h="81">
                <a:moveTo>
                  <a:pt x="91" y="65"/>
                </a:moveTo>
                <a:lnTo>
                  <a:pt x="57" y="59"/>
                </a:lnTo>
                <a:lnTo>
                  <a:pt x="0" y="81"/>
                </a:lnTo>
                <a:lnTo>
                  <a:pt x="3" y="59"/>
                </a:lnTo>
                <a:lnTo>
                  <a:pt x="41" y="46"/>
                </a:lnTo>
                <a:lnTo>
                  <a:pt x="11" y="19"/>
                </a:lnTo>
                <a:lnTo>
                  <a:pt x="14" y="0"/>
                </a:lnTo>
                <a:lnTo>
                  <a:pt x="59" y="41"/>
                </a:lnTo>
                <a:lnTo>
                  <a:pt x="97" y="49"/>
                </a:lnTo>
                <a:lnTo>
                  <a:pt x="91" y="6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Freeform 50"/>
          <p:cNvSpPr>
            <a:spLocks noEditPoints="1"/>
          </p:cNvSpPr>
          <p:nvPr>
            <p:custDataLst>
              <p:tags r:id="rId47"/>
            </p:custDataLst>
          </p:nvPr>
        </p:nvSpPr>
        <p:spPr bwMode="auto">
          <a:xfrm>
            <a:off x="10802620" y="217805"/>
            <a:ext cx="259080" cy="259715"/>
          </a:xfrm>
          <a:custGeom>
            <a:avLst/>
            <a:gdLst>
              <a:gd name="T0" fmla="*/ 175 w 350"/>
              <a:gd name="T1" fmla="*/ 0 h 350"/>
              <a:gd name="T2" fmla="*/ 0 w 350"/>
              <a:gd name="T3" fmla="*/ 175 h 350"/>
              <a:gd name="T4" fmla="*/ 175 w 350"/>
              <a:gd name="T5" fmla="*/ 350 h 350"/>
              <a:gd name="T6" fmla="*/ 350 w 350"/>
              <a:gd name="T7" fmla="*/ 175 h 350"/>
              <a:gd name="T8" fmla="*/ 175 w 350"/>
              <a:gd name="T9" fmla="*/ 0 h 350"/>
              <a:gd name="T10" fmla="*/ 175 w 350"/>
              <a:gd name="T11" fmla="*/ 7 h 350"/>
              <a:gd name="T12" fmla="*/ 343 w 350"/>
              <a:gd name="T13" fmla="*/ 175 h 350"/>
              <a:gd name="T14" fmla="*/ 325 w 350"/>
              <a:gd name="T15" fmla="*/ 250 h 350"/>
              <a:gd name="T16" fmla="*/ 25 w 350"/>
              <a:gd name="T17" fmla="*/ 250 h 350"/>
              <a:gd name="T18" fmla="*/ 25 w 350"/>
              <a:gd name="T19" fmla="*/ 250 h 350"/>
              <a:gd name="T20" fmla="*/ 7 w 350"/>
              <a:gd name="T21" fmla="*/ 175 h 350"/>
              <a:gd name="T22" fmla="*/ 175 w 350"/>
              <a:gd name="T23" fmla="*/ 7 h 350"/>
              <a:gd name="T24" fmla="*/ 175 w 350"/>
              <a:gd name="T25" fmla="*/ 343 h 350"/>
              <a:gd name="T26" fmla="*/ 29 w 350"/>
              <a:gd name="T27" fmla="*/ 259 h 350"/>
              <a:gd name="T28" fmla="*/ 321 w 350"/>
              <a:gd name="T29" fmla="*/ 259 h 350"/>
              <a:gd name="T30" fmla="*/ 175 w 350"/>
              <a:gd name="T31" fmla="*/ 343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50" h="350">
                <a:moveTo>
                  <a:pt x="175" y="0"/>
                </a:moveTo>
                <a:cubicBezTo>
                  <a:pt x="78" y="0"/>
                  <a:pt x="0" y="78"/>
                  <a:pt x="0" y="175"/>
                </a:cubicBezTo>
                <a:cubicBezTo>
                  <a:pt x="0" y="271"/>
                  <a:pt x="78" y="350"/>
                  <a:pt x="175" y="350"/>
                </a:cubicBezTo>
                <a:cubicBezTo>
                  <a:pt x="272" y="350"/>
                  <a:pt x="350" y="271"/>
                  <a:pt x="350" y="175"/>
                </a:cubicBezTo>
                <a:cubicBezTo>
                  <a:pt x="350" y="78"/>
                  <a:pt x="272" y="0"/>
                  <a:pt x="175" y="0"/>
                </a:cubicBezTo>
                <a:close/>
                <a:moveTo>
                  <a:pt x="175" y="7"/>
                </a:moveTo>
                <a:cubicBezTo>
                  <a:pt x="268" y="7"/>
                  <a:pt x="343" y="82"/>
                  <a:pt x="343" y="175"/>
                </a:cubicBezTo>
                <a:cubicBezTo>
                  <a:pt x="343" y="202"/>
                  <a:pt x="337" y="228"/>
                  <a:pt x="3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13" y="228"/>
                  <a:pt x="7" y="202"/>
                  <a:pt x="7" y="175"/>
                </a:cubicBezTo>
                <a:cubicBezTo>
                  <a:pt x="7" y="82"/>
                  <a:pt x="82" y="7"/>
                  <a:pt x="175" y="7"/>
                </a:cubicBezTo>
                <a:close/>
                <a:moveTo>
                  <a:pt x="175" y="343"/>
                </a:moveTo>
                <a:cubicBezTo>
                  <a:pt x="113" y="343"/>
                  <a:pt x="58" y="309"/>
                  <a:pt x="29" y="259"/>
                </a:cubicBezTo>
                <a:cubicBezTo>
                  <a:pt x="321" y="259"/>
                  <a:pt x="321" y="259"/>
                  <a:pt x="321" y="259"/>
                </a:cubicBezTo>
                <a:cubicBezTo>
                  <a:pt x="292" y="309"/>
                  <a:pt x="237" y="343"/>
                  <a:pt x="175" y="34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Freeform 51"/>
          <p:cNvSpPr>
            <a:spLocks noEditPoints="1"/>
          </p:cNvSpPr>
          <p:nvPr>
            <p:custDataLst>
              <p:tags r:id="rId48"/>
            </p:custDataLst>
          </p:nvPr>
        </p:nvSpPr>
        <p:spPr bwMode="auto">
          <a:xfrm>
            <a:off x="10819765" y="233045"/>
            <a:ext cx="224790" cy="168275"/>
          </a:xfrm>
          <a:custGeom>
            <a:avLst/>
            <a:gdLst>
              <a:gd name="T0" fmla="*/ 256 w 304"/>
              <a:gd name="T1" fmla="*/ 187 h 227"/>
              <a:gd name="T2" fmla="*/ 171 w 304"/>
              <a:gd name="T3" fmla="*/ 200 h 227"/>
              <a:gd name="T4" fmla="*/ 203 w 304"/>
              <a:gd name="T5" fmla="*/ 152 h 227"/>
              <a:gd name="T6" fmla="*/ 232 w 304"/>
              <a:gd name="T7" fmla="*/ 167 h 227"/>
              <a:gd name="T8" fmla="*/ 252 w 304"/>
              <a:gd name="T9" fmla="*/ 152 h 227"/>
              <a:gd name="T10" fmla="*/ 281 w 304"/>
              <a:gd name="T11" fmla="*/ 167 h 227"/>
              <a:gd name="T12" fmla="*/ 294 w 304"/>
              <a:gd name="T13" fmla="*/ 152 h 227"/>
              <a:gd name="T14" fmla="*/ 263 w 304"/>
              <a:gd name="T15" fmla="*/ 131 h 227"/>
              <a:gd name="T16" fmla="*/ 194 w 304"/>
              <a:gd name="T17" fmla="*/ 86 h 227"/>
              <a:gd name="T18" fmla="*/ 110 w 304"/>
              <a:gd name="T19" fmla="*/ 86 h 227"/>
              <a:gd name="T20" fmla="*/ 49 w 304"/>
              <a:gd name="T21" fmla="*/ 116 h 227"/>
              <a:gd name="T22" fmla="*/ 10 w 304"/>
              <a:gd name="T23" fmla="*/ 137 h 227"/>
              <a:gd name="T24" fmla="*/ 26 w 304"/>
              <a:gd name="T25" fmla="*/ 163 h 227"/>
              <a:gd name="T26" fmla="*/ 60 w 304"/>
              <a:gd name="T27" fmla="*/ 136 h 227"/>
              <a:gd name="T28" fmla="*/ 75 w 304"/>
              <a:gd name="T29" fmla="*/ 163 h 227"/>
              <a:gd name="T30" fmla="*/ 109 w 304"/>
              <a:gd name="T31" fmla="*/ 135 h 227"/>
              <a:gd name="T32" fmla="*/ 131 w 304"/>
              <a:gd name="T33" fmla="*/ 151 h 227"/>
              <a:gd name="T34" fmla="*/ 134 w 304"/>
              <a:gd name="T35" fmla="*/ 200 h 227"/>
              <a:gd name="T36" fmla="*/ 48 w 304"/>
              <a:gd name="T37" fmla="*/ 187 h 227"/>
              <a:gd name="T38" fmla="*/ 0 w 304"/>
              <a:gd name="T39" fmla="*/ 204 h 227"/>
              <a:gd name="T40" fmla="*/ 106 w 304"/>
              <a:gd name="T41" fmla="*/ 206 h 227"/>
              <a:gd name="T42" fmla="*/ 199 w 304"/>
              <a:gd name="T43" fmla="*/ 206 h 227"/>
              <a:gd name="T44" fmla="*/ 304 w 304"/>
              <a:gd name="T45" fmla="*/ 204 h 227"/>
              <a:gd name="T46" fmla="*/ 220 w 304"/>
              <a:gd name="T47" fmla="*/ 86 h 227"/>
              <a:gd name="T48" fmla="*/ 216 w 304"/>
              <a:gd name="T49" fmla="*/ 133 h 227"/>
              <a:gd name="T50" fmla="*/ 220 w 304"/>
              <a:gd name="T51" fmla="*/ 86 h 227"/>
              <a:gd name="T52" fmla="*/ 71 w 304"/>
              <a:gd name="T53" fmla="*/ 115 h 227"/>
              <a:gd name="T54" fmla="*/ 101 w 304"/>
              <a:gd name="T55" fmla="*/ 104 h 227"/>
              <a:gd name="T56" fmla="*/ 160 w 304"/>
              <a:gd name="T57" fmla="*/ 118 h 227"/>
              <a:gd name="T58" fmla="*/ 147 w 304"/>
              <a:gd name="T59" fmla="*/ 92 h 227"/>
              <a:gd name="T60" fmla="*/ 117 w 304"/>
              <a:gd name="T61" fmla="*/ 117 h 227"/>
              <a:gd name="T62" fmla="*/ 194 w 304"/>
              <a:gd name="T63" fmla="*/ 134 h 227"/>
              <a:gd name="T64" fmla="*/ 175 w 304"/>
              <a:gd name="T65" fmla="*/ 118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04" h="227">
                <a:moveTo>
                  <a:pt x="299" y="190"/>
                </a:moveTo>
                <a:cubicBezTo>
                  <a:pt x="275" y="209"/>
                  <a:pt x="256" y="187"/>
                  <a:pt x="256" y="187"/>
                </a:cubicBezTo>
                <a:cubicBezTo>
                  <a:pt x="225" y="217"/>
                  <a:pt x="199" y="189"/>
                  <a:pt x="199" y="189"/>
                </a:cubicBezTo>
                <a:cubicBezTo>
                  <a:pt x="180" y="203"/>
                  <a:pt x="171" y="200"/>
                  <a:pt x="171" y="200"/>
                </a:cubicBezTo>
                <a:cubicBezTo>
                  <a:pt x="165" y="152"/>
                  <a:pt x="165" y="152"/>
                  <a:pt x="165" y="152"/>
                </a:cubicBezTo>
                <a:cubicBezTo>
                  <a:pt x="203" y="152"/>
                  <a:pt x="203" y="152"/>
                  <a:pt x="203" y="152"/>
                </a:cubicBezTo>
                <a:cubicBezTo>
                  <a:pt x="210" y="167"/>
                  <a:pt x="210" y="167"/>
                  <a:pt x="210" y="167"/>
                </a:cubicBezTo>
                <a:cubicBezTo>
                  <a:pt x="232" y="167"/>
                  <a:pt x="232" y="167"/>
                  <a:pt x="232" y="167"/>
                </a:cubicBezTo>
                <a:cubicBezTo>
                  <a:pt x="225" y="152"/>
                  <a:pt x="225" y="152"/>
                  <a:pt x="225" y="152"/>
                </a:cubicBezTo>
                <a:cubicBezTo>
                  <a:pt x="252" y="152"/>
                  <a:pt x="252" y="152"/>
                  <a:pt x="252" y="152"/>
                </a:cubicBezTo>
                <a:cubicBezTo>
                  <a:pt x="258" y="168"/>
                  <a:pt x="258" y="168"/>
                  <a:pt x="258" y="168"/>
                </a:cubicBezTo>
                <a:cubicBezTo>
                  <a:pt x="281" y="167"/>
                  <a:pt x="281" y="167"/>
                  <a:pt x="281" y="167"/>
                </a:cubicBezTo>
                <a:cubicBezTo>
                  <a:pt x="275" y="152"/>
                  <a:pt x="275" y="152"/>
                  <a:pt x="275" y="152"/>
                </a:cubicBezTo>
                <a:cubicBezTo>
                  <a:pt x="294" y="152"/>
                  <a:pt x="294" y="152"/>
                  <a:pt x="294" y="152"/>
                </a:cubicBezTo>
                <a:cubicBezTo>
                  <a:pt x="294" y="130"/>
                  <a:pt x="294" y="130"/>
                  <a:pt x="294" y="130"/>
                </a:cubicBezTo>
                <a:cubicBezTo>
                  <a:pt x="263" y="131"/>
                  <a:pt x="263" y="131"/>
                  <a:pt x="263" y="131"/>
                </a:cubicBezTo>
                <a:cubicBezTo>
                  <a:pt x="225" y="54"/>
                  <a:pt x="225" y="54"/>
                  <a:pt x="225" y="54"/>
                </a:cubicBezTo>
                <a:cubicBezTo>
                  <a:pt x="194" y="86"/>
                  <a:pt x="194" y="86"/>
                  <a:pt x="194" y="86"/>
                </a:cubicBezTo>
                <a:cubicBezTo>
                  <a:pt x="152" y="0"/>
                  <a:pt x="152" y="0"/>
                  <a:pt x="152" y="0"/>
                </a:cubicBezTo>
                <a:cubicBezTo>
                  <a:pt x="110" y="86"/>
                  <a:pt x="110" y="86"/>
                  <a:pt x="110" y="86"/>
                </a:cubicBezTo>
                <a:cubicBezTo>
                  <a:pt x="80" y="54"/>
                  <a:pt x="80" y="54"/>
                  <a:pt x="80" y="54"/>
                </a:cubicBezTo>
                <a:cubicBezTo>
                  <a:pt x="49" y="116"/>
                  <a:pt x="49" y="116"/>
                  <a:pt x="49" y="116"/>
                </a:cubicBezTo>
                <a:cubicBezTo>
                  <a:pt x="10" y="114"/>
                  <a:pt x="10" y="114"/>
                  <a:pt x="10" y="114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39" y="136"/>
                  <a:pt x="39" y="136"/>
                  <a:pt x="39" y="136"/>
                </a:cubicBezTo>
                <a:cubicBezTo>
                  <a:pt x="26" y="163"/>
                  <a:pt x="26" y="163"/>
                  <a:pt x="26" y="16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60" y="136"/>
                  <a:pt x="60" y="136"/>
                  <a:pt x="60" y="136"/>
                </a:cubicBezTo>
                <a:cubicBezTo>
                  <a:pt x="87" y="135"/>
                  <a:pt x="87" y="135"/>
                  <a:pt x="87" y="135"/>
                </a:cubicBezTo>
                <a:cubicBezTo>
                  <a:pt x="75" y="163"/>
                  <a:pt x="75" y="163"/>
                  <a:pt x="75" y="163"/>
                </a:cubicBezTo>
                <a:cubicBezTo>
                  <a:pt x="96" y="163"/>
                  <a:pt x="96" y="163"/>
                  <a:pt x="96" y="163"/>
                </a:cubicBezTo>
                <a:cubicBezTo>
                  <a:pt x="109" y="135"/>
                  <a:pt x="109" y="135"/>
                  <a:pt x="109" y="135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31" y="151"/>
                  <a:pt x="131" y="151"/>
                  <a:pt x="131" y="151"/>
                </a:cubicBezTo>
                <a:cubicBezTo>
                  <a:pt x="140" y="152"/>
                  <a:pt x="140" y="152"/>
                  <a:pt x="140" y="152"/>
                </a:cubicBezTo>
                <a:cubicBezTo>
                  <a:pt x="134" y="200"/>
                  <a:pt x="134" y="200"/>
                  <a:pt x="134" y="200"/>
                </a:cubicBezTo>
                <a:cubicBezTo>
                  <a:pt x="123" y="202"/>
                  <a:pt x="106" y="188"/>
                  <a:pt x="106" y="188"/>
                </a:cubicBezTo>
                <a:cubicBezTo>
                  <a:pt x="75" y="217"/>
                  <a:pt x="48" y="187"/>
                  <a:pt x="48" y="187"/>
                </a:cubicBezTo>
                <a:cubicBezTo>
                  <a:pt x="28" y="209"/>
                  <a:pt x="5" y="191"/>
                  <a:pt x="5" y="191"/>
                </a:cubicBezTo>
                <a:cubicBezTo>
                  <a:pt x="0" y="204"/>
                  <a:pt x="0" y="204"/>
                  <a:pt x="0" y="204"/>
                </a:cubicBezTo>
                <a:cubicBezTo>
                  <a:pt x="25" y="220"/>
                  <a:pt x="48" y="205"/>
                  <a:pt x="48" y="205"/>
                </a:cubicBezTo>
                <a:cubicBezTo>
                  <a:pt x="81" y="226"/>
                  <a:pt x="106" y="206"/>
                  <a:pt x="106" y="206"/>
                </a:cubicBezTo>
                <a:cubicBezTo>
                  <a:pt x="138" y="227"/>
                  <a:pt x="152" y="207"/>
                  <a:pt x="152" y="207"/>
                </a:cubicBezTo>
                <a:cubicBezTo>
                  <a:pt x="173" y="226"/>
                  <a:pt x="199" y="206"/>
                  <a:pt x="199" y="206"/>
                </a:cubicBezTo>
                <a:cubicBezTo>
                  <a:pt x="225" y="226"/>
                  <a:pt x="255" y="205"/>
                  <a:pt x="255" y="205"/>
                </a:cubicBezTo>
                <a:cubicBezTo>
                  <a:pt x="281" y="221"/>
                  <a:pt x="304" y="204"/>
                  <a:pt x="304" y="204"/>
                </a:cubicBezTo>
                <a:lnTo>
                  <a:pt x="299" y="190"/>
                </a:lnTo>
                <a:close/>
                <a:moveTo>
                  <a:pt x="220" y="86"/>
                </a:moveTo>
                <a:cubicBezTo>
                  <a:pt x="242" y="132"/>
                  <a:pt x="242" y="132"/>
                  <a:pt x="242" y="132"/>
                </a:cubicBezTo>
                <a:cubicBezTo>
                  <a:pt x="216" y="133"/>
                  <a:pt x="216" y="133"/>
                  <a:pt x="216" y="133"/>
                </a:cubicBezTo>
                <a:cubicBezTo>
                  <a:pt x="203" y="104"/>
                  <a:pt x="203" y="104"/>
                  <a:pt x="203" y="104"/>
                </a:cubicBezTo>
                <a:lnTo>
                  <a:pt x="220" y="86"/>
                </a:lnTo>
                <a:close/>
                <a:moveTo>
                  <a:pt x="96" y="116"/>
                </a:moveTo>
                <a:cubicBezTo>
                  <a:pt x="71" y="115"/>
                  <a:pt x="71" y="115"/>
                  <a:pt x="71" y="115"/>
                </a:cubicBezTo>
                <a:cubicBezTo>
                  <a:pt x="85" y="87"/>
                  <a:pt x="85" y="87"/>
                  <a:pt x="85" y="87"/>
                </a:cubicBezTo>
                <a:cubicBezTo>
                  <a:pt x="101" y="104"/>
                  <a:pt x="101" y="104"/>
                  <a:pt x="101" y="104"/>
                </a:cubicBezTo>
                <a:lnTo>
                  <a:pt x="96" y="116"/>
                </a:lnTo>
                <a:close/>
                <a:moveTo>
                  <a:pt x="160" y="118"/>
                </a:moveTo>
                <a:cubicBezTo>
                  <a:pt x="157" y="92"/>
                  <a:pt x="157" y="92"/>
                  <a:pt x="157" y="92"/>
                </a:cubicBezTo>
                <a:cubicBezTo>
                  <a:pt x="147" y="92"/>
                  <a:pt x="147" y="92"/>
                  <a:pt x="147" y="92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17" y="117"/>
                  <a:pt x="117" y="117"/>
                  <a:pt x="117" y="117"/>
                </a:cubicBezTo>
                <a:cubicBezTo>
                  <a:pt x="152" y="42"/>
                  <a:pt x="152" y="42"/>
                  <a:pt x="152" y="42"/>
                </a:cubicBezTo>
                <a:cubicBezTo>
                  <a:pt x="194" y="134"/>
                  <a:pt x="194" y="134"/>
                  <a:pt x="194" y="134"/>
                </a:cubicBezTo>
                <a:cubicBezTo>
                  <a:pt x="162" y="135"/>
                  <a:pt x="162" y="135"/>
                  <a:pt x="162" y="135"/>
                </a:cubicBezTo>
                <a:cubicBezTo>
                  <a:pt x="175" y="118"/>
                  <a:pt x="175" y="118"/>
                  <a:pt x="175" y="118"/>
                </a:cubicBezTo>
                <a:lnTo>
                  <a:pt x="160" y="1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Freeform 52"/>
          <p:cNvSpPr/>
          <p:nvPr>
            <p:custDataLst>
              <p:tags r:id="rId49"/>
            </p:custDataLst>
          </p:nvPr>
        </p:nvSpPr>
        <p:spPr bwMode="auto">
          <a:xfrm>
            <a:off x="10775950" y="271145"/>
            <a:ext cx="13335" cy="16510"/>
          </a:xfrm>
          <a:custGeom>
            <a:avLst/>
            <a:gdLst>
              <a:gd name="T0" fmla="*/ 15 w 18"/>
              <a:gd name="T1" fmla="*/ 21 h 22"/>
              <a:gd name="T2" fmla="*/ 17 w 18"/>
              <a:gd name="T3" fmla="*/ 20 h 22"/>
              <a:gd name="T4" fmla="*/ 16 w 18"/>
              <a:gd name="T5" fmla="*/ 14 h 22"/>
              <a:gd name="T6" fmla="*/ 9 w 18"/>
              <a:gd name="T7" fmla="*/ 2 h 22"/>
              <a:gd name="T8" fmla="*/ 1 w 18"/>
              <a:gd name="T9" fmla="*/ 0 h 22"/>
              <a:gd name="T10" fmla="*/ 0 w 18"/>
              <a:gd name="T11" fmla="*/ 2 h 22"/>
              <a:gd name="T12" fmla="*/ 6 w 18"/>
              <a:gd name="T13" fmla="*/ 7 h 22"/>
              <a:gd name="T14" fmla="*/ 13 w 18"/>
              <a:gd name="T15" fmla="*/ 16 h 22"/>
              <a:gd name="T16" fmla="*/ 15 w 18"/>
              <a:gd name="T17" fmla="*/ 21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" h="22">
                <a:moveTo>
                  <a:pt x="15" y="21"/>
                </a:moveTo>
                <a:cubicBezTo>
                  <a:pt x="15" y="21"/>
                  <a:pt x="17" y="22"/>
                  <a:pt x="17" y="20"/>
                </a:cubicBezTo>
                <a:cubicBezTo>
                  <a:pt x="17" y="20"/>
                  <a:pt x="18" y="16"/>
                  <a:pt x="16" y="14"/>
                </a:cubicBezTo>
                <a:cubicBezTo>
                  <a:pt x="16" y="14"/>
                  <a:pt x="10" y="6"/>
                  <a:pt x="9" y="2"/>
                </a:cubicBezTo>
                <a:cubicBezTo>
                  <a:pt x="9" y="2"/>
                  <a:pt x="8" y="0"/>
                  <a:pt x="1" y="0"/>
                </a:cubicBezTo>
                <a:cubicBezTo>
                  <a:pt x="1" y="0"/>
                  <a:pt x="0" y="2"/>
                  <a:pt x="0" y="2"/>
                </a:cubicBezTo>
                <a:cubicBezTo>
                  <a:pt x="1" y="3"/>
                  <a:pt x="4" y="2"/>
                  <a:pt x="6" y="7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6" y="19"/>
                  <a:pt x="15" y="2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Freeform 53"/>
          <p:cNvSpPr/>
          <p:nvPr>
            <p:custDataLst>
              <p:tags r:id="rId50"/>
            </p:custDataLst>
          </p:nvPr>
        </p:nvSpPr>
        <p:spPr bwMode="auto">
          <a:xfrm>
            <a:off x="10795635" y="276225"/>
            <a:ext cx="9525" cy="13335"/>
          </a:xfrm>
          <a:custGeom>
            <a:avLst/>
            <a:gdLst>
              <a:gd name="T0" fmla="*/ 11 w 13"/>
              <a:gd name="T1" fmla="*/ 1 h 18"/>
              <a:gd name="T2" fmla="*/ 3 w 13"/>
              <a:gd name="T3" fmla="*/ 0 h 18"/>
              <a:gd name="T4" fmla="*/ 3 w 13"/>
              <a:gd name="T5" fmla="*/ 3 h 18"/>
              <a:gd name="T6" fmla="*/ 5 w 13"/>
              <a:gd name="T7" fmla="*/ 16 h 18"/>
              <a:gd name="T8" fmla="*/ 8 w 13"/>
              <a:gd name="T9" fmla="*/ 15 h 18"/>
              <a:gd name="T10" fmla="*/ 12 w 13"/>
              <a:gd name="T11" fmla="*/ 4 h 18"/>
              <a:gd name="T12" fmla="*/ 11 w 13"/>
              <a:gd name="T13" fmla="*/ 1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18">
                <a:moveTo>
                  <a:pt x="11" y="1"/>
                </a:move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1"/>
                  <a:pt x="3" y="3"/>
                </a:cubicBezTo>
                <a:cubicBezTo>
                  <a:pt x="3" y="3"/>
                  <a:pt x="7" y="11"/>
                  <a:pt x="5" y="16"/>
                </a:cubicBezTo>
                <a:cubicBezTo>
                  <a:pt x="5" y="16"/>
                  <a:pt x="7" y="18"/>
                  <a:pt x="8" y="15"/>
                </a:cubicBezTo>
                <a:cubicBezTo>
                  <a:pt x="8" y="15"/>
                  <a:pt x="10" y="6"/>
                  <a:pt x="12" y="4"/>
                </a:cubicBezTo>
                <a:cubicBezTo>
                  <a:pt x="12" y="4"/>
                  <a:pt x="13" y="2"/>
                  <a:pt x="11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Freeform 54"/>
          <p:cNvSpPr/>
          <p:nvPr>
            <p:custDataLst>
              <p:tags r:id="rId51"/>
            </p:custDataLst>
          </p:nvPr>
        </p:nvSpPr>
        <p:spPr bwMode="auto">
          <a:xfrm>
            <a:off x="10781030" y="283845"/>
            <a:ext cx="13970" cy="27305"/>
          </a:xfrm>
          <a:custGeom>
            <a:avLst/>
            <a:gdLst>
              <a:gd name="T0" fmla="*/ 17 w 19"/>
              <a:gd name="T1" fmla="*/ 2 h 37"/>
              <a:gd name="T2" fmla="*/ 15 w 19"/>
              <a:gd name="T3" fmla="*/ 2 h 37"/>
              <a:gd name="T4" fmla="*/ 13 w 19"/>
              <a:gd name="T5" fmla="*/ 13 h 37"/>
              <a:gd name="T6" fmla="*/ 12 w 19"/>
              <a:gd name="T7" fmla="*/ 23 h 37"/>
              <a:gd name="T8" fmla="*/ 11 w 19"/>
              <a:gd name="T9" fmla="*/ 29 h 37"/>
              <a:gd name="T10" fmla="*/ 10 w 19"/>
              <a:gd name="T11" fmla="*/ 29 h 37"/>
              <a:gd name="T12" fmla="*/ 1 w 19"/>
              <a:gd name="T13" fmla="*/ 20 h 37"/>
              <a:gd name="T14" fmla="*/ 1 w 19"/>
              <a:gd name="T15" fmla="*/ 22 h 37"/>
              <a:gd name="T16" fmla="*/ 7 w 19"/>
              <a:gd name="T17" fmla="*/ 36 h 37"/>
              <a:gd name="T18" fmla="*/ 14 w 19"/>
              <a:gd name="T19" fmla="*/ 37 h 37"/>
              <a:gd name="T20" fmla="*/ 19 w 19"/>
              <a:gd name="T21" fmla="*/ 23 h 37"/>
              <a:gd name="T22" fmla="*/ 19 w 19"/>
              <a:gd name="T23" fmla="*/ 14 h 37"/>
              <a:gd name="T24" fmla="*/ 17 w 19"/>
              <a:gd name="T25" fmla="*/ 2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" h="37">
                <a:moveTo>
                  <a:pt x="17" y="2"/>
                </a:moveTo>
                <a:cubicBezTo>
                  <a:pt x="17" y="2"/>
                  <a:pt x="16" y="0"/>
                  <a:pt x="15" y="2"/>
                </a:cubicBezTo>
                <a:cubicBezTo>
                  <a:pt x="15" y="2"/>
                  <a:pt x="15" y="10"/>
                  <a:pt x="13" y="13"/>
                </a:cubicBezTo>
                <a:cubicBezTo>
                  <a:pt x="13" y="13"/>
                  <a:pt x="13" y="21"/>
                  <a:pt x="12" y="23"/>
                </a:cubicBezTo>
                <a:cubicBezTo>
                  <a:pt x="12" y="23"/>
                  <a:pt x="11" y="28"/>
                  <a:pt x="11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6" y="17"/>
                  <a:pt x="1" y="20"/>
                </a:cubicBezTo>
                <a:cubicBezTo>
                  <a:pt x="1" y="20"/>
                  <a:pt x="0" y="21"/>
                  <a:pt x="1" y="22"/>
                </a:cubicBezTo>
                <a:cubicBezTo>
                  <a:pt x="1" y="22"/>
                  <a:pt x="7" y="33"/>
                  <a:pt x="7" y="36"/>
                </a:cubicBezTo>
                <a:cubicBezTo>
                  <a:pt x="7" y="36"/>
                  <a:pt x="11" y="37"/>
                  <a:pt x="14" y="37"/>
                </a:cubicBezTo>
                <a:cubicBezTo>
                  <a:pt x="14" y="37"/>
                  <a:pt x="18" y="27"/>
                  <a:pt x="19" y="23"/>
                </a:cubicBezTo>
                <a:cubicBezTo>
                  <a:pt x="19" y="23"/>
                  <a:pt x="19" y="16"/>
                  <a:pt x="19" y="14"/>
                </a:cubicBezTo>
                <a:cubicBezTo>
                  <a:pt x="19" y="14"/>
                  <a:pt x="18" y="6"/>
                  <a:pt x="17" y="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6" name="Freeform 55"/>
          <p:cNvSpPr/>
          <p:nvPr>
            <p:custDataLst>
              <p:tags r:id="rId52"/>
            </p:custDataLst>
          </p:nvPr>
        </p:nvSpPr>
        <p:spPr bwMode="auto">
          <a:xfrm>
            <a:off x="10962005" y="193675"/>
            <a:ext cx="45720" cy="22225"/>
          </a:xfrm>
          <a:custGeom>
            <a:avLst/>
            <a:gdLst>
              <a:gd name="T0" fmla="*/ 62 w 62"/>
              <a:gd name="T1" fmla="*/ 10 h 30"/>
              <a:gd name="T2" fmla="*/ 59 w 62"/>
              <a:gd name="T3" fmla="*/ 10 h 30"/>
              <a:gd name="T4" fmla="*/ 54 w 62"/>
              <a:gd name="T5" fmla="*/ 9 h 30"/>
              <a:gd name="T6" fmla="*/ 53 w 62"/>
              <a:gd name="T7" fmla="*/ 2 h 30"/>
              <a:gd name="T8" fmla="*/ 51 w 62"/>
              <a:gd name="T9" fmla="*/ 1 h 30"/>
              <a:gd name="T10" fmla="*/ 48 w 62"/>
              <a:gd name="T11" fmla="*/ 6 h 30"/>
              <a:gd name="T12" fmla="*/ 47 w 62"/>
              <a:gd name="T13" fmla="*/ 8 h 30"/>
              <a:gd name="T14" fmla="*/ 36 w 62"/>
              <a:gd name="T15" fmla="*/ 9 h 30"/>
              <a:gd name="T16" fmla="*/ 39 w 62"/>
              <a:gd name="T17" fmla="*/ 4 h 30"/>
              <a:gd name="T18" fmla="*/ 37 w 62"/>
              <a:gd name="T19" fmla="*/ 3 h 30"/>
              <a:gd name="T20" fmla="*/ 31 w 62"/>
              <a:gd name="T21" fmla="*/ 11 h 30"/>
              <a:gd name="T22" fmla="*/ 36 w 62"/>
              <a:gd name="T23" fmla="*/ 16 h 30"/>
              <a:gd name="T24" fmla="*/ 28 w 62"/>
              <a:gd name="T25" fmla="*/ 20 h 30"/>
              <a:gd name="T26" fmla="*/ 4 w 62"/>
              <a:gd name="T27" fmla="*/ 26 h 30"/>
              <a:gd name="T28" fmla="*/ 5 w 62"/>
              <a:gd name="T29" fmla="*/ 29 h 30"/>
              <a:gd name="T30" fmla="*/ 25 w 62"/>
              <a:gd name="T31" fmla="*/ 26 h 30"/>
              <a:gd name="T32" fmla="*/ 52 w 62"/>
              <a:gd name="T33" fmla="*/ 14 h 30"/>
              <a:gd name="T34" fmla="*/ 62 w 62"/>
              <a:gd name="T35" fmla="*/ 14 h 30"/>
              <a:gd name="T36" fmla="*/ 62 w 62"/>
              <a:gd name="T37" fmla="*/ 1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2" h="30">
                <a:moveTo>
                  <a:pt x="62" y="10"/>
                </a:moveTo>
                <a:cubicBezTo>
                  <a:pt x="61" y="9"/>
                  <a:pt x="59" y="10"/>
                  <a:pt x="59" y="10"/>
                </a:cubicBezTo>
                <a:cubicBezTo>
                  <a:pt x="54" y="9"/>
                  <a:pt x="54" y="9"/>
                  <a:pt x="54" y="9"/>
                </a:cubicBezTo>
                <a:cubicBezTo>
                  <a:pt x="56" y="8"/>
                  <a:pt x="53" y="2"/>
                  <a:pt x="53" y="2"/>
                </a:cubicBezTo>
                <a:cubicBezTo>
                  <a:pt x="52" y="0"/>
                  <a:pt x="51" y="1"/>
                  <a:pt x="51" y="1"/>
                </a:cubicBezTo>
                <a:cubicBezTo>
                  <a:pt x="49" y="2"/>
                  <a:pt x="48" y="6"/>
                  <a:pt x="48" y="6"/>
                </a:cubicBezTo>
                <a:cubicBezTo>
                  <a:pt x="47" y="8"/>
                  <a:pt x="47" y="8"/>
                  <a:pt x="47" y="8"/>
                </a:cubicBezTo>
                <a:cubicBezTo>
                  <a:pt x="36" y="9"/>
                  <a:pt x="36" y="9"/>
                  <a:pt x="36" y="9"/>
                </a:cubicBezTo>
                <a:cubicBezTo>
                  <a:pt x="35" y="6"/>
                  <a:pt x="39" y="4"/>
                  <a:pt x="39" y="4"/>
                </a:cubicBezTo>
                <a:cubicBezTo>
                  <a:pt x="41" y="2"/>
                  <a:pt x="37" y="3"/>
                  <a:pt x="37" y="3"/>
                </a:cubicBezTo>
                <a:cubicBezTo>
                  <a:pt x="32" y="6"/>
                  <a:pt x="31" y="11"/>
                  <a:pt x="31" y="11"/>
                </a:cubicBezTo>
                <a:cubicBezTo>
                  <a:pt x="31" y="16"/>
                  <a:pt x="35" y="16"/>
                  <a:pt x="36" y="16"/>
                </a:cubicBezTo>
                <a:cubicBezTo>
                  <a:pt x="35" y="16"/>
                  <a:pt x="28" y="20"/>
                  <a:pt x="28" y="20"/>
                </a:cubicBezTo>
                <a:cubicBezTo>
                  <a:pt x="18" y="26"/>
                  <a:pt x="4" y="26"/>
                  <a:pt x="4" y="26"/>
                </a:cubicBezTo>
                <a:cubicBezTo>
                  <a:pt x="0" y="28"/>
                  <a:pt x="5" y="29"/>
                  <a:pt x="5" y="29"/>
                </a:cubicBezTo>
                <a:cubicBezTo>
                  <a:pt x="9" y="30"/>
                  <a:pt x="25" y="26"/>
                  <a:pt x="25" y="26"/>
                </a:cubicBezTo>
                <a:cubicBezTo>
                  <a:pt x="49" y="21"/>
                  <a:pt x="52" y="14"/>
                  <a:pt x="52" y="14"/>
                </a:cubicBezTo>
                <a:cubicBezTo>
                  <a:pt x="56" y="15"/>
                  <a:pt x="62" y="14"/>
                  <a:pt x="62" y="14"/>
                </a:cubicBezTo>
                <a:lnTo>
                  <a:pt x="62" y="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7" name="Freeform 56"/>
          <p:cNvSpPr/>
          <p:nvPr>
            <p:custDataLst>
              <p:tags r:id="rId53"/>
            </p:custDataLst>
          </p:nvPr>
        </p:nvSpPr>
        <p:spPr bwMode="auto">
          <a:xfrm>
            <a:off x="10985500" y="215265"/>
            <a:ext cx="13970" cy="13335"/>
          </a:xfrm>
          <a:custGeom>
            <a:avLst/>
            <a:gdLst>
              <a:gd name="T0" fmla="*/ 11 w 19"/>
              <a:gd name="T1" fmla="*/ 5 h 18"/>
              <a:gd name="T2" fmla="*/ 4 w 19"/>
              <a:gd name="T3" fmla="*/ 15 h 18"/>
              <a:gd name="T4" fmla="*/ 3 w 19"/>
              <a:gd name="T5" fmla="*/ 18 h 18"/>
              <a:gd name="T6" fmla="*/ 15 w 19"/>
              <a:gd name="T7" fmla="*/ 15 h 18"/>
              <a:gd name="T8" fmla="*/ 14 w 19"/>
              <a:gd name="T9" fmla="*/ 5 h 18"/>
              <a:gd name="T10" fmla="*/ 11 w 19"/>
              <a:gd name="T11" fmla="*/ 5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18">
                <a:moveTo>
                  <a:pt x="11" y="5"/>
                </a:moveTo>
                <a:cubicBezTo>
                  <a:pt x="11" y="5"/>
                  <a:pt x="7" y="15"/>
                  <a:pt x="4" y="15"/>
                </a:cubicBezTo>
                <a:cubicBezTo>
                  <a:pt x="4" y="15"/>
                  <a:pt x="0" y="17"/>
                  <a:pt x="3" y="18"/>
                </a:cubicBezTo>
                <a:cubicBezTo>
                  <a:pt x="3" y="18"/>
                  <a:pt x="11" y="15"/>
                  <a:pt x="15" y="15"/>
                </a:cubicBezTo>
                <a:cubicBezTo>
                  <a:pt x="15" y="15"/>
                  <a:pt x="19" y="11"/>
                  <a:pt x="14" y="5"/>
                </a:cubicBezTo>
                <a:cubicBezTo>
                  <a:pt x="14" y="5"/>
                  <a:pt x="12" y="0"/>
                  <a:pt x="11" y="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8" name="Freeform 57"/>
          <p:cNvSpPr>
            <a:spLocks noEditPoints="1"/>
          </p:cNvSpPr>
          <p:nvPr>
            <p:custDataLst>
              <p:tags r:id="rId54"/>
            </p:custDataLst>
          </p:nvPr>
        </p:nvSpPr>
        <p:spPr bwMode="auto">
          <a:xfrm>
            <a:off x="11054080" y="278130"/>
            <a:ext cx="48895" cy="31115"/>
          </a:xfrm>
          <a:custGeom>
            <a:avLst/>
            <a:gdLst>
              <a:gd name="T0" fmla="*/ 64 w 66"/>
              <a:gd name="T1" fmla="*/ 20 h 42"/>
              <a:gd name="T2" fmla="*/ 63 w 66"/>
              <a:gd name="T3" fmla="*/ 20 h 42"/>
              <a:gd name="T4" fmla="*/ 59 w 66"/>
              <a:gd name="T5" fmla="*/ 16 h 42"/>
              <a:gd name="T6" fmla="*/ 56 w 66"/>
              <a:gd name="T7" fmla="*/ 12 h 42"/>
              <a:gd name="T8" fmla="*/ 53 w 66"/>
              <a:gd name="T9" fmla="*/ 11 h 42"/>
              <a:gd name="T10" fmla="*/ 45 w 66"/>
              <a:gd name="T11" fmla="*/ 5 h 42"/>
              <a:gd name="T12" fmla="*/ 47 w 66"/>
              <a:gd name="T13" fmla="*/ 2 h 42"/>
              <a:gd name="T14" fmla="*/ 46 w 66"/>
              <a:gd name="T15" fmla="*/ 0 h 42"/>
              <a:gd name="T16" fmla="*/ 40 w 66"/>
              <a:gd name="T17" fmla="*/ 2 h 42"/>
              <a:gd name="T18" fmla="*/ 43 w 66"/>
              <a:gd name="T19" fmla="*/ 6 h 42"/>
              <a:gd name="T20" fmla="*/ 51 w 66"/>
              <a:gd name="T21" fmla="*/ 12 h 42"/>
              <a:gd name="T22" fmla="*/ 51 w 66"/>
              <a:gd name="T23" fmla="*/ 18 h 42"/>
              <a:gd name="T24" fmla="*/ 47 w 66"/>
              <a:gd name="T25" fmla="*/ 17 h 42"/>
              <a:gd name="T26" fmla="*/ 29 w 66"/>
              <a:gd name="T27" fmla="*/ 6 h 42"/>
              <a:gd name="T28" fmla="*/ 23 w 66"/>
              <a:gd name="T29" fmla="*/ 7 h 42"/>
              <a:gd name="T30" fmla="*/ 24 w 66"/>
              <a:gd name="T31" fmla="*/ 11 h 42"/>
              <a:gd name="T32" fmla="*/ 29 w 66"/>
              <a:gd name="T33" fmla="*/ 15 h 42"/>
              <a:gd name="T34" fmla="*/ 23 w 66"/>
              <a:gd name="T35" fmla="*/ 14 h 42"/>
              <a:gd name="T36" fmla="*/ 21 w 66"/>
              <a:gd name="T37" fmla="*/ 19 h 42"/>
              <a:gd name="T38" fmla="*/ 20 w 66"/>
              <a:gd name="T39" fmla="*/ 25 h 42"/>
              <a:gd name="T40" fmla="*/ 7 w 66"/>
              <a:gd name="T41" fmla="*/ 5 h 42"/>
              <a:gd name="T42" fmla="*/ 1 w 66"/>
              <a:gd name="T43" fmla="*/ 24 h 42"/>
              <a:gd name="T44" fmla="*/ 8 w 66"/>
              <a:gd name="T45" fmla="*/ 31 h 42"/>
              <a:gd name="T46" fmla="*/ 15 w 66"/>
              <a:gd name="T47" fmla="*/ 30 h 42"/>
              <a:gd name="T48" fmla="*/ 17 w 66"/>
              <a:gd name="T49" fmla="*/ 31 h 42"/>
              <a:gd name="T50" fmla="*/ 16 w 66"/>
              <a:gd name="T51" fmla="*/ 36 h 42"/>
              <a:gd name="T52" fmla="*/ 17 w 66"/>
              <a:gd name="T53" fmla="*/ 38 h 42"/>
              <a:gd name="T54" fmla="*/ 21 w 66"/>
              <a:gd name="T55" fmla="*/ 36 h 42"/>
              <a:gd name="T56" fmla="*/ 20 w 66"/>
              <a:gd name="T57" fmla="*/ 28 h 42"/>
              <a:gd name="T58" fmla="*/ 25 w 66"/>
              <a:gd name="T59" fmla="*/ 20 h 42"/>
              <a:gd name="T60" fmla="*/ 36 w 66"/>
              <a:gd name="T61" fmla="*/ 20 h 42"/>
              <a:gd name="T62" fmla="*/ 34 w 66"/>
              <a:gd name="T63" fmla="*/ 14 h 42"/>
              <a:gd name="T64" fmla="*/ 42 w 66"/>
              <a:gd name="T65" fmla="*/ 19 h 42"/>
              <a:gd name="T66" fmla="*/ 45 w 66"/>
              <a:gd name="T67" fmla="*/ 20 h 42"/>
              <a:gd name="T68" fmla="*/ 51 w 66"/>
              <a:gd name="T69" fmla="*/ 23 h 42"/>
              <a:gd name="T70" fmla="*/ 64 w 66"/>
              <a:gd name="T71" fmla="*/ 26 h 42"/>
              <a:gd name="T72" fmla="*/ 64 w 66"/>
              <a:gd name="T73" fmla="*/ 20 h 42"/>
              <a:gd name="T74" fmla="*/ 10 w 66"/>
              <a:gd name="T75" fmla="*/ 28 h 42"/>
              <a:gd name="T76" fmla="*/ 5 w 66"/>
              <a:gd name="T77" fmla="*/ 17 h 42"/>
              <a:gd name="T78" fmla="*/ 11 w 66"/>
              <a:gd name="T79" fmla="*/ 18 h 42"/>
              <a:gd name="T80" fmla="*/ 15 w 66"/>
              <a:gd name="T81" fmla="*/ 24 h 42"/>
              <a:gd name="T82" fmla="*/ 10 w 66"/>
              <a:gd name="T83" fmla="*/ 28 h 42"/>
              <a:gd name="T84" fmla="*/ 56 w 66"/>
              <a:gd name="T85" fmla="*/ 18 h 42"/>
              <a:gd name="T86" fmla="*/ 58 w 66"/>
              <a:gd name="T87" fmla="*/ 18 h 42"/>
              <a:gd name="T88" fmla="*/ 59 w 66"/>
              <a:gd name="T89" fmla="*/ 20 h 42"/>
              <a:gd name="T90" fmla="*/ 56 w 66"/>
              <a:gd name="T91" fmla="*/ 18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6" h="42">
                <a:moveTo>
                  <a:pt x="64" y="20"/>
                </a:moveTo>
                <a:cubicBezTo>
                  <a:pt x="63" y="20"/>
                  <a:pt x="63" y="20"/>
                  <a:pt x="63" y="20"/>
                </a:cubicBezTo>
                <a:cubicBezTo>
                  <a:pt x="59" y="16"/>
                  <a:pt x="59" y="16"/>
                  <a:pt x="59" y="16"/>
                </a:cubicBezTo>
                <a:cubicBezTo>
                  <a:pt x="59" y="16"/>
                  <a:pt x="55" y="17"/>
                  <a:pt x="56" y="12"/>
                </a:cubicBezTo>
                <a:cubicBezTo>
                  <a:pt x="56" y="12"/>
                  <a:pt x="56" y="11"/>
                  <a:pt x="53" y="11"/>
                </a:cubicBezTo>
                <a:cubicBezTo>
                  <a:pt x="45" y="5"/>
                  <a:pt x="45" y="5"/>
                  <a:pt x="45" y="5"/>
                </a:cubicBezTo>
                <a:cubicBezTo>
                  <a:pt x="45" y="5"/>
                  <a:pt x="43" y="3"/>
                  <a:pt x="47" y="2"/>
                </a:cubicBezTo>
                <a:cubicBezTo>
                  <a:pt x="47" y="2"/>
                  <a:pt x="51" y="1"/>
                  <a:pt x="46" y="0"/>
                </a:cubicBezTo>
                <a:cubicBezTo>
                  <a:pt x="46" y="0"/>
                  <a:pt x="40" y="1"/>
                  <a:pt x="40" y="2"/>
                </a:cubicBezTo>
                <a:cubicBezTo>
                  <a:pt x="40" y="2"/>
                  <a:pt x="39" y="7"/>
                  <a:pt x="43" y="6"/>
                </a:cubicBezTo>
                <a:cubicBezTo>
                  <a:pt x="43" y="6"/>
                  <a:pt x="50" y="11"/>
                  <a:pt x="51" y="12"/>
                </a:cubicBezTo>
                <a:cubicBezTo>
                  <a:pt x="51" y="12"/>
                  <a:pt x="50" y="16"/>
                  <a:pt x="51" y="18"/>
                </a:cubicBezTo>
                <a:cubicBezTo>
                  <a:pt x="51" y="18"/>
                  <a:pt x="50" y="19"/>
                  <a:pt x="47" y="17"/>
                </a:cubicBezTo>
                <a:cubicBezTo>
                  <a:pt x="47" y="17"/>
                  <a:pt x="29" y="9"/>
                  <a:pt x="29" y="6"/>
                </a:cubicBezTo>
                <a:cubicBezTo>
                  <a:pt x="29" y="6"/>
                  <a:pt x="25" y="6"/>
                  <a:pt x="23" y="7"/>
                </a:cubicBezTo>
                <a:cubicBezTo>
                  <a:pt x="23" y="7"/>
                  <a:pt x="23" y="11"/>
                  <a:pt x="24" y="11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7" y="16"/>
                  <a:pt x="23" y="14"/>
                </a:cubicBezTo>
                <a:cubicBezTo>
                  <a:pt x="23" y="14"/>
                  <a:pt x="18" y="15"/>
                  <a:pt x="21" y="19"/>
                </a:cubicBezTo>
                <a:cubicBezTo>
                  <a:pt x="21" y="19"/>
                  <a:pt x="23" y="23"/>
                  <a:pt x="20" y="25"/>
                </a:cubicBezTo>
                <a:cubicBezTo>
                  <a:pt x="20" y="25"/>
                  <a:pt x="20" y="16"/>
                  <a:pt x="7" y="5"/>
                </a:cubicBezTo>
                <a:cubicBezTo>
                  <a:pt x="7" y="5"/>
                  <a:pt x="3" y="6"/>
                  <a:pt x="1" y="24"/>
                </a:cubicBezTo>
                <a:cubicBezTo>
                  <a:pt x="1" y="24"/>
                  <a:pt x="0" y="32"/>
                  <a:pt x="8" y="31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30"/>
                  <a:pt x="16" y="29"/>
                  <a:pt x="17" y="31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4" y="37"/>
                  <a:pt x="17" y="38"/>
                </a:cubicBezTo>
                <a:cubicBezTo>
                  <a:pt x="17" y="38"/>
                  <a:pt x="19" y="42"/>
                  <a:pt x="21" y="36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6" y="29"/>
                  <a:pt x="25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20"/>
                  <a:pt x="39" y="18"/>
                  <a:pt x="34" y="14"/>
                </a:cubicBezTo>
                <a:cubicBezTo>
                  <a:pt x="34" y="14"/>
                  <a:pt x="40" y="17"/>
                  <a:pt x="42" y="19"/>
                </a:cubicBezTo>
                <a:cubicBezTo>
                  <a:pt x="42" y="19"/>
                  <a:pt x="42" y="20"/>
                  <a:pt x="45" y="20"/>
                </a:cubicBezTo>
                <a:cubicBezTo>
                  <a:pt x="45" y="20"/>
                  <a:pt x="46" y="22"/>
                  <a:pt x="51" y="23"/>
                </a:cubicBezTo>
                <a:cubicBezTo>
                  <a:pt x="51" y="23"/>
                  <a:pt x="52" y="26"/>
                  <a:pt x="64" y="26"/>
                </a:cubicBezTo>
                <a:cubicBezTo>
                  <a:pt x="64" y="26"/>
                  <a:pt x="66" y="22"/>
                  <a:pt x="64" y="20"/>
                </a:cubicBezTo>
                <a:close/>
                <a:moveTo>
                  <a:pt x="10" y="28"/>
                </a:moveTo>
                <a:cubicBezTo>
                  <a:pt x="2" y="28"/>
                  <a:pt x="5" y="17"/>
                  <a:pt x="5" y="17"/>
                </a:cubicBezTo>
                <a:cubicBezTo>
                  <a:pt x="5" y="11"/>
                  <a:pt x="11" y="18"/>
                  <a:pt x="11" y="18"/>
                </a:cubicBezTo>
                <a:cubicBezTo>
                  <a:pt x="15" y="24"/>
                  <a:pt x="15" y="24"/>
                  <a:pt x="15" y="24"/>
                </a:cubicBezTo>
                <a:cubicBezTo>
                  <a:pt x="18" y="29"/>
                  <a:pt x="10" y="28"/>
                  <a:pt x="10" y="28"/>
                </a:cubicBezTo>
                <a:close/>
                <a:moveTo>
                  <a:pt x="56" y="18"/>
                </a:moveTo>
                <a:cubicBezTo>
                  <a:pt x="56" y="18"/>
                  <a:pt x="57" y="18"/>
                  <a:pt x="58" y="18"/>
                </a:cubicBezTo>
                <a:cubicBezTo>
                  <a:pt x="59" y="20"/>
                  <a:pt x="59" y="20"/>
                  <a:pt x="59" y="20"/>
                </a:cubicBezTo>
                <a:cubicBezTo>
                  <a:pt x="59" y="20"/>
                  <a:pt x="54" y="20"/>
                  <a:pt x="56" y="18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9" name="Freeform 58"/>
          <p:cNvSpPr>
            <a:spLocks noEditPoints="1"/>
          </p:cNvSpPr>
          <p:nvPr>
            <p:custDataLst>
              <p:tags r:id="rId55"/>
            </p:custDataLst>
          </p:nvPr>
        </p:nvSpPr>
        <p:spPr bwMode="auto">
          <a:xfrm>
            <a:off x="10854055" y="185420"/>
            <a:ext cx="21590" cy="46990"/>
          </a:xfrm>
          <a:custGeom>
            <a:avLst/>
            <a:gdLst>
              <a:gd name="T0" fmla="*/ 22 w 29"/>
              <a:gd name="T1" fmla="*/ 41 h 63"/>
              <a:gd name="T2" fmla="*/ 23 w 29"/>
              <a:gd name="T3" fmla="*/ 30 h 63"/>
              <a:gd name="T4" fmla="*/ 21 w 29"/>
              <a:gd name="T5" fmla="*/ 28 h 63"/>
              <a:gd name="T6" fmla="*/ 21 w 29"/>
              <a:gd name="T7" fmla="*/ 26 h 63"/>
              <a:gd name="T8" fmla="*/ 19 w 29"/>
              <a:gd name="T9" fmla="*/ 25 h 63"/>
              <a:gd name="T10" fmla="*/ 15 w 29"/>
              <a:gd name="T11" fmla="*/ 24 h 63"/>
              <a:gd name="T12" fmla="*/ 15 w 29"/>
              <a:gd name="T13" fmla="*/ 21 h 63"/>
              <a:gd name="T14" fmla="*/ 20 w 29"/>
              <a:gd name="T15" fmla="*/ 14 h 63"/>
              <a:gd name="T16" fmla="*/ 19 w 29"/>
              <a:gd name="T17" fmla="*/ 5 h 63"/>
              <a:gd name="T18" fmla="*/ 17 w 29"/>
              <a:gd name="T19" fmla="*/ 4 h 63"/>
              <a:gd name="T20" fmla="*/ 16 w 29"/>
              <a:gd name="T21" fmla="*/ 7 h 63"/>
              <a:gd name="T22" fmla="*/ 12 w 29"/>
              <a:gd name="T23" fmla="*/ 14 h 63"/>
              <a:gd name="T24" fmla="*/ 11 w 29"/>
              <a:gd name="T25" fmla="*/ 4 h 63"/>
              <a:gd name="T26" fmla="*/ 9 w 29"/>
              <a:gd name="T27" fmla="*/ 1 h 63"/>
              <a:gd name="T28" fmla="*/ 8 w 29"/>
              <a:gd name="T29" fmla="*/ 4 h 63"/>
              <a:gd name="T30" fmla="*/ 8 w 29"/>
              <a:gd name="T31" fmla="*/ 23 h 63"/>
              <a:gd name="T32" fmla="*/ 5 w 29"/>
              <a:gd name="T33" fmla="*/ 28 h 63"/>
              <a:gd name="T34" fmla="*/ 4 w 29"/>
              <a:gd name="T35" fmla="*/ 32 h 63"/>
              <a:gd name="T36" fmla="*/ 9 w 29"/>
              <a:gd name="T37" fmla="*/ 33 h 63"/>
              <a:gd name="T38" fmla="*/ 9 w 29"/>
              <a:gd name="T39" fmla="*/ 45 h 63"/>
              <a:gd name="T40" fmla="*/ 9 w 29"/>
              <a:gd name="T41" fmla="*/ 48 h 63"/>
              <a:gd name="T42" fmla="*/ 14 w 29"/>
              <a:gd name="T43" fmla="*/ 49 h 63"/>
              <a:gd name="T44" fmla="*/ 17 w 29"/>
              <a:gd name="T45" fmla="*/ 43 h 63"/>
              <a:gd name="T46" fmla="*/ 18 w 29"/>
              <a:gd name="T47" fmla="*/ 44 h 63"/>
              <a:gd name="T48" fmla="*/ 19 w 29"/>
              <a:gd name="T49" fmla="*/ 49 h 63"/>
              <a:gd name="T50" fmla="*/ 16 w 29"/>
              <a:gd name="T51" fmla="*/ 55 h 63"/>
              <a:gd name="T52" fmla="*/ 14 w 29"/>
              <a:gd name="T53" fmla="*/ 57 h 63"/>
              <a:gd name="T54" fmla="*/ 16 w 29"/>
              <a:gd name="T55" fmla="*/ 62 h 63"/>
              <a:gd name="T56" fmla="*/ 19 w 29"/>
              <a:gd name="T57" fmla="*/ 59 h 63"/>
              <a:gd name="T58" fmla="*/ 19 w 29"/>
              <a:gd name="T59" fmla="*/ 55 h 63"/>
              <a:gd name="T60" fmla="*/ 29 w 29"/>
              <a:gd name="T61" fmla="*/ 56 h 63"/>
              <a:gd name="T62" fmla="*/ 27 w 29"/>
              <a:gd name="T63" fmla="*/ 51 h 63"/>
              <a:gd name="T64" fmla="*/ 22 w 29"/>
              <a:gd name="T65" fmla="*/ 41 h 63"/>
              <a:gd name="T66" fmla="*/ 15 w 29"/>
              <a:gd name="T67" fmla="*/ 39 h 63"/>
              <a:gd name="T68" fmla="*/ 13 w 29"/>
              <a:gd name="T69" fmla="*/ 42 h 63"/>
              <a:gd name="T70" fmla="*/ 12 w 29"/>
              <a:gd name="T71" fmla="*/ 32 h 63"/>
              <a:gd name="T72" fmla="*/ 13 w 29"/>
              <a:gd name="T73" fmla="*/ 27 h 63"/>
              <a:gd name="T74" fmla="*/ 15 w 29"/>
              <a:gd name="T75" fmla="*/ 34 h 63"/>
              <a:gd name="T76" fmla="*/ 15 w 29"/>
              <a:gd name="T77" fmla="*/ 3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9" h="63">
                <a:moveTo>
                  <a:pt x="22" y="41"/>
                </a:moveTo>
                <a:cubicBezTo>
                  <a:pt x="22" y="41"/>
                  <a:pt x="20" y="39"/>
                  <a:pt x="23" y="30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6"/>
                  <a:pt x="21" y="26"/>
                  <a:pt x="21" y="26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7" y="23"/>
                  <a:pt x="15" y="24"/>
                </a:cubicBezTo>
                <a:cubicBezTo>
                  <a:pt x="15" y="24"/>
                  <a:pt x="13" y="25"/>
                  <a:pt x="15" y="21"/>
                </a:cubicBezTo>
                <a:cubicBezTo>
                  <a:pt x="20" y="14"/>
                  <a:pt x="20" y="14"/>
                  <a:pt x="20" y="14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20" y="3"/>
                  <a:pt x="17" y="4"/>
                </a:cubicBezTo>
                <a:cubicBezTo>
                  <a:pt x="17" y="4"/>
                  <a:pt x="17" y="5"/>
                  <a:pt x="16" y="7"/>
                </a:cubicBezTo>
                <a:cubicBezTo>
                  <a:pt x="14" y="9"/>
                  <a:pt x="13" y="12"/>
                  <a:pt x="12" y="14"/>
                </a:cubicBezTo>
                <a:cubicBezTo>
                  <a:pt x="12" y="14"/>
                  <a:pt x="12" y="6"/>
                  <a:pt x="11" y="4"/>
                </a:cubicBezTo>
                <a:cubicBezTo>
                  <a:pt x="9" y="1"/>
                  <a:pt x="9" y="1"/>
                  <a:pt x="9" y="1"/>
                </a:cubicBezTo>
                <a:cubicBezTo>
                  <a:pt x="9" y="1"/>
                  <a:pt x="6" y="0"/>
                  <a:pt x="8" y="4"/>
                </a:cubicBezTo>
                <a:cubicBezTo>
                  <a:pt x="8" y="23"/>
                  <a:pt x="8" y="23"/>
                  <a:pt x="8" y="23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0" y="29"/>
                  <a:pt x="4" y="32"/>
                </a:cubicBezTo>
                <a:cubicBezTo>
                  <a:pt x="9" y="33"/>
                  <a:pt x="9" y="33"/>
                  <a:pt x="9" y="33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8"/>
                  <a:pt x="9" y="48"/>
                  <a:pt x="9" y="48"/>
                </a:cubicBezTo>
                <a:cubicBezTo>
                  <a:pt x="14" y="49"/>
                  <a:pt x="14" y="49"/>
                  <a:pt x="14" y="49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3"/>
                  <a:pt x="18" y="43"/>
                  <a:pt x="18" y="44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49"/>
                  <a:pt x="17" y="54"/>
                  <a:pt x="16" y="55"/>
                </a:cubicBezTo>
                <a:cubicBezTo>
                  <a:pt x="16" y="55"/>
                  <a:pt x="16" y="55"/>
                  <a:pt x="14" y="57"/>
                </a:cubicBezTo>
                <a:cubicBezTo>
                  <a:pt x="14" y="57"/>
                  <a:pt x="10" y="62"/>
                  <a:pt x="16" y="62"/>
                </a:cubicBezTo>
                <a:cubicBezTo>
                  <a:pt x="16" y="62"/>
                  <a:pt x="19" y="63"/>
                  <a:pt x="19" y="59"/>
                </a:cubicBezTo>
                <a:cubicBezTo>
                  <a:pt x="19" y="55"/>
                  <a:pt x="19" y="55"/>
                  <a:pt x="19" y="55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56"/>
                  <a:pt x="29" y="54"/>
                  <a:pt x="27" y="51"/>
                </a:cubicBezTo>
                <a:lnTo>
                  <a:pt x="22" y="41"/>
                </a:lnTo>
                <a:close/>
                <a:moveTo>
                  <a:pt x="15" y="39"/>
                </a:moveTo>
                <a:cubicBezTo>
                  <a:pt x="13" y="42"/>
                  <a:pt x="13" y="42"/>
                  <a:pt x="13" y="42"/>
                </a:cubicBezTo>
                <a:cubicBezTo>
                  <a:pt x="12" y="32"/>
                  <a:pt x="12" y="32"/>
                  <a:pt x="12" y="32"/>
                </a:cubicBezTo>
                <a:cubicBezTo>
                  <a:pt x="11" y="29"/>
                  <a:pt x="13" y="27"/>
                  <a:pt x="13" y="27"/>
                </a:cubicBezTo>
                <a:cubicBezTo>
                  <a:pt x="14" y="29"/>
                  <a:pt x="15" y="34"/>
                  <a:pt x="15" y="34"/>
                </a:cubicBezTo>
                <a:cubicBezTo>
                  <a:pt x="15" y="37"/>
                  <a:pt x="15" y="39"/>
                  <a:pt x="15" y="3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0" name="Freeform 59"/>
          <p:cNvSpPr/>
          <p:nvPr>
            <p:custDataLst>
              <p:tags r:id="rId56"/>
            </p:custDataLst>
          </p:nvPr>
        </p:nvSpPr>
        <p:spPr bwMode="auto">
          <a:xfrm>
            <a:off x="10871200" y="215900"/>
            <a:ext cx="8890" cy="6350"/>
          </a:xfrm>
          <a:custGeom>
            <a:avLst/>
            <a:gdLst>
              <a:gd name="T0" fmla="*/ 9 w 12"/>
              <a:gd name="T1" fmla="*/ 0 h 9"/>
              <a:gd name="T2" fmla="*/ 3 w 12"/>
              <a:gd name="T3" fmla="*/ 1 h 9"/>
              <a:gd name="T4" fmla="*/ 3 w 12"/>
              <a:gd name="T5" fmla="*/ 3 h 9"/>
              <a:gd name="T6" fmla="*/ 9 w 12"/>
              <a:gd name="T7" fmla="*/ 6 h 9"/>
              <a:gd name="T8" fmla="*/ 12 w 12"/>
              <a:gd name="T9" fmla="*/ 5 h 9"/>
              <a:gd name="T10" fmla="*/ 12 w 12"/>
              <a:gd name="T11" fmla="*/ 2 h 9"/>
              <a:gd name="T12" fmla="*/ 9 w 12"/>
              <a:gd name="T13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9">
                <a:moveTo>
                  <a:pt x="9" y="0"/>
                </a:moveTo>
                <a:cubicBezTo>
                  <a:pt x="3" y="1"/>
                  <a:pt x="3" y="1"/>
                  <a:pt x="3" y="1"/>
                </a:cubicBezTo>
                <a:cubicBezTo>
                  <a:pt x="3" y="1"/>
                  <a:pt x="0" y="3"/>
                  <a:pt x="3" y="3"/>
                </a:cubicBezTo>
                <a:cubicBezTo>
                  <a:pt x="3" y="3"/>
                  <a:pt x="7" y="4"/>
                  <a:pt x="9" y="6"/>
                </a:cubicBezTo>
                <a:cubicBezTo>
                  <a:pt x="9" y="6"/>
                  <a:pt x="11" y="9"/>
                  <a:pt x="12" y="5"/>
                </a:cubicBezTo>
                <a:cubicBezTo>
                  <a:pt x="12" y="2"/>
                  <a:pt x="12" y="2"/>
                  <a:pt x="12" y="2"/>
                </a:cubicBezTo>
                <a:cubicBezTo>
                  <a:pt x="12" y="2"/>
                  <a:pt x="12" y="0"/>
                  <a:pt x="9" y="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1" name="Freeform 60"/>
          <p:cNvSpPr/>
          <p:nvPr>
            <p:custDataLst>
              <p:tags r:id="rId57"/>
            </p:custDataLst>
          </p:nvPr>
        </p:nvSpPr>
        <p:spPr bwMode="auto">
          <a:xfrm>
            <a:off x="10888980" y="424815"/>
            <a:ext cx="8255" cy="26035"/>
          </a:xfrm>
          <a:custGeom>
            <a:avLst/>
            <a:gdLst>
              <a:gd name="T0" fmla="*/ 19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4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9 w 29"/>
              <a:gd name="T13" fmla="*/ 93 h 93"/>
              <a:gd name="T14" fmla="*/ 19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9" y="18"/>
                </a:moveTo>
                <a:lnTo>
                  <a:pt x="8" y="26"/>
                </a:lnTo>
                <a:lnTo>
                  <a:pt x="0" y="16"/>
                </a:lnTo>
                <a:lnTo>
                  <a:pt x="24" y="0"/>
                </a:lnTo>
                <a:lnTo>
                  <a:pt x="29" y="2"/>
                </a:lnTo>
                <a:lnTo>
                  <a:pt x="29" y="93"/>
                </a:lnTo>
                <a:lnTo>
                  <a:pt x="19" y="93"/>
                </a:lnTo>
                <a:lnTo>
                  <a:pt x="19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2" name="Freeform 61"/>
          <p:cNvSpPr/>
          <p:nvPr>
            <p:custDataLst>
              <p:tags r:id="rId58"/>
            </p:custDataLst>
          </p:nvPr>
        </p:nvSpPr>
        <p:spPr bwMode="auto">
          <a:xfrm>
            <a:off x="10963275" y="424815"/>
            <a:ext cx="8255" cy="26035"/>
          </a:xfrm>
          <a:custGeom>
            <a:avLst/>
            <a:gdLst>
              <a:gd name="T0" fmla="*/ 16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1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6 w 29"/>
              <a:gd name="T13" fmla="*/ 93 h 93"/>
              <a:gd name="T14" fmla="*/ 16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6" y="18"/>
                </a:moveTo>
                <a:lnTo>
                  <a:pt x="8" y="26"/>
                </a:lnTo>
                <a:lnTo>
                  <a:pt x="0" y="16"/>
                </a:lnTo>
                <a:lnTo>
                  <a:pt x="21" y="0"/>
                </a:lnTo>
                <a:lnTo>
                  <a:pt x="29" y="2"/>
                </a:lnTo>
                <a:lnTo>
                  <a:pt x="29" y="93"/>
                </a:lnTo>
                <a:lnTo>
                  <a:pt x="16" y="93"/>
                </a:lnTo>
                <a:lnTo>
                  <a:pt x="16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3" name="Freeform 62"/>
          <p:cNvSpPr>
            <a:spLocks noEditPoints="1"/>
          </p:cNvSpPr>
          <p:nvPr>
            <p:custDataLst>
              <p:tags r:id="rId59"/>
            </p:custDataLst>
          </p:nvPr>
        </p:nvSpPr>
        <p:spPr bwMode="auto">
          <a:xfrm>
            <a:off x="10910570" y="424815"/>
            <a:ext cx="15875" cy="26035"/>
          </a:xfrm>
          <a:custGeom>
            <a:avLst/>
            <a:gdLst>
              <a:gd name="T0" fmla="*/ 16 w 21"/>
              <a:gd name="T1" fmla="*/ 10 h 35"/>
              <a:gd name="T2" fmla="*/ 16 w 21"/>
              <a:gd name="T3" fmla="*/ 13 h 35"/>
              <a:gd name="T4" fmla="*/ 15 w 21"/>
              <a:gd name="T5" fmla="*/ 16 h 35"/>
              <a:gd name="T6" fmla="*/ 11 w 21"/>
              <a:gd name="T7" fmla="*/ 17 h 35"/>
              <a:gd name="T8" fmla="*/ 9 w 21"/>
              <a:gd name="T9" fmla="*/ 17 h 35"/>
              <a:gd name="T10" fmla="*/ 7 w 21"/>
              <a:gd name="T11" fmla="*/ 16 h 35"/>
              <a:gd name="T12" fmla="*/ 5 w 21"/>
              <a:gd name="T13" fmla="*/ 14 h 35"/>
              <a:gd name="T14" fmla="*/ 5 w 21"/>
              <a:gd name="T15" fmla="*/ 11 h 35"/>
              <a:gd name="T16" fmla="*/ 5 w 21"/>
              <a:gd name="T17" fmla="*/ 8 h 35"/>
              <a:gd name="T18" fmla="*/ 7 w 21"/>
              <a:gd name="T19" fmla="*/ 6 h 35"/>
              <a:gd name="T20" fmla="*/ 8 w 21"/>
              <a:gd name="T21" fmla="*/ 5 h 35"/>
              <a:gd name="T22" fmla="*/ 11 w 21"/>
              <a:gd name="T23" fmla="*/ 4 h 35"/>
              <a:gd name="T24" fmla="*/ 14 w 21"/>
              <a:gd name="T25" fmla="*/ 5 h 35"/>
              <a:gd name="T26" fmla="*/ 16 w 21"/>
              <a:gd name="T27" fmla="*/ 7 h 35"/>
              <a:gd name="T28" fmla="*/ 16 w 21"/>
              <a:gd name="T29" fmla="*/ 10 h 35"/>
              <a:gd name="T30" fmla="*/ 16 w 21"/>
              <a:gd name="T31" fmla="*/ 23 h 35"/>
              <a:gd name="T32" fmla="*/ 16 w 21"/>
              <a:gd name="T33" fmla="*/ 25 h 35"/>
              <a:gd name="T34" fmla="*/ 15 w 21"/>
              <a:gd name="T35" fmla="*/ 27 h 35"/>
              <a:gd name="T36" fmla="*/ 14 w 21"/>
              <a:gd name="T37" fmla="*/ 29 h 35"/>
              <a:gd name="T38" fmla="*/ 12 w 21"/>
              <a:gd name="T39" fmla="*/ 30 h 35"/>
              <a:gd name="T40" fmla="*/ 9 w 21"/>
              <a:gd name="T41" fmla="*/ 30 h 35"/>
              <a:gd name="T42" fmla="*/ 7 w 21"/>
              <a:gd name="T43" fmla="*/ 29 h 35"/>
              <a:gd name="T44" fmla="*/ 5 w 21"/>
              <a:gd name="T45" fmla="*/ 28 h 35"/>
              <a:gd name="T46" fmla="*/ 5 w 21"/>
              <a:gd name="T47" fmla="*/ 26 h 35"/>
              <a:gd name="T48" fmla="*/ 0 w 21"/>
              <a:gd name="T49" fmla="*/ 26 h 35"/>
              <a:gd name="T50" fmla="*/ 1 w 21"/>
              <a:gd name="T51" fmla="*/ 28 h 35"/>
              <a:gd name="T52" fmla="*/ 2 w 21"/>
              <a:gd name="T53" fmla="*/ 31 h 35"/>
              <a:gd name="T54" fmla="*/ 4 w 21"/>
              <a:gd name="T55" fmla="*/ 33 h 35"/>
              <a:gd name="T56" fmla="*/ 7 w 21"/>
              <a:gd name="T57" fmla="*/ 34 h 35"/>
              <a:gd name="T58" fmla="*/ 10 w 21"/>
              <a:gd name="T59" fmla="*/ 35 h 35"/>
              <a:gd name="T60" fmla="*/ 14 w 21"/>
              <a:gd name="T61" fmla="*/ 34 h 35"/>
              <a:gd name="T62" fmla="*/ 17 w 21"/>
              <a:gd name="T63" fmla="*/ 33 h 35"/>
              <a:gd name="T64" fmla="*/ 19 w 21"/>
              <a:gd name="T65" fmla="*/ 31 h 35"/>
              <a:gd name="T66" fmla="*/ 20 w 21"/>
              <a:gd name="T67" fmla="*/ 28 h 35"/>
              <a:gd name="T68" fmla="*/ 21 w 21"/>
              <a:gd name="T69" fmla="*/ 25 h 35"/>
              <a:gd name="T70" fmla="*/ 21 w 21"/>
              <a:gd name="T71" fmla="*/ 21 h 35"/>
              <a:gd name="T72" fmla="*/ 21 w 21"/>
              <a:gd name="T73" fmla="*/ 11 h 35"/>
              <a:gd name="T74" fmla="*/ 20 w 21"/>
              <a:gd name="T75" fmla="*/ 7 h 35"/>
              <a:gd name="T76" fmla="*/ 19 w 21"/>
              <a:gd name="T77" fmla="*/ 3 h 35"/>
              <a:gd name="T78" fmla="*/ 15 w 21"/>
              <a:gd name="T79" fmla="*/ 1 h 35"/>
              <a:gd name="T80" fmla="*/ 10 w 21"/>
              <a:gd name="T81" fmla="*/ 0 h 35"/>
              <a:gd name="T82" fmla="*/ 7 w 21"/>
              <a:gd name="T83" fmla="*/ 0 h 35"/>
              <a:gd name="T84" fmla="*/ 3 w 21"/>
              <a:gd name="T85" fmla="*/ 2 h 35"/>
              <a:gd name="T86" fmla="*/ 1 w 21"/>
              <a:gd name="T87" fmla="*/ 5 h 35"/>
              <a:gd name="T88" fmla="*/ 1 w 21"/>
              <a:gd name="T89" fmla="*/ 8 h 35"/>
              <a:gd name="T90" fmla="*/ 0 w 21"/>
              <a:gd name="T91" fmla="*/ 11 h 35"/>
              <a:gd name="T92" fmla="*/ 1 w 21"/>
              <a:gd name="T93" fmla="*/ 16 h 35"/>
              <a:gd name="T94" fmla="*/ 3 w 21"/>
              <a:gd name="T95" fmla="*/ 19 h 35"/>
              <a:gd name="T96" fmla="*/ 6 w 21"/>
              <a:gd name="T97" fmla="*/ 21 h 35"/>
              <a:gd name="T98" fmla="*/ 11 w 21"/>
              <a:gd name="T99" fmla="*/ 21 h 35"/>
              <a:gd name="T100" fmla="*/ 13 w 21"/>
              <a:gd name="T101" fmla="*/ 21 h 35"/>
              <a:gd name="T102" fmla="*/ 15 w 21"/>
              <a:gd name="T103" fmla="*/ 21 h 35"/>
              <a:gd name="T104" fmla="*/ 16 w 21"/>
              <a:gd name="T105" fmla="*/ 20 h 35"/>
              <a:gd name="T106" fmla="*/ 16 w 21"/>
              <a:gd name="T107" fmla="*/ 2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1" h="35">
                <a:moveTo>
                  <a:pt x="16" y="10"/>
                </a:moveTo>
                <a:cubicBezTo>
                  <a:pt x="16" y="11"/>
                  <a:pt x="16" y="12"/>
                  <a:pt x="16" y="13"/>
                </a:cubicBezTo>
                <a:cubicBezTo>
                  <a:pt x="16" y="14"/>
                  <a:pt x="15" y="15"/>
                  <a:pt x="15" y="16"/>
                </a:cubicBezTo>
                <a:cubicBezTo>
                  <a:pt x="14" y="17"/>
                  <a:pt x="13" y="17"/>
                  <a:pt x="11" y="17"/>
                </a:cubicBezTo>
                <a:cubicBezTo>
                  <a:pt x="10" y="17"/>
                  <a:pt x="10" y="17"/>
                  <a:pt x="9" y="17"/>
                </a:cubicBezTo>
                <a:cubicBezTo>
                  <a:pt x="8" y="17"/>
                  <a:pt x="7" y="16"/>
                  <a:pt x="7" y="16"/>
                </a:cubicBezTo>
                <a:cubicBezTo>
                  <a:pt x="6" y="15"/>
                  <a:pt x="6" y="15"/>
                  <a:pt x="5" y="14"/>
                </a:cubicBezTo>
                <a:cubicBezTo>
                  <a:pt x="5" y="13"/>
                  <a:pt x="5" y="12"/>
                  <a:pt x="5" y="11"/>
                </a:cubicBezTo>
                <a:cubicBezTo>
                  <a:pt x="5" y="9"/>
                  <a:pt x="5" y="8"/>
                  <a:pt x="5" y="8"/>
                </a:cubicBezTo>
                <a:cubicBezTo>
                  <a:pt x="6" y="7"/>
                  <a:pt x="6" y="6"/>
                  <a:pt x="7" y="6"/>
                </a:cubicBezTo>
                <a:cubicBezTo>
                  <a:pt x="7" y="5"/>
                  <a:pt x="8" y="5"/>
                  <a:pt x="8" y="5"/>
                </a:cubicBezTo>
                <a:cubicBezTo>
                  <a:pt x="9" y="4"/>
                  <a:pt x="10" y="4"/>
                  <a:pt x="11" y="4"/>
                </a:cubicBezTo>
                <a:cubicBezTo>
                  <a:pt x="12" y="4"/>
                  <a:pt x="13" y="5"/>
                  <a:pt x="14" y="5"/>
                </a:cubicBezTo>
                <a:cubicBezTo>
                  <a:pt x="15" y="6"/>
                  <a:pt x="15" y="6"/>
                  <a:pt x="16" y="7"/>
                </a:cubicBezTo>
                <a:cubicBezTo>
                  <a:pt x="16" y="8"/>
                  <a:pt x="16" y="9"/>
                  <a:pt x="16" y="10"/>
                </a:cubicBezTo>
                <a:close/>
                <a:moveTo>
                  <a:pt x="16" y="23"/>
                </a:moveTo>
                <a:cubicBezTo>
                  <a:pt x="16" y="23"/>
                  <a:pt x="16" y="24"/>
                  <a:pt x="16" y="25"/>
                </a:cubicBezTo>
                <a:cubicBezTo>
                  <a:pt x="16" y="26"/>
                  <a:pt x="16" y="27"/>
                  <a:pt x="15" y="27"/>
                </a:cubicBezTo>
                <a:cubicBezTo>
                  <a:pt x="15" y="28"/>
                  <a:pt x="15" y="28"/>
                  <a:pt x="14" y="29"/>
                </a:cubicBezTo>
                <a:cubicBezTo>
                  <a:pt x="13" y="29"/>
                  <a:pt x="13" y="30"/>
                  <a:pt x="12" y="30"/>
                </a:cubicBezTo>
                <a:cubicBezTo>
                  <a:pt x="11" y="30"/>
                  <a:pt x="10" y="30"/>
                  <a:pt x="9" y="30"/>
                </a:cubicBezTo>
                <a:cubicBezTo>
                  <a:pt x="8" y="30"/>
                  <a:pt x="7" y="30"/>
                  <a:pt x="7" y="29"/>
                </a:cubicBezTo>
                <a:cubicBezTo>
                  <a:pt x="6" y="29"/>
                  <a:pt x="5" y="28"/>
                  <a:pt x="5" y="28"/>
                </a:cubicBezTo>
                <a:cubicBezTo>
                  <a:pt x="5" y="27"/>
                  <a:pt x="5" y="26"/>
                  <a:pt x="5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1" y="28"/>
                  <a:pt x="1" y="28"/>
                  <a:pt x="1" y="28"/>
                </a:cubicBezTo>
                <a:cubicBezTo>
                  <a:pt x="1" y="29"/>
                  <a:pt x="1" y="30"/>
                  <a:pt x="2" y="31"/>
                </a:cubicBezTo>
                <a:cubicBezTo>
                  <a:pt x="2" y="32"/>
                  <a:pt x="3" y="32"/>
                  <a:pt x="4" y="33"/>
                </a:cubicBezTo>
                <a:cubicBezTo>
                  <a:pt x="4" y="34"/>
                  <a:pt x="5" y="34"/>
                  <a:pt x="7" y="34"/>
                </a:cubicBezTo>
                <a:cubicBezTo>
                  <a:pt x="8" y="35"/>
                  <a:pt x="9" y="35"/>
                  <a:pt x="10" y="35"/>
                </a:cubicBezTo>
                <a:cubicBezTo>
                  <a:pt x="12" y="35"/>
                  <a:pt x="13" y="35"/>
                  <a:pt x="14" y="34"/>
                </a:cubicBezTo>
                <a:cubicBezTo>
                  <a:pt x="15" y="34"/>
                  <a:pt x="16" y="33"/>
                  <a:pt x="17" y="33"/>
                </a:cubicBezTo>
                <a:cubicBezTo>
                  <a:pt x="17" y="32"/>
                  <a:pt x="18" y="32"/>
                  <a:pt x="19" y="31"/>
                </a:cubicBezTo>
                <a:cubicBezTo>
                  <a:pt x="19" y="30"/>
                  <a:pt x="20" y="29"/>
                  <a:pt x="20" y="28"/>
                </a:cubicBezTo>
                <a:cubicBezTo>
                  <a:pt x="20" y="27"/>
                  <a:pt x="21" y="26"/>
                  <a:pt x="21" y="25"/>
                </a:cubicBezTo>
                <a:cubicBezTo>
                  <a:pt x="21" y="24"/>
                  <a:pt x="21" y="23"/>
                  <a:pt x="21" y="2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0"/>
                  <a:pt x="21" y="8"/>
                  <a:pt x="20" y="7"/>
                </a:cubicBezTo>
                <a:cubicBezTo>
                  <a:pt x="20" y="6"/>
                  <a:pt x="19" y="5"/>
                  <a:pt x="19" y="3"/>
                </a:cubicBezTo>
                <a:cubicBezTo>
                  <a:pt x="18" y="2"/>
                  <a:pt x="17" y="2"/>
                  <a:pt x="15" y="1"/>
                </a:cubicBezTo>
                <a:cubicBezTo>
                  <a:pt x="14" y="0"/>
                  <a:pt x="12" y="0"/>
                  <a:pt x="10" y="0"/>
                </a:cubicBezTo>
                <a:cubicBezTo>
                  <a:pt x="9" y="0"/>
                  <a:pt x="8" y="0"/>
                  <a:pt x="7" y="0"/>
                </a:cubicBezTo>
                <a:cubicBezTo>
                  <a:pt x="5" y="1"/>
                  <a:pt x="4" y="1"/>
                  <a:pt x="3" y="2"/>
                </a:cubicBezTo>
                <a:cubicBezTo>
                  <a:pt x="3" y="3"/>
                  <a:pt x="2" y="4"/>
                  <a:pt x="1" y="5"/>
                </a:cubicBezTo>
                <a:cubicBezTo>
                  <a:pt x="1" y="6"/>
                  <a:pt x="1" y="7"/>
                  <a:pt x="1" y="8"/>
                </a:cubicBezTo>
                <a:cubicBezTo>
                  <a:pt x="0" y="9"/>
                  <a:pt x="0" y="10"/>
                  <a:pt x="0" y="11"/>
                </a:cubicBezTo>
                <a:cubicBezTo>
                  <a:pt x="0" y="13"/>
                  <a:pt x="0" y="15"/>
                  <a:pt x="1" y="16"/>
                </a:cubicBezTo>
                <a:cubicBezTo>
                  <a:pt x="1" y="17"/>
                  <a:pt x="2" y="18"/>
                  <a:pt x="3" y="19"/>
                </a:cubicBezTo>
                <a:cubicBezTo>
                  <a:pt x="3" y="19"/>
                  <a:pt x="4" y="20"/>
                  <a:pt x="6" y="21"/>
                </a:cubicBezTo>
                <a:cubicBezTo>
                  <a:pt x="7" y="21"/>
                  <a:pt x="9" y="22"/>
                  <a:pt x="11" y="21"/>
                </a:cubicBezTo>
                <a:cubicBezTo>
                  <a:pt x="12" y="21"/>
                  <a:pt x="13" y="21"/>
                  <a:pt x="13" y="21"/>
                </a:cubicBezTo>
                <a:cubicBezTo>
                  <a:pt x="14" y="21"/>
                  <a:pt x="15" y="21"/>
                  <a:pt x="15" y="21"/>
                </a:cubicBezTo>
                <a:cubicBezTo>
                  <a:pt x="15" y="20"/>
                  <a:pt x="16" y="20"/>
                  <a:pt x="16" y="20"/>
                </a:cubicBezTo>
                <a:lnTo>
                  <a:pt x="16" y="2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9" name="Freeform 63"/>
          <p:cNvSpPr>
            <a:spLocks noEditPoints="1"/>
          </p:cNvSpPr>
          <p:nvPr>
            <p:custDataLst>
              <p:tags r:id="rId60"/>
            </p:custDataLst>
          </p:nvPr>
        </p:nvSpPr>
        <p:spPr bwMode="auto">
          <a:xfrm>
            <a:off x="10937240" y="424180"/>
            <a:ext cx="17145" cy="26670"/>
          </a:xfrm>
          <a:custGeom>
            <a:avLst/>
            <a:gdLst>
              <a:gd name="T0" fmla="*/ 18 w 23"/>
              <a:gd name="T1" fmla="*/ 20 h 36"/>
              <a:gd name="T2" fmla="*/ 17 w 23"/>
              <a:gd name="T3" fmla="*/ 24 h 36"/>
              <a:gd name="T4" fmla="*/ 16 w 23"/>
              <a:gd name="T5" fmla="*/ 28 h 36"/>
              <a:gd name="T6" fmla="*/ 14 w 23"/>
              <a:gd name="T7" fmla="*/ 30 h 36"/>
              <a:gd name="T8" fmla="*/ 11 w 23"/>
              <a:gd name="T9" fmla="*/ 31 h 36"/>
              <a:gd name="T10" fmla="*/ 8 w 23"/>
              <a:gd name="T11" fmla="*/ 30 h 36"/>
              <a:gd name="T12" fmla="*/ 6 w 23"/>
              <a:gd name="T13" fmla="*/ 28 h 36"/>
              <a:gd name="T14" fmla="*/ 5 w 23"/>
              <a:gd name="T15" fmla="*/ 24 h 36"/>
              <a:gd name="T16" fmla="*/ 4 w 23"/>
              <a:gd name="T17" fmla="*/ 18 h 36"/>
              <a:gd name="T18" fmla="*/ 4 w 23"/>
              <a:gd name="T19" fmla="*/ 15 h 36"/>
              <a:gd name="T20" fmla="*/ 5 w 23"/>
              <a:gd name="T21" fmla="*/ 12 h 36"/>
              <a:gd name="T22" fmla="*/ 6 w 23"/>
              <a:gd name="T23" fmla="*/ 8 h 36"/>
              <a:gd name="T24" fmla="*/ 8 w 23"/>
              <a:gd name="T25" fmla="*/ 6 h 36"/>
              <a:gd name="T26" fmla="*/ 11 w 23"/>
              <a:gd name="T27" fmla="*/ 5 h 36"/>
              <a:gd name="T28" fmla="*/ 14 w 23"/>
              <a:gd name="T29" fmla="*/ 6 h 36"/>
              <a:gd name="T30" fmla="*/ 16 w 23"/>
              <a:gd name="T31" fmla="*/ 8 h 36"/>
              <a:gd name="T32" fmla="*/ 17 w 23"/>
              <a:gd name="T33" fmla="*/ 12 h 36"/>
              <a:gd name="T34" fmla="*/ 18 w 23"/>
              <a:gd name="T35" fmla="*/ 17 h 36"/>
              <a:gd name="T36" fmla="*/ 18 w 23"/>
              <a:gd name="T37" fmla="*/ 20 h 36"/>
              <a:gd name="T38" fmla="*/ 22 w 23"/>
              <a:gd name="T39" fmla="*/ 15 h 36"/>
              <a:gd name="T40" fmla="*/ 22 w 23"/>
              <a:gd name="T41" fmla="*/ 10 h 36"/>
              <a:gd name="T42" fmla="*/ 20 w 23"/>
              <a:gd name="T43" fmla="*/ 6 h 36"/>
              <a:gd name="T44" fmla="*/ 18 w 23"/>
              <a:gd name="T45" fmla="*/ 3 h 36"/>
              <a:gd name="T46" fmla="*/ 14 w 23"/>
              <a:gd name="T47" fmla="*/ 1 h 36"/>
              <a:gd name="T48" fmla="*/ 11 w 23"/>
              <a:gd name="T49" fmla="*/ 0 h 36"/>
              <a:gd name="T50" fmla="*/ 7 w 23"/>
              <a:gd name="T51" fmla="*/ 1 h 36"/>
              <a:gd name="T52" fmla="*/ 4 w 23"/>
              <a:gd name="T53" fmla="*/ 4 h 36"/>
              <a:gd name="T54" fmla="*/ 1 w 23"/>
              <a:gd name="T55" fmla="*/ 7 h 36"/>
              <a:gd name="T56" fmla="*/ 0 w 23"/>
              <a:gd name="T57" fmla="*/ 11 h 36"/>
              <a:gd name="T58" fmla="*/ 0 w 23"/>
              <a:gd name="T59" fmla="*/ 15 h 36"/>
              <a:gd name="T60" fmla="*/ 0 w 23"/>
              <a:gd name="T61" fmla="*/ 20 h 36"/>
              <a:gd name="T62" fmla="*/ 0 w 23"/>
              <a:gd name="T63" fmla="*/ 25 h 36"/>
              <a:gd name="T64" fmla="*/ 1 w 23"/>
              <a:gd name="T65" fmla="*/ 29 h 36"/>
              <a:gd name="T66" fmla="*/ 3 w 23"/>
              <a:gd name="T67" fmla="*/ 32 h 36"/>
              <a:gd name="T68" fmla="*/ 7 w 23"/>
              <a:gd name="T69" fmla="*/ 35 h 36"/>
              <a:gd name="T70" fmla="*/ 11 w 23"/>
              <a:gd name="T71" fmla="*/ 36 h 36"/>
              <a:gd name="T72" fmla="*/ 15 w 23"/>
              <a:gd name="T73" fmla="*/ 35 h 36"/>
              <a:gd name="T74" fmla="*/ 18 w 23"/>
              <a:gd name="T75" fmla="*/ 33 h 36"/>
              <a:gd name="T76" fmla="*/ 20 w 23"/>
              <a:gd name="T77" fmla="*/ 31 h 36"/>
              <a:gd name="T78" fmla="*/ 22 w 23"/>
              <a:gd name="T79" fmla="*/ 27 h 36"/>
              <a:gd name="T80" fmla="*/ 22 w 23"/>
              <a:gd name="T81" fmla="*/ 23 h 36"/>
              <a:gd name="T82" fmla="*/ 23 w 23"/>
              <a:gd name="T83" fmla="*/ 20 h 36"/>
              <a:gd name="T84" fmla="*/ 22 w 23"/>
              <a:gd name="T85" fmla="*/ 15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" h="36">
                <a:moveTo>
                  <a:pt x="18" y="20"/>
                </a:moveTo>
                <a:cubicBezTo>
                  <a:pt x="18" y="21"/>
                  <a:pt x="18" y="22"/>
                  <a:pt x="17" y="24"/>
                </a:cubicBezTo>
                <a:cubicBezTo>
                  <a:pt x="17" y="25"/>
                  <a:pt x="17" y="27"/>
                  <a:pt x="16" y="28"/>
                </a:cubicBezTo>
                <a:cubicBezTo>
                  <a:pt x="16" y="29"/>
                  <a:pt x="15" y="30"/>
                  <a:pt x="14" y="30"/>
                </a:cubicBezTo>
                <a:cubicBezTo>
                  <a:pt x="13" y="31"/>
                  <a:pt x="12" y="31"/>
                  <a:pt x="11" y="31"/>
                </a:cubicBezTo>
                <a:cubicBezTo>
                  <a:pt x="10" y="31"/>
                  <a:pt x="9" y="31"/>
                  <a:pt x="8" y="30"/>
                </a:cubicBezTo>
                <a:cubicBezTo>
                  <a:pt x="7" y="29"/>
                  <a:pt x="6" y="29"/>
                  <a:pt x="6" y="28"/>
                </a:cubicBezTo>
                <a:cubicBezTo>
                  <a:pt x="5" y="27"/>
                  <a:pt x="5" y="25"/>
                  <a:pt x="5" y="24"/>
                </a:cubicBezTo>
                <a:cubicBezTo>
                  <a:pt x="4" y="22"/>
                  <a:pt x="4" y="21"/>
                  <a:pt x="4" y="18"/>
                </a:cubicBezTo>
                <a:cubicBezTo>
                  <a:pt x="4" y="17"/>
                  <a:pt x="4" y="16"/>
                  <a:pt x="4" y="15"/>
                </a:cubicBezTo>
                <a:cubicBezTo>
                  <a:pt x="4" y="14"/>
                  <a:pt x="4" y="13"/>
                  <a:pt x="5" y="12"/>
                </a:cubicBezTo>
                <a:cubicBezTo>
                  <a:pt x="5" y="11"/>
                  <a:pt x="5" y="10"/>
                  <a:pt x="6" y="8"/>
                </a:cubicBezTo>
                <a:cubicBezTo>
                  <a:pt x="6" y="7"/>
                  <a:pt x="7" y="7"/>
                  <a:pt x="8" y="6"/>
                </a:cubicBezTo>
                <a:cubicBezTo>
                  <a:pt x="9" y="5"/>
                  <a:pt x="10" y="5"/>
                  <a:pt x="11" y="5"/>
                </a:cubicBezTo>
                <a:cubicBezTo>
                  <a:pt x="12" y="5"/>
                  <a:pt x="13" y="6"/>
                  <a:pt x="14" y="6"/>
                </a:cubicBezTo>
                <a:cubicBezTo>
                  <a:pt x="15" y="7"/>
                  <a:pt x="15" y="7"/>
                  <a:pt x="16" y="8"/>
                </a:cubicBezTo>
                <a:cubicBezTo>
                  <a:pt x="17" y="9"/>
                  <a:pt x="17" y="10"/>
                  <a:pt x="17" y="12"/>
                </a:cubicBezTo>
                <a:cubicBezTo>
                  <a:pt x="18" y="13"/>
                  <a:pt x="18" y="15"/>
                  <a:pt x="18" y="17"/>
                </a:cubicBezTo>
                <a:cubicBezTo>
                  <a:pt x="18" y="18"/>
                  <a:pt x="18" y="19"/>
                  <a:pt x="18" y="20"/>
                </a:cubicBezTo>
                <a:close/>
                <a:moveTo>
                  <a:pt x="22" y="15"/>
                </a:moveTo>
                <a:cubicBezTo>
                  <a:pt x="22" y="13"/>
                  <a:pt x="22" y="12"/>
                  <a:pt x="22" y="10"/>
                </a:cubicBezTo>
                <a:cubicBezTo>
                  <a:pt x="22" y="9"/>
                  <a:pt x="21" y="7"/>
                  <a:pt x="20" y="6"/>
                </a:cubicBezTo>
                <a:cubicBezTo>
                  <a:pt x="20" y="5"/>
                  <a:pt x="19" y="4"/>
                  <a:pt x="18" y="3"/>
                </a:cubicBezTo>
                <a:cubicBezTo>
                  <a:pt x="17" y="2"/>
                  <a:pt x="16" y="1"/>
                  <a:pt x="14" y="1"/>
                </a:cubicBezTo>
                <a:cubicBezTo>
                  <a:pt x="13" y="1"/>
                  <a:pt x="12" y="0"/>
                  <a:pt x="11" y="0"/>
                </a:cubicBezTo>
                <a:cubicBezTo>
                  <a:pt x="10" y="0"/>
                  <a:pt x="8" y="1"/>
                  <a:pt x="7" y="1"/>
                </a:cubicBezTo>
                <a:cubicBezTo>
                  <a:pt x="5" y="2"/>
                  <a:pt x="4" y="3"/>
                  <a:pt x="4" y="4"/>
                </a:cubicBezTo>
                <a:cubicBezTo>
                  <a:pt x="3" y="5"/>
                  <a:pt x="2" y="6"/>
                  <a:pt x="1" y="7"/>
                </a:cubicBezTo>
                <a:cubicBezTo>
                  <a:pt x="1" y="8"/>
                  <a:pt x="0" y="10"/>
                  <a:pt x="0" y="11"/>
                </a:cubicBezTo>
                <a:cubicBezTo>
                  <a:pt x="0" y="13"/>
                  <a:pt x="0" y="14"/>
                  <a:pt x="0" y="15"/>
                </a:cubicBezTo>
                <a:cubicBezTo>
                  <a:pt x="0" y="16"/>
                  <a:pt x="0" y="18"/>
                  <a:pt x="0" y="20"/>
                </a:cubicBezTo>
                <a:cubicBezTo>
                  <a:pt x="0" y="22"/>
                  <a:pt x="0" y="23"/>
                  <a:pt x="0" y="25"/>
                </a:cubicBezTo>
                <a:cubicBezTo>
                  <a:pt x="0" y="26"/>
                  <a:pt x="1" y="28"/>
                  <a:pt x="1" y="29"/>
                </a:cubicBezTo>
                <a:cubicBezTo>
                  <a:pt x="2" y="30"/>
                  <a:pt x="3" y="31"/>
                  <a:pt x="3" y="32"/>
                </a:cubicBezTo>
                <a:cubicBezTo>
                  <a:pt x="4" y="34"/>
                  <a:pt x="5" y="34"/>
                  <a:pt x="7" y="35"/>
                </a:cubicBezTo>
                <a:cubicBezTo>
                  <a:pt x="8" y="35"/>
                  <a:pt x="10" y="36"/>
                  <a:pt x="11" y="36"/>
                </a:cubicBezTo>
                <a:cubicBezTo>
                  <a:pt x="13" y="36"/>
                  <a:pt x="14" y="35"/>
                  <a:pt x="15" y="35"/>
                </a:cubicBezTo>
                <a:cubicBezTo>
                  <a:pt x="16" y="35"/>
                  <a:pt x="17" y="34"/>
                  <a:pt x="18" y="33"/>
                </a:cubicBezTo>
                <a:cubicBezTo>
                  <a:pt x="19" y="33"/>
                  <a:pt x="20" y="32"/>
                  <a:pt x="20" y="31"/>
                </a:cubicBezTo>
                <a:cubicBezTo>
                  <a:pt x="21" y="30"/>
                  <a:pt x="21" y="28"/>
                  <a:pt x="22" y="27"/>
                </a:cubicBezTo>
                <a:cubicBezTo>
                  <a:pt x="22" y="26"/>
                  <a:pt x="22" y="25"/>
                  <a:pt x="22" y="23"/>
                </a:cubicBezTo>
                <a:cubicBezTo>
                  <a:pt x="22" y="21"/>
                  <a:pt x="23" y="20"/>
                  <a:pt x="23" y="20"/>
                </a:cubicBezTo>
                <a:cubicBezTo>
                  <a:pt x="23" y="18"/>
                  <a:pt x="23" y="16"/>
                  <a:pt x="22" y="1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署名占位符 10"/>
          <p:cNvSpPr>
            <a:spLocks noGrp="1"/>
          </p:cNvSpPr>
          <p:nvPr>
            <p:ph type="body" sz="quarter" idx="17" hasCustomPrompt="1"/>
            <p:custDataLst>
              <p:tags r:id="rId61"/>
            </p:custDataLst>
          </p:nvPr>
        </p:nvSpPr>
        <p:spPr>
          <a:xfrm>
            <a:off x="4926182" y="4265184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25" name="副标题 2"/>
          <p:cNvSpPr txBox="1">
            <a:spLocks noGrp="1"/>
          </p:cNvSpPr>
          <p:nvPr>
            <p:ph type="body" idx="1" hasCustomPrompt="1"/>
            <p:custDataLst>
              <p:tags r:id="rId62"/>
            </p:custDataLst>
          </p:nvPr>
        </p:nvSpPr>
        <p:spPr>
          <a:xfrm>
            <a:off x="2111375" y="3328352"/>
            <a:ext cx="7969250" cy="4622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  <p:sp>
        <p:nvSpPr>
          <p:cNvPr id="24" name="标题 1"/>
          <p:cNvSpPr txBox="1">
            <a:spLocks noGrp="1"/>
          </p:cNvSpPr>
          <p:nvPr>
            <p:ph type="ctrTitle" hasCustomPrompt="1"/>
            <p:custDataLst>
              <p:tags r:id="rId63"/>
            </p:custDataLst>
          </p:nvPr>
        </p:nvSpPr>
        <p:spPr>
          <a:xfrm>
            <a:off x="2111375" y="2125662"/>
            <a:ext cx="7969250" cy="11861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6">
                    <a:lumMod val="84713"/>
                  </a:schemeClr>
                </a:solidFill>
                <a:latin typeface="+mj-lt"/>
                <a:ea typeface="+mj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单击编辑母版标题</a:t>
            </a:r>
            <a:endParaRPr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5"/>
          <p:cNvSpPr/>
          <p:nvPr>
            <p:custDataLst>
              <p:tags r:id="rId2"/>
            </p:custDataLst>
          </p:nvPr>
        </p:nvSpPr>
        <p:spPr bwMode="auto">
          <a:xfrm>
            <a:off x="11557635" y="107315"/>
            <a:ext cx="23495" cy="72390"/>
          </a:xfrm>
          <a:custGeom>
            <a:avLst/>
            <a:gdLst>
              <a:gd name="T0" fmla="*/ 0 w 40"/>
              <a:gd name="T1" fmla="*/ 117 h 124"/>
              <a:gd name="T2" fmla="*/ 7 w 40"/>
              <a:gd name="T3" fmla="*/ 122 h 124"/>
              <a:gd name="T4" fmla="*/ 23 w 40"/>
              <a:gd name="T5" fmla="*/ 95 h 124"/>
              <a:gd name="T6" fmla="*/ 39 w 40"/>
              <a:gd name="T7" fmla="*/ 34 h 124"/>
              <a:gd name="T8" fmla="*/ 15 w 40"/>
              <a:gd name="T9" fmla="*/ 0 h 124"/>
              <a:gd name="T10" fmla="*/ 7 w 40"/>
              <a:gd name="T11" fmla="*/ 7 h 124"/>
              <a:gd name="T12" fmla="*/ 12 w 40"/>
              <a:gd name="T13" fmla="*/ 42 h 124"/>
              <a:gd name="T14" fmla="*/ 6 w 40"/>
              <a:gd name="T15" fmla="*/ 95 h 124"/>
              <a:gd name="T16" fmla="*/ 0 w 40"/>
              <a:gd name="T17" fmla="*/ 117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" h="124">
                <a:moveTo>
                  <a:pt x="0" y="117"/>
                </a:moveTo>
                <a:cubicBezTo>
                  <a:pt x="0" y="117"/>
                  <a:pt x="0" y="124"/>
                  <a:pt x="7" y="122"/>
                </a:cubicBezTo>
                <a:cubicBezTo>
                  <a:pt x="7" y="122"/>
                  <a:pt x="23" y="109"/>
                  <a:pt x="23" y="95"/>
                </a:cubicBezTo>
                <a:cubicBezTo>
                  <a:pt x="23" y="95"/>
                  <a:pt x="29" y="51"/>
                  <a:pt x="39" y="34"/>
                </a:cubicBezTo>
                <a:cubicBezTo>
                  <a:pt x="39" y="34"/>
                  <a:pt x="40" y="23"/>
                  <a:pt x="15" y="0"/>
                </a:cubicBezTo>
                <a:cubicBezTo>
                  <a:pt x="15" y="0"/>
                  <a:pt x="7" y="2"/>
                  <a:pt x="7" y="7"/>
                </a:cubicBezTo>
                <a:cubicBezTo>
                  <a:pt x="8" y="11"/>
                  <a:pt x="19" y="16"/>
                  <a:pt x="12" y="42"/>
                </a:cubicBezTo>
                <a:cubicBezTo>
                  <a:pt x="6" y="95"/>
                  <a:pt x="6" y="95"/>
                  <a:pt x="6" y="95"/>
                </a:cubicBezTo>
                <a:cubicBezTo>
                  <a:pt x="6" y="95"/>
                  <a:pt x="6" y="111"/>
                  <a:pt x="0" y="117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6" name="Freeform 6"/>
          <p:cNvSpPr/>
          <p:nvPr>
            <p:custDataLst>
              <p:tags r:id="rId3"/>
            </p:custDataLst>
          </p:nvPr>
        </p:nvSpPr>
        <p:spPr bwMode="auto">
          <a:xfrm>
            <a:off x="11584305" y="172085"/>
            <a:ext cx="44450" cy="46355"/>
          </a:xfrm>
          <a:custGeom>
            <a:avLst/>
            <a:gdLst>
              <a:gd name="T0" fmla="*/ 71 w 77"/>
              <a:gd name="T1" fmla="*/ 34 h 79"/>
              <a:gd name="T2" fmla="*/ 46 w 77"/>
              <a:gd name="T3" fmla="*/ 6 h 79"/>
              <a:gd name="T4" fmla="*/ 36 w 77"/>
              <a:gd name="T5" fmla="*/ 13 h 79"/>
              <a:gd name="T6" fmla="*/ 3 w 77"/>
              <a:gd name="T7" fmla="*/ 66 h 79"/>
              <a:gd name="T8" fmla="*/ 14 w 77"/>
              <a:gd name="T9" fmla="*/ 70 h 79"/>
              <a:gd name="T10" fmla="*/ 62 w 77"/>
              <a:gd name="T11" fmla="*/ 48 h 79"/>
              <a:gd name="T12" fmla="*/ 71 w 77"/>
              <a:gd name="T13" fmla="*/ 34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" h="79">
                <a:moveTo>
                  <a:pt x="71" y="34"/>
                </a:moveTo>
                <a:cubicBezTo>
                  <a:pt x="46" y="6"/>
                  <a:pt x="46" y="6"/>
                  <a:pt x="46" y="6"/>
                </a:cubicBezTo>
                <a:cubicBezTo>
                  <a:pt x="46" y="6"/>
                  <a:pt x="34" y="0"/>
                  <a:pt x="36" y="13"/>
                </a:cubicBezTo>
                <a:cubicBezTo>
                  <a:pt x="36" y="13"/>
                  <a:pt x="24" y="55"/>
                  <a:pt x="3" y="66"/>
                </a:cubicBezTo>
                <a:cubicBezTo>
                  <a:pt x="3" y="66"/>
                  <a:pt x="0" y="79"/>
                  <a:pt x="14" y="70"/>
                </a:cubicBezTo>
                <a:cubicBezTo>
                  <a:pt x="14" y="70"/>
                  <a:pt x="51" y="47"/>
                  <a:pt x="62" y="48"/>
                </a:cubicBezTo>
                <a:cubicBezTo>
                  <a:pt x="62" y="48"/>
                  <a:pt x="77" y="44"/>
                  <a:pt x="71" y="3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7" name="Freeform 7"/>
          <p:cNvSpPr/>
          <p:nvPr>
            <p:custDataLst>
              <p:tags r:id="rId4"/>
            </p:custDataLst>
          </p:nvPr>
        </p:nvSpPr>
        <p:spPr bwMode="auto">
          <a:xfrm>
            <a:off x="11493500" y="181610"/>
            <a:ext cx="84455" cy="69215"/>
          </a:xfrm>
          <a:custGeom>
            <a:avLst/>
            <a:gdLst>
              <a:gd name="T0" fmla="*/ 141 w 146"/>
              <a:gd name="T1" fmla="*/ 10 h 119"/>
              <a:gd name="T2" fmla="*/ 135 w 146"/>
              <a:gd name="T3" fmla="*/ 3 h 119"/>
              <a:gd name="T4" fmla="*/ 96 w 146"/>
              <a:gd name="T5" fmla="*/ 35 h 119"/>
              <a:gd name="T6" fmla="*/ 61 w 146"/>
              <a:gd name="T7" fmla="*/ 66 h 119"/>
              <a:gd name="T8" fmla="*/ 38 w 146"/>
              <a:gd name="T9" fmla="*/ 83 h 119"/>
              <a:gd name="T10" fmla="*/ 36 w 146"/>
              <a:gd name="T11" fmla="*/ 80 h 119"/>
              <a:gd name="T12" fmla="*/ 32 w 146"/>
              <a:gd name="T13" fmla="*/ 18 h 119"/>
              <a:gd name="T14" fmla="*/ 28 w 146"/>
              <a:gd name="T15" fmla="*/ 28 h 119"/>
              <a:gd name="T16" fmla="*/ 0 w 146"/>
              <a:gd name="T17" fmla="*/ 92 h 119"/>
              <a:gd name="T18" fmla="*/ 22 w 146"/>
              <a:gd name="T19" fmla="*/ 119 h 119"/>
              <a:gd name="T20" fmla="*/ 82 w 146"/>
              <a:gd name="T21" fmla="*/ 88 h 119"/>
              <a:gd name="T22" fmla="*/ 111 w 146"/>
              <a:gd name="T23" fmla="*/ 57 h 119"/>
              <a:gd name="T24" fmla="*/ 141 w 146"/>
              <a:gd name="T25" fmla="*/ 1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6" h="119">
                <a:moveTo>
                  <a:pt x="141" y="10"/>
                </a:moveTo>
                <a:cubicBezTo>
                  <a:pt x="141" y="10"/>
                  <a:pt x="146" y="0"/>
                  <a:pt x="135" y="3"/>
                </a:cubicBezTo>
                <a:cubicBezTo>
                  <a:pt x="135" y="3"/>
                  <a:pt x="112" y="32"/>
                  <a:pt x="96" y="35"/>
                </a:cubicBezTo>
                <a:cubicBezTo>
                  <a:pt x="96" y="35"/>
                  <a:pt x="71" y="61"/>
                  <a:pt x="61" y="66"/>
                </a:cubicBezTo>
                <a:cubicBezTo>
                  <a:pt x="61" y="66"/>
                  <a:pt x="41" y="78"/>
                  <a:pt x="38" y="83"/>
                </a:cubicBezTo>
                <a:cubicBezTo>
                  <a:pt x="36" y="80"/>
                  <a:pt x="36" y="80"/>
                  <a:pt x="36" y="80"/>
                </a:cubicBezTo>
                <a:cubicBezTo>
                  <a:pt x="36" y="80"/>
                  <a:pt x="58" y="28"/>
                  <a:pt x="32" y="18"/>
                </a:cubicBezTo>
                <a:cubicBezTo>
                  <a:pt x="32" y="18"/>
                  <a:pt x="27" y="20"/>
                  <a:pt x="28" y="28"/>
                </a:cubicBezTo>
                <a:cubicBezTo>
                  <a:pt x="28" y="28"/>
                  <a:pt x="12" y="85"/>
                  <a:pt x="0" y="92"/>
                </a:cubicBezTo>
                <a:cubicBezTo>
                  <a:pt x="0" y="92"/>
                  <a:pt x="10" y="109"/>
                  <a:pt x="22" y="119"/>
                </a:cubicBezTo>
                <a:cubicBezTo>
                  <a:pt x="22" y="119"/>
                  <a:pt x="68" y="98"/>
                  <a:pt x="82" y="88"/>
                </a:cubicBezTo>
                <a:cubicBezTo>
                  <a:pt x="82" y="88"/>
                  <a:pt x="105" y="66"/>
                  <a:pt x="111" y="57"/>
                </a:cubicBezTo>
                <a:cubicBezTo>
                  <a:pt x="111" y="57"/>
                  <a:pt x="134" y="26"/>
                  <a:pt x="141" y="1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8" name="Freeform 8"/>
          <p:cNvSpPr/>
          <p:nvPr>
            <p:custDataLst>
              <p:tags r:id="rId5"/>
            </p:custDataLst>
          </p:nvPr>
        </p:nvSpPr>
        <p:spPr bwMode="auto">
          <a:xfrm>
            <a:off x="11809095" y="105410"/>
            <a:ext cx="121920" cy="151765"/>
          </a:xfrm>
          <a:custGeom>
            <a:avLst/>
            <a:gdLst>
              <a:gd name="T0" fmla="*/ 196 w 210"/>
              <a:gd name="T1" fmla="*/ 11 h 260"/>
              <a:gd name="T2" fmla="*/ 184 w 210"/>
              <a:gd name="T3" fmla="*/ 19 h 260"/>
              <a:gd name="T4" fmla="*/ 164 w 210"/>
              <a:gd name="T5" fmla="*/ 30 h 260"/>
              <a:gd name="T6" fmla="*/ 140 w 210"/>
              <a:gd name="T7" fmla="*/ 6 h 260"/>
              <a:gd name="T8" fmla="*/ 126 w 210"/>
              <a:gd name="T9" fmla="*/ 7 h 260"/>
              <a:gd name="T10" fmla="*/ 132 w 210"/>
              <a:gd name="T11" fmla="*/ 35 h 260"/>
              <a:gd name="T12" fmla="*/ 133 w 210"/>
              <a:gd name="T13" fmla="*/ 48 h 260"/>
              <a:gd name="T14" fmla="*/ 90 w 210"/>
              <a:gd name="T15" fmla="*/ 80 h 260"/>
              <a:gd name="T16" fmla="*/ 89 w 210"/>
              <a:gd name="T17" fmla="*/ 54 h 260"/>
              <a:gd name="T18" fmla="*/ 78 w 210"/>
              <a:gd name="T19" fmla="*/ 56 h 260"/>
              <a:gd name="T20" fmla="*/ 79 w 210"/>
              <a:gd name="T21" fmla="*/ 105 h 260"/>
              <a:gd name="T22" fmla="*/ 112 w 210"/>
              <a:gd name="T23" fmla="*/ 109 h 260"/>
              <a:gd name="T24" fmla="*/ 89 w 210"/>
              <a:gd name="T25" fmla="*/ 149 h 260"/>
              <a:gd name="T26" fmla="*/ 14 w 210"/>
              <a:gd name="T27" fmla="*/ 244 h 260"/>
              <a:gd name="T28" fmla="*/ 23 w 210"/>
              <a:gd name="T29" fmla="*/ 252 h 260"/>
              <a:gd name="T30" fmla="*/ 98 w 210"/>
              <a:gd name="T31" fmla="*/ 182 h 260"/>
              <a:gd name="T32" fmla="*/ 170 w 210"/>
              <a:gd name="T33" fmla="*/ 55 h 260"/>
              <a:gd name="T34" fmla="*/ 210 w 210"/>
              <a:gd name="T35" fmla="*/ 27 h 260"/>
              <a:gd name="T36" fmla="*/ 196 w 210"/>
              <a:gd name="T37" fmla="*/ 11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0" h="260">
                <a:moveTo>
                  <a:pt x="196" y="11"/>
                </a:moveTo>
                <a:cubicBezTo>
                  <a:pt x="189" y="9"/>
                  <a:pt x="184" y="19"/>
                  <a:pt x="184" y="19"/>
                </a:cubicBezTo>
                <a:cubicBezTo>
                  <a:pt x="164" y="30"/>
                  <a:pt x="164" y="30"/>
                  <a:pt x="164" y="30"/>
                </a:cubicBezTo>
                <a:cubicBezTo>
                  <a:pt x="166" y="23"/>
                  <a:pt x="140" y="6"/>
                  <a:pt x="140" y="6"/>
                </a:cubicBezTo>
                <a:cubicBezTo>
                  <a:pt x="128" y="0"/>
                  <a:pt x="126" y="7"/>
                  <a:pt x="126" y="7"/>
                </a:cubicBezTo>
                <a:cubicBezTo>
                  <a:pt x="122" y="16"/>
                  <a:pt x="132" y="35"/>
                  <a:pt x="132" y="35"/>
                </a:cubicBezTo>
                <a:cubicBezTo>
                  <a:pt x="133" y="48"/>
                  <a:pt x="133" y="48"/>
                  <a:pt x="133" y="48"/>
                </a:cubicBezTo>
                <a:cubicBezTo>
                  <a:pt x="90" y="80"/>
                  <a:pt x="90" y="80"/>
                  <a:pt x="90" y="80"/>
                </a:cubicBezTo>
                <a:cubicBezTo>
                  <a:pt x="75" y="73"/>
                  <a:pt x="89" y="54"/>
                  <a:pt x="89" y="54"/>
                </a:cubicBezTo>
                <a:cubicBezTo>
                  <a:pt x="87" y="39"/>
                  <a:pt x="78" y="56"/>
                  <a:pt x="78" y="56"/>
                </a:cubicBezTo>
                <a:cubicBezTo>
                  <a:pt x="67" y="81"/>
                  <a:pt x="79" y="105"/>
                  <a:pt x="79" y="105"/>
                </a:cubicBezTo>
                <a:cubicBezTo>
                  <a:pt x="90" y="123"/>
                  <a:pt x="108" y="112"/>
                  <a:pt x="112" y="109"/>
                </a:cubicBezTo>
                <a:cubicBezTo>
                  <a:pt x="106" y="115"/>
                  <a:pt x="89" y="149"/>
                  <a:pt x="89" y="149"/>
                </a:cubicBezTo>
                <a:cubicBezTo>
                  <a:pt x="68" y="204"/>
                  <a:pt x="14" y="244"/>
                  <a:pt x="14" y="244"/>
                </a:cubicBezTo>
                <a:cubicBezTo>
                  <a:pt x="0" y="260"/>
                  <a:pt x="23" y="252"/>
                  <a:pt x="23" y="252"/>
                </a:cubicBezTo>
                <a:cubicBezTo>
                  <a:pt x="44" y="243"/>
                  <a:pt x="98" y="182"/>
                  <a:pt x="98" y="182"/>
                </a:cubicBezTo>
                <a:cubicBezTo>
                  <a:pt x="175" y="91"/>
                  <a:pt x="170" y="55"/>
                  <a:pt x="170" y="55"/>
                </a:cubicBezTo>
                <a:cubicBezTo>
                  <a:pt x="188" y="47"/>
                  <a:pt x="210" y="27"/>
                  <a:pt x="210" y="27"/>
                </a:cubicBezTo>
                <a:lnTo>
                  <a:pt x="196" y="11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Freeform 9"/>
          <p:cNvSpPr/>
          <p:nvPr>
            <p:custDataLst>
              <p:tags r:id="rId6"/>
            </p:custDataLst>
          </p:nvPr>
        </p:nvSpPr>
        <p:spPr bwMode="auto">
          <a:xfrm>
            <a:off x="11912600" y="187960"/>
            <a:ext cx="33655" cy="58420"/>
          </a:xfrm>
          <a:custGeom>
            <a:avLst/>
            <a:gdLst>
              <a:gd name="T0" fmla="*/ 9 w 58"/>
              <a:gd name="T1" fmla="*/ 23 h 101"/>
              <a:gd name="T2" fmla="*/ 9 w 58"/>
              <a:gd name="T3" fmla="*/ 86 h 101"/>
              <a:gd name="T4" fmla="*/ 14 w 58"/>
              <a:gd name="T5" fmla="*/ 96 h 101"/>
              <a:gd name="T6" fmla="*/ 51 w 58"/>
              <a:gd name="T7" fmla="*/ 50 h 101"/>
              <a:gd name="T8" fmla="*/ 21 w 58"/>
              <a:gd name="T9" fmla="*/ 11 h 101"/>
              <a:gd name="T10" fmla="*/ 9 w 58"/>
              <a:gd name="T11" fmla="*/ 23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101">
                <a:moveTo>
                  <a:pt x="9" y="23"/>
                </a:moveTo>
                <a:cubicBezTo>
                  <a:pt x="9" y="23"/>
                  <a:pt x="23" y="73"/>
                  <a:pt x="9" y="86"/>
                </a:cubicBezTo>
                <a:cubicBezTo>
                  <a:pt x="9" y="86"/>
                  <a:pt x="0" y="101"/>
                  <a:pt x="14" y="96"/>
                </a:cubicBezTo>
                <a:cubicBezTo>
                  <a:pt x="14" y="96"/>
                  <a:pt x="35" y="62"/>
                  <a:pt x="51" y="50"/>
                </a:cubicBezTo>
                <a:cubicBezTo>
                  <a:pt x="51" y="50"/>
                  <a:pt x="58" y="24"/>
                  <a:pt x="21" y="11"/>
                </a:cubicBezTo>
                <a:cubicBezTo>
                  <a:pt x="21" y="11"/>
                  <a:pt x="1" y="0"/>
                  <a:pt x="9" y="2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Freeform 10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11993245" y="60960"/>
            <a:ext cx="126365" cy="217170"/>
          </a:xfrm>
          <a:custGeom>
            <a:avLst/>
            <a:gdLst>
              <a:gd name="T0" fmla="*/ 140 w 218"/>
              <a:gd name="T1" fmla="*/ 7 h 373"/>
              <a:gd name="T2" fmla="*/ 135 w 218"/>
              <a:gd name="T3" fmla="*/ 15 h 373"/>
              <a:gd name="T4" fmla="*/ 112 w 218"/>
              <a:gd name="T5" fmla="*/ 34 h 373"/>
              <a:gd name="T6" fmla="*/ 88 w 218"/>
              <a:gd name="T7" fmla="*/ 44 h 373"/>
              <a:gd name="T8" fmla="*/ 78 w 218"/>
              <a:gd name="T9" fmla="*/ 59 h 373"/>
              <a:gd name="T10" fmla="*/ 39 w 218"/>
              <a:gd name="T11" fmla="*/ 96 h 373"/>
              <a:gd name="T12" fmla="*/ 22 w 218"/>
              <a:gd name="T13" fmla="*/ 82 h 373"/>
              <a:gd name="T14" fmla="*/ 11 w 218"/>
              <a:gd name="T15" fmla="*/ 90 h 373"/>
              <a:gd name="T16" fmla="*/ 17 w 218"/>
              <a:gd name="T17" fmla="*/ 125 h 373"/>
              <a:gd name="T18" fmla="*/ 43 w 218"/>
              <a:gd name="T19" fmla="*/ 111 h 373"/>
              <a:gd name="T20" fmla="*/ 83 w 218"/>
              <a:gd name="T21" fmla="*/ 70 h 373"/>
              <a:gd name="T22" fmla="*/ 112 w 218"/>
              <a:gd name="T23" fmla="*/ 78 h 373"/>
              <a:gd name="T24" fmla="*/ 103 w 218"/>
              <a:gd name="T25" fmla="*/ 99 h 373"/>
              <a:gd name="T26" fmla="*/ 28 w 218"/>
              <a:gd name="T27" fmla="*/ 189 h 373"/>
              <a:gd name="T28" fmla="*/ 27 w 218"/>
              <a:gd name="T29" fmla="*/ 220 h 373"/>
              <a:gd name="T30" fmla="*/ 51 w 218"/>
              <a:gd name="T31" fmla="*/ 220 h 373"/>
              <a:gd name="T32" fmla="*/ 76 w 218"/>
              <a:gd name="T33" fmla="*/ 194 h 373"/>
              <a:gd name="T34" fmla="*/ 67 w 218"/>
              <a:gd name="T35" fmla="*/ 231 h 373"/>
              <a:gd name="T36" fmla="*/ 90 w 218"/>
              <a:gd name="T37" fmla="*/ 244 h 373"/>
              <a:gd name="T38" fmla="*/ 125 w 218"/>
              <a:gd name="T39" fmla="*/ 255 h 373"/>
              <a:gd name="T40" fmla="*/ 3 w 218"/>
              <a:gd name="T41" fmla="*/ 309 h 373"/>
              <a:gd name="T42" fmla="*/ 102 w 218"/>
              <a:gd name="T43" fmla="*/ 361 h 373"/>
              <a:gd name="T44" fmla="*/ 148 w 218"/>
              <a:gd name="T45" fmla="*/ 325 h 373"/>
              <a:gd name="T46" fmla="*/ 149 w 218"/>
              <a:gd name="T47" fmla="*/ 288 h 373"/>
              <a:gd name="T48" fmla="*/ 154 w 218"/>
              <a:gd name="T49" fmla="*/ 280 h 373"/>
              <a:gd name="T50" fmla="*/ 179 w 218"/>
              <a:gd name="T51" fmla="*/ 286 h 373"/>
              <a:gd name="T52" fmla="*/ 193 w 218"/>
              <a:gd name="T53" fmla="*/ 286 h 373"/>
              <a:gd name="T54" fmla="*/ 188 w 218"/>
              <a:gd name="T55" fmla="*/ 262 h 373"/>
              <a:gd name="T56" fmla="*/ 142 w 218"/>
              <a:gd name="T57" fmla="*/ 256 h 373"/>
              <a:gd name="T58" fmla="*/ 99 w 218"/>
              <a:gd name="T59" fmla="*/ 224 h 373"/>
              <a:gd name="T60" fmla="*/ 114 w 218"/>
              <a:gd name="T61" fmla="*/ 162 h 373"/>
              <a:gd name="T62" fmla="*/ 75 w 218"/>
              <a:gd name="T63" fmla="*/ 168 h 373"/>
              <a:gd name="T64" fmla="*/ 111 w 218"/>
              <a:gd name="T65" fmla="*/ 129 h 373"/>
              <a:gd name="T66" fmla="*/ 120 w 218"/>
              <a:gd name="T67" fmla="*/ 111 h 373"/>
              <a:gd name="T68" fmla="*/ 141 w 218"/>
              <a:gd name="T69" fmla="*/ 80 h 373"/>
              <a:gd name="T70" fmla="*/ 172 w 218"/>
              <a:gd name="T71" fmla="*/ 13 h 373"/>
              <a:gd name="T72" fmla="*/ 140 w 218"/>
              <a:gd name="T73" fmla="*/ 7 h 373"/>
              <a:gd name="T74" fmla="*/ 129 w 218"/>
              <a:gd name="T75" fmla="*/ 314 h 373"/>
              <a:gd name="T76" fmla="*/ 63 w 218"/>
              <a:gd name="T77" fmla="*/ 330 h 373"/>
              <a:gd name="T78" fmla="*/ 79 w 218"/>
              <a:gd name="T79" fmla="*/ 301 h 373"/>
              <a:gd name="T80" fmla="*/ 114 w 218"/>
              <a:gd name="T81" fmla="*/ 283 h 373"/>
              <a:gd name="T82" fmla="*/ 129 w 218"/>
              <a:gd name="T83" fmla="*/ 314 h 373"/>
              <a:gd name="T84" fmla="*/ 119 w 218"/>
              <a:gd name="T85" fmla="*/ 50 h 373"/>
              <a:gd name="T86" fmla="*/ 123 w 218"/>
              <a:gd name="T87" fmla="*/ 42 h 373"/>
              <a:gd name="T88" fmla="*/ 136 w 218"/>
              <a:gd name="T89" fmla="*/ 33 h 373"/>
              <a:gd name="T90" fmla="*/ 119 w 218"/>
              <a:gd name="T91" fmla="*/ 50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18" h="373">
                <a:moveTo>
                  <a:pt x="140" y="7"/>
                </a:moveTo>
                <a:cubicBezTo>
                  <a:pt x="135" y="15"/>
                  <a:pt x="135" y="15"/>
                  <a:pt x="135" y="15"/>
                </a:cubicBezTo>
                <a:cubicBezTo>
                  <a:pt x="112" y="34"/>
                  <a:pt x="112" y="34"/>
                  <a:pt x="112" y="34"/>
                </a:cubicBezTo>
                <a:cubicBezTo>
                  <a:pt x="112" y="34"/>
                  <a:pt x="113" y="52"/>
                  <a:pt x="88" y="44"/>
                </a:cubicBezTo>
                <a:cubicBezTo>
                  <a:pt x="88" y="44"/>
                  <a:pt x="79" y="44"/>
                  <a:pt x="78" y="59"/>
                </a:cubicBezTo>
                <a:cubicBezTo>
                  <a:pt x="39" y="96"/>
                  <a:pt x="39" y="96"/>
                  <a:pt x="39" y="96"/>
                </a:cubicBezTo>
                <a:cubicBezTo>
                  <a:pt x="39" y="96"/>
                  <a:pt x="26" y="107"/>
                  <a:pt x="22" y="82"/>
                </a:cubicBezTo>
                <a:cubicBezTo>
                  <a:pt x="22" y="82"/>
                  <a:pt x="18" y="63"/>
                  <a:pt x="11" y="90"/>
                </a:cubicBezTo>
                <a:cubicBezTo>
                  <a:pt x="11" y="90"/>
                  <a:pt x="10" y="120"/>
                  <a:pt x="17" y="125"/>
                </a:cubicBezTo>
                <a:cubicBezTo>
                  <a:pt x="17" y="125"/>
                  <a:pt x="41" y="132"/>
                  <a:pt x="43" y="111"/>
                </a:cubicBezTo>
                <a:cubicBezTo>
                  <a:pt x="43" y="111"/>
                  <a:pt x="78" y="76"/>
                  <a:pt x="83" y="70"/>
                </a:cubicBezTo>
                <a:cubicBezTo>
                  <a:pt x="83" y="70"/>
                  <a:pt x="104" y="82"/>
                  <a:pt x="112" y="78"/>
                </a:cubicBezTo>
                <a:cubicBezTo>
                  <a:pt x="112" y="78"/>
                  <a:pt x="120" y="81"/>
                  <a:pt x="103" y="99"/>
                </a:cubicBezTo>
                <a:cubicBezTo>
                  <a:pt x="103" y="99"/>
                  <a:pt x="44" y="188"/>
                  <a:pt x="28" y="189"/>
                </a:cubicBezTo>
                <a:cubicBezTo>
                  <a:pt x="28" y="189"/>
                  <a:pt x="21" y="209"/>
                  <a:pt x="27" y="220"/>
                </a:cubicBezTo>
                <a:cubicBezTo>
                  <a:pt x="27" y="220"/>
                  <a:pt x="47" y="225"/>
                  <a:pt x="51" y="220"/>
                </a:cubicBezTo>
                <a:cubicBezTo>
                  <a:pt x="76" y="194"/>
                  <a:pt x="76" y="194"/>
                  <a:pt x="76" y="194"/>
                </a:cubicBezTo>
                <a:cubicBezTo>
                  <a:pt x="76" y="194"/>
                  <a:pt x="80" y="207"/>
                  <a:pt x="67" y="231"/>
                </a:cubicBezTo>
                <a:cubicBezTo>
                  <a:pt x="67" y="231"/>
                  <a:pt x="66" y="257"/>
                  <a:pt x="90" y="244"/>
                </a:cubicBezTo>
                <a:cubicBezTo>
                  <a:pt x="90" y="244"/>
                  <a:pt x="118" y="236"/>
                  <a:pt x="125" y="255"/>
                </a:cubicBezTo>
                <a:cubicBezTo>
                  <a:pt x="125" y="255"/>
                  <a:pt x="77" y="246"/>
                  <a:pt x="3" y="309"/>
                </a:cubicBezTo>
                <a:cubicBezTo>
                  <a:pt x="3" y="309"/>
                  <a:pt x="0" y="332"/>
                  <a:pt x="102" y="361"/>
                </a:cubicBezTo>
                <a:cubicBezTo>
                  <a:pt x="102" y="361"/>
                  <a:pt x="143" y="373"/>
                  <a:pt x="148" y="325"/>
                </a:cubicBezTo>
                <a:cubicBezTo>
                  <a:pt x="149" y="288"/>
                  <a:pt x="149" y="288"/>
                  <a:pt x="149" y="288"/>
                </a:cubicBezTo>
                <a:cubicBezTo>
                  <a:pt x="149" y="288"/>
                  <a:pt x="143" y="283"/>
                  <a:pt x="154" y="280"/>
                </a:cubicBezTo>
                <a:cubicBezTo>
                  <a:pt x="179" y="286"/>
                  <a:pt x="179" y="286"/>
                  <a:pt x="179" y="286"/>
                </a:cubicBezTo>
                <a:cubicBezTo>
                  <a:pt x="179" y="286"/>
                  <a:pt x="186" y="300"/>
                  <a:pt x="193" y="286"/>
                </a:cubicBezTo>
                <a:cubicBezTo>
                  <a:pt x="193" y="286"/>
                  <a:pt x="218" y="277"/>
                  <a:pt x="188" y="262"/>
                </a:cubicBezTo>
                <a:cubicBezTo>
                  <a:pt x="142" y="256"/>
                  <a:pt x="142" y="256"/>
                  <a:pt x="142" y="256"/>
                </a:cubicBezTo>
                <a:cubicBezTo>
                  <a:pt x="142" y="256"/>
                  <a:pt x="151" y="228"/>
                  <a:pt x="99" y="224"/>
                </a:cubicBezTo>
                <a:cubicBezTo>
                  <a:pt x="114" y="162"/>
                  <a:pt x="114" y="162"/>
                  <a:pt x="114" y="162"/>
                </a:cubicBezTo>
                <a:cubicBezTo>
                  <a:pt x="114" y="162"/>
                  <a:pt x="102" y="141"/>
                  <a:pt x="75" y="168"/>
                </a:cubicBezTo>
                <a:cubicBezTo>
                  <a:pt x="75" y="168"/>
                  <a:pt x="98" y="137"/>
                  <a:pt x="111" y="129"/>
                </a:cubicBezTo>
                <a:cubicBezTo>
                  <a:pt x="111" y="129"/>
                  <a:pt x="118" y="129"/>
                  <a:pt x="120" y="111"/>
                </a:cubicBezTo>
                <a:cubicBezTo>
                  <a:pt x="120" y="111"/>
                  <a:pt x="130" y="109"/>
                  <a:pt x="141" y="80"/>
                </a:cubicBezTo>
                <a:cubicBezTo>
                  <a:pt x="141" y="80"/>
                  <a:pt x="157" y="80"/>
                  <a:pt x="172" y="13"/>
                </a:cubicBezTo>
                <a:cubicBezTo>
                  <a:pt x="172" y="13"/>
                  <a:pt x="152" y="0"/>
                  <a:pt x="140" y="7"/>
                </a:cubicBezTo>
                <a:close/>
                <a:moveTo>
                  <a:pt x="129" y="314"/>
                </a:moveTo>
                <a:cubicBezTo>
                  <a:pt x="123" y="356"/>
                  <a:pt x="63" y="330"/>
                  <a:pt x="63" y="330"/>
                </a:cubicBezTo>
                <a:cubicBezTo>
                  <a:pt x="32" y="324"/>
                  <a:pt x="79" y="301"/>
                  <a:pt x="79" y="301"/>
                </a:cubicBezTo>
                <a:cubicBezTo>
                  <a:pt x="114" y="283"/>
                  <a:pt x="114" y="283"/>
                  <a:pt x="114" y="283"/>
                </a:cubicBezTo>
                <a:cubicBezTo>
                  <a:pt x="145" y="270"/>
                  <a:pt x="129" y="314"/>
                  <a:pt x="129" y="314"/>
                </a:cubicBezTo>
                <a:close/>
                <a:moveTo>
                  <a:pt x="119" y="50"/>
                </a:moveTo>
                <a:cubicBezTo>
                  <a:pt x="119" y="50"/>
                  <a:pt x="118" y="45"/>
                  <a:pt x="123" y="42"/>
                </a:cubicBezTo>
                <a:cubicBezTo>
                  <a:pt x="136" y="33"/>
                  <a:pt x="136" y="33"/>
                  <a:pt x="136" y="33"/>
                </a:cubicBezTo>
                <a:cubicBezTo>
                  <a:pt x="136" y="33"/>
                  <a:pt x="128" y="63"/>
                  <a:pt x="11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Freeform 11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11667490" y="67945"/>
            <a:ext cx="114300" cy="203835"/>
          </a:xfrm>
          <a:custGeom>
            <a:avLst/>
            <a:gdLst>
              <a:gd name="T0" fmla="*/ 115 w 197"/>
              <a:gd name="T1" fmla="*/ 250 h 350"/>
              <a:gd name="T2" fmla="*/ 144 w 197"/>
              <a:gd name="T3" fmla="*/ 194 h 350"/>
              <a:gd name="T4" fmla="*/ 141 w 197"/>
              <a:gd name="T5" fmla="*/ 178 h 350"/>
              <a:gd name="T6" fmla="*/ 145 w 197"/>
              <a:gd name="T7" fmla="*/ 168 h 350"/>
              <a:gd name="T8" fmla="*/ 137 w 197"/>
              <a:gd name="T9" fmla="*/ 162 h 350"/>
              <a:gd name="T10" fmla="*/ 119 w 197"/>
              <a:gd name="T11" fmla="*/ 145 h 350"/>
              <a:gd name="T12" fmla="*/ 129 w 197"/>
              <a:gd name="T13" fmla="*/ 132 h 350"/>
              <a:gd name="T14" fmla="*/ 171 w 197"/>
              <a:gd name="T15" fmla="*/ 107 h 350"/>
              <a:gd name="T16" fmla="*/ 191 w 197"/>
              <a:gd name="T17" fmla="*/ 60 h 350"/>
              <a:gd name="T18" fmla="*/ 181 w 197"/>
              <a:gd name="T19" fmla="*/ 46 h 350"/>
              <a:gd name="T20" fmla="*/ 168 w 197"/>
              <a:gd name="T21" fmla="*/ 62 h 350"/>
              <a:gd name="T22" fmla="*/ 133 w 197"/>
              <a:gd name="T23" fmla="*/ 90 h 350"/>
              <a:gd name="T24" fmla="*/ 151 w 197"/>
              <a:gd name="T25" fmla="*/ 35 h 350"/>
              <a:gd name="T26" fmla="*/ 149 w 197"/>
              <a:gd name="T27" fmla="*/ 15 h 350"/>
              <a:gd name="T28" fmla="*/ 137 w 197"/>
              <a:gd name="T29" fmla="*/ 30 h 350"/>
              <a:gd name="T30" fmla="*/ 90 w 197"/>
              <a:gd name="T31" fmla="*/ 123 h 350"/>
              <a:gd name="T32" fmla="*/ 60 w 197"/>
              <a:gd name="T33" fmla="*/ 138 h 350"/>
              <a:gd name="T34" fmla="*/ 45 w 197"/>
              <a:gd name="T35" fmla="*/ 154 h 350"/>
              <a:gd name="T36" fmla="*/ 69 w 197"/>
              <a:gd name="T37" fmla="*/ 173 h 350"/>
              <a:gd name="T38" fmla="*/ 41 w 197"/>
              <a:gd name="T39" fmla="*/ 234 h 350"/>
              <a:gd name="T40" fmla="*/ 32 w 197"/>
              <a:gd name="T41" fmla="*/ 251 h 350"/>
              <a:gd name="T42" fmla="*/ 52 w 197"/>
              <a:gd name="T43" fmla="*/ 265 h 350"/>
              <a:gd name="T44" fmla="*/ 85 w 197"/>
              <a:gd name="T45" fmla="*/ 246 h 350"/>
              <a:gd name="T46" fmla="*/ 88 w 197"/>
              <a:gd name="T47" fmla="*/ 253 h 350"/>
              <a:gd name="T48" fmla="*/ 78 w 197"/>
              <a:gd name="T49" fmla="*/ 281 h 350"/>
              <a:gd name="T50" fmla="*/ 48 w 197"/>
              <a:gd name="T51" fmla="*/ 302 h 350"/>
              <a:gd name="T52" fmla="*/ 34 w 197"/>
              <a:gd name="T53" fmla="*/ 306 h 350"/>
              <a:gd name="T54" fmla="*/ 31 w 197"/>
              <a:gd name="T55" fmla="*/ 339 h 350"/>
              <a:gd name="T56" fmla="*/ 51 w 197"/>
              <a:gd name="T57" fmla="*/ 332 h 350"/>
              <a:gd name="T58" fmla="*/ 65 w 197"/>
              <a:gd name="T59" fmla="*/ 309 h 350"/>
              <a:gd name="T60" fmla="*/ 108 w 197"/>
              <a:gd name="T61" fmla="*/ 342 h 350"/>
              <a:gd name="T62" fmla="*/ 115 w 197"/>
              <a:gd name="T63" fmla="*/ 309 h 350"/>
              <a:gd name="T64" fmla="*/ 115 w 197"/>
              <a:gd name="T65" fmla="*/ 250 h 350"/>
              <a:gd name="T66" fmla="*/ 85 w 197"/>
              <a:gd name="T67" fmla="*/ 220 h 350"/>
              <a:gd name="T68" fmla="*/ 66 w 197"/>
              <a:gd name="T69" fmla="*/ 232 h 350"/>
              <a:gd name="T70" fmla="*/ 82 w 197"/>
              <a:gd name="T71" fmla="*/ 178 h 350"/>
              <a:gd name="T72" fmla="*/ 106 w 197"/>
              <a:gd name="T73" fmla="*/ 154 h 350"/>
              <a:gd name="T74" fmla="*/ 95 w 197"/>
              <a:gd name="T75" fmla="*/ 197 h 350"/>
              <a:gd name="T76" fmla="*/ 85 w 197"/>
              <a:gd name="T77" fmla="*/ 220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7" h="350">
                <a:moveTo>
                  <a:pt x="115" y="250"/>
                </a:moveTo>
                <a:cubicBezTo>
                  <a:pt x="115" y="250"/>
                  <a:pt x="109" y="233"/>
                  <a:pt x="144" y="194"/>
                </a:cubicBezTo>
                <a:cubicBezTo>
                  <a:pt x="141" y="178"/>
                  <a:pt x="141" y="178"/>
                  <a:pt x="141" y="178"/>
                </a:cubicBezTo>
                <a:cubicBezTo>
                  <a:pt x="145" y="168"/>
                  <a:pt x="145" y="168"/>
                  <a:pt x="145" y="168"/>
                </a:cubicBezTo>
                <a:cubicBezTo>
                  <a:pt x="137" y="162"/>
                  <a:pt x="137" y="162"/>
                  <a:pt x="137" y="162"/>
                </a:cubicBezTo>
                <a:cubicBezTo>
                  <a:pt x="137" y="162"/>
                  <a:pt x="136" y="145"/>
                  <a:pt x="119" y="145"/>
                </a:cubicBezTo>
                <a:cubicBezTo>
                  <a:pt x="119" y="145"/>
                  <a:pt x="110" y="143"/>
                  <a:pt x="129" y="132"/>
                </a:cubicBezTo>
                <a:cubicBezTo>
                  <a:pt x="171" y="107"/>
                  <a:pt x="171" y="107"/>
                  <a:pt x="171" y="107"/>
                </a:cubicBezTo>
                <a:cubicBezTo>
                  <a:pt x="191" y="60"/>
                  <a:pt x="191" y="60"/>
                  <a:pt x="191" y="60"/>
                </a:cubicBezTo>
                <a:cubicBezTo>
                  <a:pt x="191" y="60"/>
                  <a:pt x="197" y="52"/>
                  <a:pt x="181" y="46"/>
                </a:cubicBezTo>
                <a:cubicBezTo>
                  <a:pt x="181" y="46"/>
                  <a:pt x="179" y="56"/>
                  <a:pt x="168" y="62"/>
                </a:cubicBezTo>
                <a:cubicBezTo>
                  <a:pt x="157" y="67"/>
                  <a:pt x="141" y="81"/>
                  <a:pt x="133" y="90"/>
                </a:cubicBezTo>
                <a:cubicBezTo>
                  <a:pt x="133" y="90"/>
                  <a:pt x="150" y="45"/>
                  <a:pt x="151" y="35"/>
                </a:cubicBezTo>
                <a:cubicBezTo>
                  <a:pt x="149" y="15"/>
                  <a:pt x="149" y="15"/>
                  <a:pt x="149" y="15"/>
                </a:cubicBezTo>
                <a:cubicBezTo>
                  <a:pt x="149" y="15"/>
                  <a:pt x="138" y="0"/>
                  <a:pt x="137" y="30"/>
                </a:cubicBezTo>
                <a:cubicBezTo>
                  <a:pt x="90" y="123"/>
                  <a:pt x="90" y="123"/>
                  <a:pt x="90" y="123"/>
                </a:cubicBezTo>
                <a:cubicBezTo>
                  <a:pt x="60" y="138"/>
                  <a:pt x="60" y="138"/>
                  <a:pt x="60" y="138"/>
                </a:cubicBezTo>
                <a:cubicBezTo>
                  <a:pt x="60" y="138"/>
                  <a:pt x="32" y="132"/>
                  <a:pt x="45" y="154"/>
                </a:cubicBezTo>
                <a:cubicBezTo>
                  <a:pt x="69" y="173"/>
                  <a:pt x="69" y="173"/>
                  <a:pt x="69" y="173"/>
                </a:cubicBezTo>
                <a:cubicBezTo>
                  <a:pt x="41" y="234"/>
                  <a:pt x="41" y="234"/>
                  <a:pt x="41" y="234"/>
                </a:cubicBezTo>
                <a:cubicBezTo>
                  <a:pt x="32" y="251"/>
                  <a:pt x="32" y="251"/>
                  <a:pt x="32" y="251"/>
                </a:cubicBezTo>
                <a:cubicBezTo>
                  <a:pt x="52" y="265"/>
                  <a:pt x="52" y="265"/>
                  <a:pt x="52" y="265"/>
                </a:cubicBezTo>
                <a:cubicBezTo>
                  <a:pt x="85" y="246"/>
                  <a:pt x="85" y="246"/>
                  <a:pt x="85" y="246"/>
                </a:cubicBezTo>
                <a:cubicBezTo>
                  <a:pt x="85" y="246"/>
                  <a:pt x="89" y="246"/>
                  <a:pt x="88" y="253"/>
                </a:cubicBezTo>
                <a:cubicBezTo>
                  <a:pt x="78" y="281"/>
                  <a:pt x="78" y="281"/>
                  <a:pt x="78" y="281"/>
                </a:cubicBezTo>
                <a:cubicBezTo>
                  <a:pt x="78" y="281"/>
                  <a:pt x="56" y="303"/>
                  <a:pt x="48" y="302"/>
                </a:cubicBezTo>
                <a:cubicBezTo>
                  <a:pt x="48" y="302"/>
                  <a:pt x="45" y="302"/>
                  <a:pt x="34" y="306"/>
                </a:cubicBezTo>
                <a:cubicBezTo>
                  <a:pt x="34" y="306"/>
                  <a:pt x="0" y="323"/>
                  <a:pt x="31" y="339"/>
                </a:cubicBezTo>
                <a:cubicBezTo>
                  <a:pt x="31" y="339"/>
                  <a:pt x="41" y="350"/>
                  <a:pt x="51" y="332"/>
                </a:cubicBezTo>
                <a:cubicBezTo>
                  <a:pt x="65" y="309"/>
                  <a:pt x="65" y="309"/>
                  <a:pt x="65" y="309"/>
                </a:cubicBezTo>
                <a:cubicBezTo>
                  <a:pt x="108" y="342"/>
                  <a:pt x="108" y="342"/>
                  <a:pt x="108" y="342"/>
                </a:cubicBezTo>
                <a:cubicBezTo>
                  <a:pt x="108" y="342"/>
                  <a:pt x="117" y="330"/>
                  <a:pt x="115" y="309"/>
                </a:cubicBezTo>
                <a:lnTo>
                  <a:pt x="115" y="250"/>
                </a:lnTo>
                <a:close/>
                <a:moveTo>
                  <a:pt x="85" y="220"/>
                </a:moveTo>
                <a:cubicBezTo>
                  <a:pt x="66" y="232"/>
                  <a:pt x="66" y="232"/>
                  <a:pt x="66" y="232"/>
                </a:cubicBezTo>
                <a:cubicBezTo>
                  <a:pt x="82" y="178"/>
                  <a:pt x="82" y="178"/>
                  <a:pt x="82" y="178"/>
                </a:cubicBezTo>
                <a:cubicBezTo>
                  <a:pt x="87" y="161"/>
                  <a:pt x="106" y="154"/>
                  <a:pt x="106" y="154"/>
                </a:cubicBezTo>
                <a:cubicBezTo>
                  <a:pt x="105" y="170"/>
                  <a:pt x="95" y="197"/>
                  <a:pt x="95" y="197"/>
                </a:cubicBezTo>
                <a:cubicBezTo>
                  <a:pt x="90" y="212"/>
                  <a:pt x="85" y="220"/>
                  <a:pt x="85" y="22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12"/>
          <p:cNvSpPr/>
          <p:nvPr>
            <p:custDataLst>
              <p:tags r:id="rId9"/>
            </p:custDataLst>
          </p:nvPr>
        </p:nvSpPr>
        <p:spPr bwMode="auto">
          <a:xfrm>
            <a:off x="11731625" y="220980"/>
            <a:ext cx="40640" cy="36195"/>
          </a:xfrm>
          <a:custGeom>
            <a:avLst/>
            <a:gdLst>
              <a:gd name="T0" fmla="*/ 51 w 70"/>
              <a:gd name="T1" fmla="*/ 9 h 62"/>
              <a:gd name="T2" fmla="*/ 22 w 70"/>
              <a:gd name="T3" fmla="*/ 0 h 62"/>
              <a:gd name="T4" fmla="*/ 18 w 70"/>
              <a:gd name="T5" fmla="*/ 12 h 62"/>
              <a:gd name="T6" fmla="*/ 37 w 70"/>
              <a:gd name="T7" fmla="*/ 39 h 62"/>
              <a:gd name="T8" fmla="*/ 57 w 70"/>
              <a:gd name="T9" fmla="*/ 44 h 62"/>
              <a:gd name="T10" fmla="*/ 64 w 70"/>
              <a:gd name="T11" fmla="*/ 30 h 62"/>
              <a:gd name="T12" fmla="*/ 51 w 70"/>
              <a:gd name="T13" fmla="*/ 9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" h="62">
                <a:moveTo>
                  <a:pt x="51" y="9"/>
                </a:moveTo>
                <a:cubicBezTo>
                  <a:pt x="22" y="0"/>
                  <a:pt x="22" y="0"/>
                  <a:pt x="22" y="0"/>
                </a:cubicBezTo>
                <a:cubicBezTo>
                  <a:pt x="22" y="0"/>
                  <a:pt x="0" y="1"/>
                  <a:pt x="18" y="12"/>
                </a:cubicBezTo>
                <a:cubicBezTo>
                  <a:pt x="18" y="12"/>
                  <a:pt x="32" y="27"/>
                  <a:pt x="37" y="39"/>
                </a:cubicBezTo>
                <a:cubicBezTo>
                  <a:pt x="37" y="39"/>
                  <a:pt x="42" y="62"/>
                  <a:pt x="57" y="44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0"/>
                  <a:pt x="70" y="17"/>
                  <a:pt x="51" y="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Freeform 13"/>
          <p:cNvSpPr/>
          <p:nvPr>
            <p:custDataLst>
              <p:tags r:id="rId10"/>
            </p:custDataLst>
          </p:nvPr>
        </p:nvSpPr>
        <p:spPr bwMode="auto">
          <a:xfrm>
            <a:off x="11506200" y="298450"/>
            <a:ext cx="22860" cy="2921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0 w 39"/>
              <a:gd name="T11" fmla="*/ 50 h 50"/>
              <a:gd name="T12" fmla="*/ 7 w 39"/>
              <a:gd name="T13" fmla="*/ 48 h 50"/>
              <a:gd name="T14" fmla="*/ 4 w 39"/>
              <a:gd name="T15" fmla="*/ 50 h 50"/>
              <a:gd name="T16" fmla="*/ 2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2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0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4" y="49"/>
                  <a:pt x="4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3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2" y="20"/>
                  <a:pt x="2" y="13"/>
                </a:cubicBezTo>
                <a:cubicBezTo>
                  <a:pt x="2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Freeform 14"/>
          <p:cNvSpPr/>
          <p:nvPr>
            <p:custDataLst>
              <p:tags r:id="rId11"/>
            </p:custDataLst>
          </p:nvPr>
        </p:nvSpPr>
        <p:spPr bwMode="auto">
          <a:xfrm>
            <a:off x="11532870" y="299085"/>
            <a:ext cx="34290" cy="27940"/>
          </a:xfrm>
          <a:custGeom>
            <a:avLst/>
            <a:gdLst>
              <a:gd name="T0" fmla="*/ 0 w 59"/>
              <a:gd name="T1" fmla="*/ 47 h 48"/>
              <a:gd name="T2" fmla="*/ 8 w 59"/>
              <a:gd name="T3" fmla="*/ 40 h 48"/>
              <a:gd name="T4" fmla="*/ 8 w 59"/>
              <a:gd name="T5" fmla="*/ 8 h 48"/>
              <a:gd name="T6" fmla="*/ 0 w 59"/>
              <a:gd name="T7" fmla="*/ 2 h 48"/>
              <a:gd name="T8" fmla="*/ 0 w 59"/>
              <a:gd name="T9" fmla="*/ 0 h 48"/>
              <a:gd name="T10" fmla="*/ 24 w 59"/>
              <a:gd name="T11" fmla="*/ 0 h 48"/>
              <a:gd name="T12" fmla="*/ 24 w 59"/>
              <a:gd name="T13" fmla="*/ 2 h 48"/>
              <a:gd name="T14" fmla="*/ 17 w 59"/>
              <a:gd name="T15" fmla="*/ 8 h 48"/>
              <a:gd name="T16" fmla="*/ 17 w 59"/>
              <a:gd name="T17" fmla="*/ 22 h 48"/>
              <a:gd name="T18" fmla="*/ 43 w 59"/>
              <a:gd name="T19" fmla="*/ 22 h 48"/>
              <a:gd name="T20" fmla="*/ 43 w 59"/>
              <a:gd name="T21" fmla="*/ 8 h 48"/>
              <a:gd name="T22" fmla="*/ 35 w 59"/>
              <a:gd name="T23" fmla="*/ 2 h 48"/>
              <a:gd name="T24" fmla="*/ 35 w 59"/>
              <a:gd name="T25" fmla="*/ 0 h 48"/>
              <a:gd name="T26" fmla="*/ 59 w 59"/>
              <a:gd name="T27" fmla="*/ 0 h 48"/>
              <a:gd name="T28" fmla="*/ 59 w 59"/>
              <a:gd name="T29" fmla="*/ 2 h 48"/>
              <a:gd name="T30" fmla="*/ 52 w 59"/>
              <a:gd name="T31" fmla="*/ 8 h 48"/>
              <a:gd name="T32" fmla="*/ 52 w 59"/>
              <a:gd name="T33" fmla="*/ 41 h 48"/>
              <a:gd name="T34" fmla="*/ 59 w 59"/>
              <a:gd name="T35" fmla="*/ 47 h 48"/>
              <a:gd name="T36" fmla="*/ 59 w 59"/>
              <a:gd name="T37" fmla="*/ 48 h 48"/>
              <a:gd name="T38" fmla="*/ 35 w 59"/>
              <a:gd name="T39" fmla="*/ 48 h 48"/>
              <a:gd name="T40" fmla="*/ 35 w 59"/>
              <a:gd name="T41" fmla="*/ 47 h 48"/>
              <a:gd name="T42" fmla="*/ 43 w 59"/>
              <a:gd name="T43" fmla="*/ 40 h 48"/>
              <a:gd name="T44" fmla="*/ 43 w 59"/>
              <a:gd name="T45" fmla="*/ 26 h 48"/>
              <a:gd name="T46" fmla="*/ 17 w 59"/>
              <a:gd name="T47" fmla="*/ 26 h 48"/>
              <a:gd name="T48" fmla="*/ 17 w 59"/>
              <a:gd name="T49" fmla="*/ 41 h 48"/>
              <a:gd name="T50" fmla="*/ 24 w 59"/>
              <a:gd name="T51" fmla="*/ 47 h 48"/>
              <a:gd name="T52" fmla="*/ 24 w 59"/>
              <a:gd name="T53" fmla="*/ 48 h 48"/>
              <a:gd name="T54" fmla="*/ 0 w 59"/>
              <a:gd name="T55" fmla="*/ 48 h 48"/>
              <a:gd name="T56" fmla="*/ 0 w 59"/>
              <a:gd name="T5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9" h="48">
                <a:moveTo>
                  <a:pt x="0" y="47"/>
                </a:moveTo>
                <a:cubicBezTo>
                  <a:pt x="7" y="47"/>
                  <a:pt x="8" y="45"/>
                  <a:pt x="8" y="40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22"/>
                  <a:pt x="17" y="22"/>
                  <a:pt x="17" y="22"/>
                </a:cubicBezTo>
                <a:cubicBezTo>
                  <a:pt x="43" y="22"/>
                  <a:pt x="43" y="22"/>
                  <a:pt x="43" y="22"/>
                </a:cubicBezTo>
                <a:cubicBezTo>
                  <a:pt x="43" y="8"/>
                  <a:pt x="43" y="8"/>
                  <a:pt x="43" y="8"/>
                </a:cubicBezTo>
                <a:cubicBezTo>
                  <a:pt x="43" y="3"/>
                  <a:pt x="42" y="2"/>
                  <a:pt x="35" y="2"/>
                </a:cubicBezTo>
                <a:cubicBezTo>
                  <a:pt x="35" y="0"/>
                  <a:pt x="35" y="0"/>
                  <a:pt x="35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2"/>
                  <a:pt x="59" y="2"/>
                  <a:pt x="59" y="2"/>
                </a:cubicBezTo>
                <a:cubicBezTo>
                  <a:pt x="53" y="2"/>
                  <a:pt x="52" y="3"/>
                  <a:pt x="52" y="8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5"/>
                  <a:pt x="53" y="47"/>
                  <a:pt x="59" y="47"/>
                </a:cubicBezTo>
                <a:cubicBezTo>
                  <a:pt x="59" y="48"/>
                  <a:pt x="59" y="48"/>
                  <a:pt x="59" y="48"/>
                </a:cubicBezTo>
                <a:cubicBezTo>
                  <a:pt x="35" y="48"/>
                  <a:pt x="35" y="48"/>
                  <a:pt x="35" y="48"/>
                </a:cubicBezTo>
                <a:cubicBezTo>
                  <a:pt x="35" y="47"/>
                  <a:pt x="35" y="47"/>
                  <a:pt x="35" y="47"/>
                </a:cubicBezTo>
                <a:cubicBezTo>
                  <a:pt x="43" y="47"/>
                  <a:pt x="43" y="45"/>
                  <a:pt x="43" y="40"/>
                </a:cubicBezTo>
                <a:cubicBezTo>
                  <a:pt x="43" y="26"/>
                  <a:pt x="43" y="26"/>
                  <a:pt x="43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41"/>
                  <a:pt x="17" y="41"/>
                  <a:pt x="17" y="41"/>
                </a:cubicBezTo>
                <a:cubicBezTo>
                  <a:pt x="17" y="45"/>
                  <a:pt x="17" y="47"/>
                  <a:pt x="24" y="47"/>
                </a:cubicBezTo>
                <a:cubicBezTo>
                  <a:pt x="24" y="48"/>
                  <a:pt x="24" y="48"/>
                  <a:pt x="24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Freeform 15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11568430" y="299085"/>
            <a:ext cx="35560" cy="27940"/>
          </a:xfrm>
          <a:custGeom>
            <a:avLst/>
            <a:gdLst>
              <a:gd name="T0" fmla="*/ 18 w 61"/>
              <a:gd name="T1" fmla="*/ 30 h 48"/>
              <a:gd name="T2" fmla="*/ 28 w 61"/>
              <a:gd name="T3" fmla="*/ 10 h 48"/>
              <a:gd name="T4" fmla="*/ 38 w 61"/>
              <a:gd name="T5" fmla="*/ 30 h 48"/>
              <a:gd name="T6" fmla="*/ 18 w 61"/>
              <a:gd name="T7" fmla="*/ 30 h 48"/>
              <a:gd name="T8" fmla="*/ 61 w 61"/>
              <a:gd name="T9" fmla="*/ 47 h 48"/>
              <a:gd name="T10" fmla="*/ 53 w 61"/>
              <a:gd name="T11" fmla="*/ 41 h 48"/>
              <a:gd name="T12" fmla="*/ 31 w 61"/>
              <a:gd name="T13" fmla="*/ 0 h 48"/>
              <a:gd name="T14" fmla="*/ 29 w 61"/>
              <a:gd name="T15" fmla="*/ 0 h 48"/>
              <a:gd name="T16" fmla="*/ 11 w 61"/>
              <a:gd name="T17" fmla="*/ 35 h 48"/>
              <a:gd name="T18" fmla="*/ 5 w 61"/>
              <a:gd name="T19" fmla="*/ 45 h 48"/>
              <a:gd name="T20" fmla="*/ 0 w 61"/>
              <a:gd name="T21" fmla="*/ 47 h 48"/>
              <a:gd name="T22" fmla="*/ 0 w 61"/>
              <a:gd name="T23" fmla="*/ 48 h 48"/>
              <a:gd name="T24" fmla="*/ 18 w 61"/>
              <a:gd name="T25" fmla="*/ 48 h 48"/>
              <a:gd name="T26" fmla="*/ 18 w 61"/>
              <a:gd name="T27" fmla="*/ 47 h 48"/>
              <a:gd name="T28" fmla="*/ 12 w 61"/>
              <a:gd name="T29" fmla="*/ 44 h 48"/>
              <a:gd name="T30" fmla="*/ 12 w 61"/>
              <a:gd name="T31" fmla="*/ 41 h 48"/>
              <a:gd name="T32" fmla="*/ 16 w 61"/>
              <a:gd name="T33" fmla="*/ 33 h 48"/>
              <a:gd name="T34" fmla="*/ 39 w 61"/>
              <a:gd name="T35" fmla="*/ 33 h 48"/>
              <a:gd name="T36" fmla="*/ 43 w 61"/>
              <a:gd name="T37" fmla="*/ 40 h 48"/>
              <a:gd name="T38" fmla="*/ 44 w 61"/>
              <a:gd name="T39" fmla="*/ 44 h 48"/>
              <a:gd name="T40" fmla="*/ 38 w 61"/>
              <a:gd name="T41" fmla="*/ 47 h 48"/>
              <a:gd name="T42" fmla="*/ 38 w 61"/>
              <a:gd name="T43" fmla="*/ 48 h 48"/>
              <a:gd name="T44" fmla="*/ 61 w 61"/>
              <a:gd name="T45" fmla="*/ 48 h 48"/>
              <a:gd name="T46" fmla="*/ 61 w 61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1" h="48">
                <a:moveTo>
                  <a:pt x="18" y="30"/>
                </a:moveTo>
                <a:cubicBezTo>
                  <a:pt x="28" y="10"/>
                  <a:pt x="28" y="10"/>
                  <a:pt x="28" y="10"/>
                </a:cubicBezTo>
                <a:cubicBezTo>
                  <a:pt x="38" y="30"/>
                  <a:pt x="38" y="30"/>
                  <a:pt x="38" y="30"/>
                </a:cubicBezTo>
                <a:lnTo>
                  <a:pt x="18" y="30"/>
                </a:lnTo>
                <a:close/>
                <a:moveTo>
                  <a:pt x="61" y="47"/>
                </a:moveTo>
                <a:cubicBezTo>
                  <a:pt x="57" y="47"/>
                  <a:pt x="55" y="46"/>
                  <a:pt x="53" y="41"/>
                </a:cubicBezTo>
                <a:cubicBezTo>
                  <a:pt x="31" y="0"/>
                  <a:pt x="31" y="0"/>
                  <a:pt x="31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11" y="35"/>
                  <a:pt x="11" y="35"/>
                  <a:pt x="11" y="35"/>
                </a:cubicBezTo>
                <a:cubicBezTo>
                  <a:pt x="10" y="38"/>
                  <a:pt x="7" y="44"/>
                  <a:pt x="5" y="45"/>
                </a:cubicBezTo>
                <a:cubicBezTo>
                  <a:pt x="3" y="47"/>
                  <a:pt x="2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18" y="48"/>
                  <a:pt x="18" y="48"/>
                  <a:pt x="18" y="48"/>
                </a:cubicBezTo>
                <a:cubicBezTo>
                  <a:pt x="18" y="47"/>
                  <a:pt x="18" y="47"/>
                  <a:pt x="18" y="47"/>
                </a:cubicBezTo>
                <a:cubicBezTo>
                  <a:pt x="16" y="47"/>
                  <a:pt x="12" y="47"/>
                  <a:pt x="12" y="44"/>
                </a:cubicBezTo>
                <a:cubicBezTo>
                  <a:pt x="12" y="43"/>
                  <a:pt x="12" y="42"/>
                  <a:pt x="12" y="41"/>
                </a:cubicBezTo>
                <a:cubicBezTo>
                  <a:pt x="16" y="33"/>
                  <a:pt x="16" y="33"/>
                  <a:pt x="16" y="33"/>
                </a:cubicBezTo>
                <a:cubicBezTo>
                  <a:pt x="39" y="33"/>
                  <a:pt x="39" y="33"/>
                  <a:pt x="39" y="33"/>
                </a:cubicBezTo>
                <a:cubicBezTo>
                  <a:pt x="43" y="40"/>
                  <a:pt x="43" y="40"/>
                  <a:pt x="43" y="40"/>
                </a:cubicBezTo>
                <a:cubicBezTo>
                  <a:pt x="43" y="41"/>
                  <a:pt x="44" y="43"/>
                  <a:pt x="44" y="44"/>
                </a:cubicBezTo>
                <a:cubicBezTo>
                  <a:pt x="44" y="47"/>
                  <a:pt x="42" y="47"/>
                  <a:pt x="38" y="47"/>
                </a:cubicBezTo>
                <a:cubicBezTo>
                  <a:pt x="38" y="48"/>
                  <a:pt x="38" y="48"/>
                  <a:pt x="38" y="48"/>
                </a:cubicBezTo>
                <a:cubicBezTo>
                  <a:pt x="61" y="48"/>
                  <a:pt x="61" y="48"/>
                  <a:pt x="61" y="48"/>
                </a:cubicBezTo>
                <a:lnTo>
                  <a:pt x="61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Freeform 16"/>
          <p:cNvSpPr/>
          <p:nvPr>
            <p:custDataLst>
              <p:tags r:id="rId13"/>
            </p:custDataLst>
          </p:nvPr>
        </p:nvSpPr>
        <p:spPr bwMode="auto">
          <a:xfrm>
            <a:off x="11605260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Freeform 17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11641455" y="299085"/>
            <a:ext cx="33655" cy="27940"/>
          </a:xfrm>
          <a:custGeom>
            <a:avLst/>
            <a:gdLst>
              <a:gd name="T0" fmla="*/ 17 w 58"/>
              <a:gd name="T1" fmla="*/ 6 h 48"/>
              <a:gd name="T2" fmla="*/ 21 w 58"/>
              <a:gd name="T3" fmla="*/ 3 h 48"/>
              <a:gd name="T4" fmla="*/ 41 w 58"/>
              <a:gd name="T5" fmla="*/ 8 h 48"/>
              <a:gd name="T6" fmla="*/ 49 w 58"/>
              <a:gd name="T7" fmla="*/ 25 h 48"/>
              <a:gd name="T8" fmla="*/ 22 w 58"/>
              <a:gd name="T9" fmla="*/ 46 h 48"/>
              <a:gd name="T10" fmla="*/ 17 w 58"/>
              <a:gd name="T11" fmla="*/ 43 h 48"/>
              <a:gd name="T12" fmla="*/ 17 w 58"/>
              <a:gd name="T13" fmla="*/ 6 h 48"/>
              <a:gd name="T14" fmla="*/ 0 w 58"/>
              <a:gd name="T15" fmla="*/ 48 h 48"/>
              <a:gd name="T16" fmla="*/ 25 w 58"/>
              <a:gd name="T17" fmla="*/ 48 h 48"/>
              <a:gd name="T18" fmla="*/ 58 w 58"/>
              <a:gd name="T19" fmla="*/ 25 h 48"/>
              <a:gd name="T20" fmla="*/ 23 w 58"/>
              <a:gd name="T21" fmla="*/ 0 h 48"/>
              <a:gd name="T22" fmla="*/ 0 w 58"/>
              <a:gd name="T23" fmla="*/ 0 h 48"/>
              <a:gd name="T24" fmla="*/ 0 w 58"/>
              <a:gd name="T25" fmla="*/ 2 h 48"/>
              <a:gd name="T26" fmla="*/ 8 w 58"/>
              <a:gd name="T27" fmla="*/ 8 h 48"/>
              <a:gd name="T28" fmla="*/ 8 w 58"/>
              <a:gd name="T29" fmla="*/ 41 h 48"/>
              <a:gd name="T30" fmla="*/ 0 w 58"/>
              <a:gd name="T31" fmla="*/ 47 h 48"/>
              <a:gd name="T32" fmla="*/ 0 w 58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8" h="48">
                <a:moveTo>
                  <a:pt x="17" y="6"/>
                </a:moveTo>
                <a:cubicBezTo>
                  <a:pt x="17" y="5"/>
                  <a:pt x="17" y="3"/>
                  <a:pt x="21" y="3"/>
                </a:cubicBezTo>
                <a:cubicBezTo>
                  <a:pt x="32" y="3"/>
                  <a:pt x="36" y="5"/>
                  <a:pt x="41" y="8"/>
                </a:cubicBezTo>
                <a:cubicBezTo>
                  <a:pt x="47" y="13"/>
                  <a:pt x="49" y="19"/>
                  <a:pt x="49" y="25"/>
                </a:cubicBezTo>
                <a:cubicBezTo>
                  <a:pt x="49" y="46"/>
                  <a:pt x="27" y="46"/>
                  <a:pt x="22" y="46"/>
                </a:cubicBezTo>
                <a:cubicBezTo>
                  <a:pt x="18" y="46"/>
                  <a:pt x="17" y="45"/>
                  <a:pt x="17" y="43"/>
                </a:cubicBezTo>
                <a:lnTo>
                  <a:pt x="17" y="6"/>
                </a:lnTo>
                <a:close/>
                <a:moveTo>
                  <a:pt x="0" y="48"/>
                </a:moveTo>
                <a:cubicBezTo>
                  <a:pt x="25" y="48"/>
                  <a:pt x="25" y="48"/>
                  <a:pt x="25" y="48"/>
                </a:cubicBezTo>
                <a:cubicBezTo>
                  <a:pt x="51" y="48"/>
                  <a:pt x="58" y="34"/>
                  <a:pt x="58" y="25"/>
                </a:cubicBezTo>
                <a:cubicBezTo>
                  <a:pt x="58" y="8"/>
                  <a:pt x="44" y="0"/>
                  <a:pt x="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7" y="2"/>
                  <a:pt x="8" y="3"/>
                  <a:pt x="8" y="8"/>
                </a:cubicBezTo>
                <a:cubicBezTo>
                  <a:pt x="8" y="41"/>
                  <a:pt x="8" y="41"/>
                  <a:pt x="8" y="41"/>
                </a:cubicBezTo>
                <a:cubicBezTo>
                  <a:pt x="8" y="46"/>
                  <a:pt x="7" y="47"/>
                  <a:pt x="0" y="47"/>
                </a:cubicBezTo>
                <a:lnTo>
                  <a:pt x="0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Freeform 18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11678920" y="298450"/>
            <a:ext cx="33020" cy="29210"/>
          </a:xfrm>
          <a:custGeom>
            <a:avLst/>
            <a:gdLst>
              <a:gd name="T0" fmla="*/ 29 w 57"/>
              <a:gd name="T1" fmla="*/ 48 h 50"/>
              <a:gd name="T2" fmla="*/ 10 w 57"/>
              <a:gd name="T3" fmla="*/ 25 h 50"/>
              <a:gd name="T4" fmla="*/ 29 w 57"/>
              <a:gd name="T5" fmla="*/ 3 h 50"/>
              <a:gd name="T6" fmla="*/ 47 w 57"/>
              <a:gd name="T7" fmla="*/ 25 h 50"/>
              <a:gd name="T8" fmla="*/ 29 w 57"/>
              <a:gd name="T9" fmla="*/ 48 h 50"/>
              <a:gd name="T10" fmla="*/ 29 w 57"/>
              <a:gd name="T11" fmla="*/ 50 h 50"/>
              <a:gd name="T12" fmla="*/ 57 w 57"/>
              <a:gd name="T13" fmla="*/ 26 h 50"/>
              <a:gd name="T14" fmla="*/ 29 w 57"/>
              <a:gd name="T15" fmla="*/ 0 h 50"/>
              <a:gd name="T16" fmla="*/ 0 w 57"/>
              <a:gd name="T17" fmla="*/ 26 h 50"/>
              <a:gd name="T18" fmla="*/ 29 w 57"/>
              <a:gd name="T19" fmla="*/ 5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" h="50">
                <a:moveTo>
                  <a:pt x="29" y="48"/>
                </a:moveTo>
                <a:cubicBezTo>
                  <a:pt x="19" y="48"/>
                  <a:pt x="10" y="41"/>
                  <a:pt x="10" y="25"/>
                </a:cubicBezTo>
                <a:cubicBezTo>
                  <a:pt x="10" y="9"/>
                  <a:pt x="20" y="3"/>
                  <a:pt x="29" y="3"/>
                </a:cubicBezTo>
                <a:cubicBezTo>
                  <a:pt x="38" y="3"/>
                  <a:pt x="47" y="9"/>
                  <a:pt x="47" y="25"/>
                </a:cubicBezTo>
                <a:cubicBezTo>
                  <a:pt x="47" y="41"/>
                  <a:pt x="38" y="48"/>
                  <a:pt x="29" y="48"/>
                </a:cubicBezTo>
                <a:close/>
                <a:moveTo>
                  <a:pt x="29" y="50"/>
                </a:moveTo>
                <a:cubicBezTo>
                  <a:pt x="44" y="50"/>
                  <a:pt x="57" y="41"/>
                  <a:pt x="57" y="26"/>
                </a:cubicBezTo>
                <a:cubicBezTo>
                  <a:pt x="57" y="9"/>
                  <a:pt x="43" y="0"/>
                  <a:pt x="29" y="0"/>
                </a:cubicBezTo>
                <a:cubicBezTo>
                  <a:pt x="14" y="0"/>
                  <a:pt x="0" y="9"/>
                  <a:pt x="0" y="26"/>
                </a:cubicBezTo>
                <a:cubicBezTo>
                  <a:pt x="0" y="41"/>
                  <a:pt x="13" y="50"/>
                  <a:pt x="2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Freeform 19"/>
          <p:cNvSpPr/>
          <p:nvPr>
            <p:custDataLst>
              <p:tags r:id="rId16"/>
            </p:custDataLst>
          </p:nvPr>
        </p:nvSpPr>
        <p:spPr bwMode="auto">
          <a:xfrm>
            <a:off x="11714480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3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1 w 60"/>
              <a:gd name="T15" fmla="*/ 47 h 49"/>
              <a:gd name="T16" fmla="*/ 21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9 w 60"/>
              <a:gd name="T23" fmla="*/ 38 h 49"/>
              <a:gd name="T24" fmla="*/ 9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1" y="47"/>
                </a:cubicBezTo>
                <a:cubicBezTo>
                  <a:pt x="21" y="48"/>
                  <a:pt x="21" y="48"/>
                  <a:pt x="21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9" y="46"/>
                  <a:pt x="9" y="38"/>
                </a:cubicBezTo>
                <a:cubicBezTo>
                  <a:pt x="9" y="6"/>
                  <a:pt x="9" y="6"/>
                  <a:pt x="9" y="6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Freeform 20"/>
          <p:cNvSpPr/>
          <p:nvPr>
            <p:custDataLst>
              <p:tags r:id="rId17"/>
            </p:custDataLst>
          </p:nvPr>
        </p:nvSpPr>
        <p:spPr bwMode="auto">
          <a:xfrm>
            <a:off x="11751945" y="298450"/>
            <a:ext cx="33655" cy="29210"/>
          </a:xfrm>
          <a:custGeom>
            <a:avLst/>
            <a:gdLst>
              <a:gd name="T0" fmla="*/ 58 w 58"/>
              <a:gd name="T1" fmla="*/ 25 h 50"/>
              <a:gd name="T2" fmla="*/ 52 w 58"/>
              <a:gd name="T3" fmla="*/ 31 h 50"/>
              <a:gd name="T4" fmla="*/ 52 w 58"/>
              <a:gd name="T5" fmla="*/ 45 h 50"/>
              <a:gd name="T6" fmla="*/ 31 w 58"/>
              <a:gd name="T7" fmla="*/ 50 h 50"/>
              <a:gd name="T8" fmla="*/ 7 w 58"/>
              <a:gd name="T9" fmla="*/ 43 h 50"/>
              <a:gd name="T10" fmla="*/ 0 w 58"/>
              <a:gd name="T11" fmla="*/ 25 h 50"/>
              <a:gd name="T12" fmla="*/ 29 w 58"/>
              <a:gd name="T13" fmla="*/ 0 h 50"/>
              <a:gd name="T14" fmla="*/ 45 w 58"/>
              <a:gd name="T15" fmla="*/ 3 h 50"/>
              <a:gd name="T16" fmla="*/ 49 w 58"/>
              <a:gd name="T17" fmla="*/ 0 h 50"/>
              <a:gd name="T18" fmla="*/ 51 w 58"/>
              <a:gd name="T19" fmla="*/ 0 h 50"/>
              <a:gd name="T20" fmla="*/ 52 w 58"/>
              <a:gd name="T21" fmla="*/ 16 h 50"/>
              <a:gd name="T22" fmla="*/ 50 w 58"/>
              <a:gd name="T23" fmla="*/ 16 h 50"/>
              <a:gd name="T24" fmla="*/ 31 w 58"/>
              <a:gd name="T25" fmla="*/ 3 h 50"/>
              <a:gd name="T26" fmla="*/ 9 w 58"/>
              <a:gd name="T27" fmla="*/ 26 h 50"/>
              <a:gd name="T28" fmla="*/ 32 w 58"/>
              <a:gd name="T29" fmla="*/ 48 h 50"/>
              <a:gd name="T30" fmla="*/ 44 w 58"/>
              <a:gd name="T31" fmla="*/ 43 h 50"/>
              <a:gd name="T32" fmla="*/ 44 w 58"/>
              <a:gd name="T33" fmla="*/ 32 h 50"/>
              <a:gd name="T34" fmla="*/ 36 w 58"/>
              <a:gd name="T35" fmla="*/ 25 h 50"/>
              <a:gd name="T36" fmla="*/ 36 w 58"/>
              <a:gd name="T37" fmla="*/ 24 h 50"/>
              <a:gd name="T38" fmla="*/ 58 w 58"/>
              <a:gd name="T39" fmla="*/ 24 h 50"/>
              <a:gd name="T40" fmla="*/ 58 w 58"/>
              <a:gd name="T41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8" h="50">
                <a:moveTo>
                  <a:pt x="58" y="25"/>
                </a:moveTo>
                <a:cubicBezTo>
                  <a:pt x="55" y="25"/>
                  <a:pt x="52" y="26"/>
                  <a:pt x="52" y="31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6"/>
                  <a:pt x="41" y="50"/>
                  <a:pt x="31" y="50"/>
                </a:cubicBezTo>
                <a:cubicBezTo>
                  <a:pt x="23" y="50"/>
                  <a:pt x="13" y="48"/>
                  <a:pt x="7" y="43"/>
                </a:cubicBezTo>
                <a:cubicBezTo>
                  <a:pt x="2" y="38"/>
                  <a:pt x="0" y="34"/>
                  <a:pt x="0" y="25"/>
                </a:cubicBezTo>
                <a:cubicBezTo>
                  <a:pt x="0" y="13"/>
                  <a:pt x="11" y="0"/>
                  <a:pt x="29" y="0"/>
                </a:cubicBezTo>
                <a:cubicBezTo>
                  <a:pt x="38" y="0"/>
                  <a:pt x="42" y="3"/>
                  <a:pt x="45" y="3"/>
                </a:cubicBezTo>
                <a:cubicBezTo>
                  <a:pt x="46" y="3"/>
                  <a:pt x="48" y="2"/>
                  <a:pt x="49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16"/>
                  <a:pt x="52" y="16"/>
                  <a:pt x="52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47" y="11"/>
                  <a:pt x="43" y="3"/>
                  <a:pt x="31" y="3"/>
                </a:cubicBezTo>
                <a:cubicBezTo>
                  <a:pt x="22" y="3"/>
                  <a:pt x="9" y="8"/>
                  <a:pt x="9" y="26"/>
                </a:cubicBezTo>
                <a:cubicBezTo>
                  <a:pt x="9" y="39"/>
                  <a:pt x="19" y="48"/>
                  <a:pt x="32" y="48"/>
                </a:cubicBezTo>
                <a:cubicBezTo>
                  <a:pt x="38" y="48"/>
                  <a:pt x="44" y="46"/>
                  <a:pt x="44" y="43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26"/>
                  <a:pt x="42" y="25"/>
                  <a:pt x="36" y="25"/>
                </a:cubicBezTo>
                <a:cubicBezTo>
                  <a:pt x="36" y="24"/>
                  <a:pt x="36" y="24"/>
                  <a:pt x="36" y="24"/>
                </a:cubicBezTo>
                <a:cubicBezTo>
                  <a:pt x="58" y="24"/>
                  <a:pt x="58" y="24"/>
                  <a:pt x="58" y="24"/>
                </a:cubicBezTo>
                <a:lnTo>
                  <a:pt x="58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Freeform 21"/>
          <p:cNvSpPr/>
          <p:nvPr>
            <p:custDataLst>
              <p:tags r:id="rId18"/>
            </p:custDataLst>
          </p:nvPr>
        </p:nvSpPr>
        <p:spPr bwMode="auto">
          <a:xfrm>
            <a:off x="11799570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30 h 49"/>
              <a:gd name="T6" fmla="*/ 30 w 60"/>
              <a:gd name="T7" fmla="*/ 49 h 49"/>
              <a:gd name="T8" fmla="*/ 8 w 60"/>
              <a:gd name="T9" fmla="*/ 31 h 49"/>
              <a:gd name="T10" fmla="*/ 8 w 60"/>
              <a:gd name="T11" fmla="*/ 8 h 49"/>
              <a:gd name="T12" fmla="*/ 0 w 60"/>
              <a:gd name="T13" fmla="*/ 2 h 49"/>
              <a:gd name="T14" fmla="*/ 0 w 60"/>
              <a:gd name="T15" fmla="*/ 0 h 49"/>
              <a:gd name="T16" fmla="*/ 25 w 60"/>
              <a:gd name="T17" fmla="*/ 0 h 49"/>
              <a:gd name="T18" fmla="*/ 25 w 60"/>
              <a:gd name="T19" fmla="*/ 2 h 49"/>
              <a:gd name="T20" fmla="*/ 17 w 60"/>
              <a:gd name="T21" fmla="*/ 8 h 49"/>
              <a:gd name="T22" fmla="*/ 17 w 60"/>
              <a:gd name="T23" fmla="*/ 32 h 49"/>
              <a:gd name="T24" fmla="*/ 32 w 60"/>
              <a:gd name="T25" fmla="*/ 46 h 49"/>
              <a:gd name="T26" fmla="*/ 46 w 60"/>
              <a:gd name="T27" fmla="*/ 41 h 49"/>
              <a:gd name="T28" fmla="*/ 48 w 60"/>
              <a:gd name="T29" fmla="*/ 31 h 49"/>
              <a:gd name="T30" fmla="*/ 48 w 60"/>
              <a:gd name="T31" fmla="*/ 11 h 49"/>
              <a:gd name="T32" fmla="*/ 40 w 60"/>
              <a:gd name="T33" fmla="*/ 2 h 49"/>
              <a:gd name="T34" fmla="*/ 40 w 60"/>
              <a:gd name="T35" fmla="*/ 0 h 49"/>
              <a:gd name="T36" fmla="*/ 60 w 60"/>
              <a:gd name="T37" fmla="*/ 0 h 49"/>
              <a:gd name="T38" fmla="*/ 60 w 60"/>
              <a:gd name="T39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4" y="2"/>
                  <a:pt x="52" y="4"/>
                  <a:pt x="52" y="11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6"/>
                  <a:pt x="52" y="49"/>
                  <a:pt x="30" y="49"/>
                </a:cubicBezTo>
                <a:cubicBezTo>
                  <a:pt x="8" y="49"/>
                  <a:pt x="8" y="35"/>
                  <a:pt x="8" y="3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2"/>
                  <a:pt x="25" y="2"/>
                  <a:pt x="25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32"/>
                  <a:pt x="17" y="32"/>
                  <a:pt x="17" y="32"/>
                </a:cubicBezTo>
                <a:cubicBezTo>
                  <a:pt x="17" y="36"/>
                  <a:pt x="17" y="46"/>
                  <a:pt x="32" y="46"/>
                </a:cubicBezTo>
                <a:cubicBezTo>
                  <a:pt x="39" y="46"/>
                  <a:pt x="44" y="44"/>
                  <a:pt x="46" y="41"/>
                </a:cubicBezTo>
                <a:cubicBezTo>
                  <a:pt x="48" y="39"/>
                  <a:pt x="48" y="37"/>
                  <a:pt x="48" y="3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Freeform 22"/>
          <p:cNvSpPr/>
          <p:nvPr>
            <p:custDataLst>
              <p:tags r:id="rId19"/>
            </p:custDataLst>
          </p:nvPr>
        </p:nvSpPr>
        <p:spPr bwMode="auto">
          <a:xfrm>
            <a:off x="11835765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Freeform 23"/>
          <p:cNvSpPr/>
          <p:nvPr>
            <p:custDataLst>
              <p:tags r:id="rId20"/>
            </p:custDataLst>
          </p:nvPr>
        </p:nvSpPr>
        <p:spPr bwMode="auto">
          <a:xfrm>
            <a:off x="11872595" y="299085"/>
            <a:ext cx="15240" cy="2794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Freeform 24"/>
          <p:cNvSpPr/>
          <p:nvPr>
            <p:custDataLst>
              <p:tags r:id="rId21"/>
            </p:custDataLst>
          </p:nvPr>
        </p:nvSpPr>
        <p:spPr bwMode="auto">
          <a:xfrm>
            <a:off x="11889740" y="299085"/>
            <a:ext cx="34290" cy="28575"/>
          </a:xfrm>
          <a:custGeom>
            <a:avLst/>
            <a:gdLst>
              <a:gd name="T0" fmla="*/ 59 w 59"/>
              <a:gd name="T1" fmla="*/ 2 h 49"/>
              <a:gd name="T2" fmla="*/ 51 w 59"/>
              <a:gd name="T3" fmla="*/ 9 h 49"/>
              <a:gd name="T4" fmla="*/ 32 w 59"/>
              <a:gd name="T5" fmla="*/ 49 h 49"/>
              <a:gd name="T6" fmla="*/ 31 w 59"/>
              <a:gd name="T7" fmla="*/ 49 h 49"/>
              <a:gd name="T8" fmla="*/ 9 w 59"/>
              <a:gd name="T9" fmla="*/ 9 h 49"/>
              <a:gd name="T10" fmla="*/ 0 w 59"/>
              <a:gd name="T11" fmla="*/ 2 h 49"/>
              <a:gd name="T12" fmla="*/ 0 w 59"/>
              <a:gd name="T13" fmla="*/ 0 h 49"/>
              <a:gd name="T14" fmla="*/ 23 w 59"/>
              <a:gd name="T15" fmla="*/ 0 h 49"/>
              <a:gd name="T16" fmla="*/ 23 w 59"/>
              <a:gd name="T17" fmla="*/ 2 h 49"/>
              <a:gd name="T18" fmla="*/ 17 w 59"/>
              <a:gd name="T19" fmla="*/ 5 h 49"/>
              <a:gd name="T20" fmla="*/ 20 w 59"/>
              <a:gd name="T21" fmla="*/ 12 h 49"/>
              <a:gd name="T22" fmla="*/ 33 w 59"/>
              <a:gd name="T23" fmla="*/ 37 h 49"/>
              <a:gd name="T24" fmla="*/ 46 w 59"/>
              <a:gd name="T25" fmla="*/ 10 h 49"/>
              <a:gd name="T26" fmla="*/ 48 w 59"/>
              <a:gd name="T27" fmla="*/ 5 h 49"/>
              <a:gd name="T28" fmla="*/ 41 w 59"/>
              <a:gd name="T29" fmla="*/ 2 h 49"/>
              <a:gd name="T30" fmla="*/ 41 w 59"/>
              <a:gd name="T31" fmla="*/ 0 h 49"/>
              <a:gd name="T32" fmla="*/ 59 w 59"/>
              <a:gd name="T33" fmla="*/ 0 h 49"/>
              <a:gd name="T34" fmla="*/ 59 w 59"/>
              <a:gd name="T3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" h="49">
                <a:moveTo>
                  <a:pt x="59" y="2"/>
                </a:moveTo>
                <a:cubicBezTo>
                  <a:pt x="55" y="2"/>
                  <a:pt x="54" y="3"/>
                  <a:pt x="51" y="9"/>
                </a:cubicBezTo>
                <a:cubicBezTo>
                  <a:pt x="32" y="49"/>
                  <a:pt x="32" y="49"/>
                  <a:pt x="32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9" y="9"/>
                  <a:pt x="9" y="9"/>
                  <a:pt x="9" y="9"/>
                </a:cubicBezTo>
                <a:cubicBezTo>
                  <a:pt x="6" y="3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2"/>
                  <a:pt x="23" y="2"/>
                  <a:pt x="23" y="2"/>
                </a:cubicBezTo>
                <a:cubicBezTo>
                  <a:pt x="18" y="2"/>
                  <a:pt x="17" y="2"/>
                  <a:pt x="17" y="5"/>
                </a:cubicBezTo>
                <a:cubicBezTo>
                  <a:pt x="17" y="6"/>
                  <a:pt x="18" y="9"/>
                  <a:pt x="20" y="12"/>
                </a:cubicBezTo>
                <a:cubicBezTo>
                  <a:pt x="33" y="37"/>
                  <a:pt x="33" y="37"/>
                  <a:pt x="33" y="37"/>
                </a:cubicBezTo>
                <a:cubicBezTo>
                  <a:pt x="46" y="10"/>
                  <a:pt x="46" y="10"/>
                  <a:pt x="46" y="10"/>
                </a:cubicBezTo>
                <a:cubicBezTo>
                  <a:pt x="46" y="10"/>
                  <a:pt x="48" y="7"/>
                  <a:pt x="48" y="5"/>
                </a:cubicBezTo>
                <a:cubicBezTo>
                  <a:pt x="48" y="2"/>
                  <a:pt x="45" y="2"/>
                  <a:pt x="41" y="2"/>
                </a:cubicBezTo>
                <a:cubicBezTo>
                  <a:pt x="41" y="0"/>
                  <a:pt x="41" y="0"/>
                  <a:pt x="41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Freeform 25"/>
          <p:cNvSpPr/>
          <p:nvPr>
            <p:custDataLst>
              <p:tags r:id="rId22"/>
            </p:custDataLst>
          </p:nvPr>
        </p:nvSpPr>
        <p:spPr bwMode="auto">
          <a:xfrm>
            <a:off x="11925300" y="299085"/>
            <a:ext cx="29845" cy="27940"/>
          </a:xfrm>
          <a:custGeom>
            <a:avLst/>
            <a:gdLst>
              <a:gd name="T0" fmla="*/ 47 w 51"/>
              <a:gd name="T1" fmla="*/ 48 h 48"/>
              <a:gd name="T2" fmla="*/ 0 w 51"/>
              <a:gd name="T3" fmla="*/ 48 h 48"/>
              <a:gd name="T4" fmla="*/ 0 w 51"/>
              <a:gd name="T5" fmla="*/ 47 h 48"/>
              <a:gd name="T6" fmla="*/ 8 w 51"/>
              <a:gd name="T7" fmla="*/ 41 h 48"/>
              <a:gd name="T8" fmla="*/ 8 w 51"/>
              <a:gd name="T9" fmla="*/ 8 h 48"/>
              <a:gd name="T10" fmla="*/ 0 w 51"/>
              <a:gd name="T11" fmla="*/ 2 h 48"/>
              <a:gd name="T12" fmla="*/ 0 w 51"/>
              <a:gd name="T13" fmla="*/ 0 h 48"/>
              <a:gd name="T14" fmla="*/ 47 w 51"/>
              <a:gd name="T15" fmla="*/ 0 h 48"/>
              <a:gd name="T16" fmla="*/ 47 w 51"/>
              <a:gd name="T17" fmla="*/ 11 h 48"/>
              <a:gd name="T18" fmla="*/ 45 w 51"/>
              <a:gd name="T19" fmla="*/ 11 h 48"/>
              <a:gd name="T20" fmla="*/ 31 w 51"/>
              <a:gd name="T21" fmla="*/ 3 h 48"/>
              <a:gd name="T22" fmla="*/ 20 w 51"/>
              <a:gd name="T23" fmla="*/ 3 h 48"/>
              <a:gd name="T24" fmla="*/ 17 w 51"/>
              <a:gd name="T25" fmla="*/ 6 h 48"/>
              <a:gd name="T26" fmla="*/ 17 w 51"/>
              <a:gd name="T27" fmla="*/ 22 h 48"/>
              <a:gd name="T28" fmla="*/ 30 w 51"/>
              <a:gd name="T29" fmla="*/ 22 h 48"/>
              <a:gd name="T30" fmla="*/ 40 w 51"/>
              <a:gd name="T31" fmla="*/ 15 h 48"/>
              <a:gd name="T32" fmla="*/ 42 w 51"/>
              <a:gd name="T33" fmla="*/ 15 h 48"/>
              <a:gd name="T34" fmla="*/ 42 w 51"/>
              <a:gd name="T35" fmla="*/ 32 h 48"/>
              <a:gd name="T36" fmla="*/ 40 w 51"/>
              <a:gd name="T37" fmla="*/ 32 h 48"/>
              <a:gd name="T38" fmla="*/ 30 w 51"/>
              <a:gd name="T39" fmla="*/ 25 h 48"/>
              <a:gd name="T40" fmla="*/ 17 w 51"/>
              <a:gd name="T41" fmla="*/ 25 h 48"/>
              <a:gd name="T42" fmla="*/ 17 w 51"/>
              <a:gd name="T43" fmla="*/ 43 h 48"/>
              <a:gd name="T44" fmla="*/ 30 w 51"/>
              <a:gd name="T45" fmla="*/ 46 h 48"/>
              <a:gd name="T46" fmla="*/ 49 w 51"/>
              <a:gd name="T47" fmla="*/ 36 h 48"/>
              <a:gd name="T48" fmla="*/ 51 w 51"/>
              <a:gd name="T49" fmla="*/ 36 h 48"/>
              <a:gd name="T50" fmla="*/ 47 w 51"/>
              <a:gd name="T51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1" h="48">
                <a:moveTo>
                  <a:pt x="47" y="48"/>
                </a:move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6" y="47"/>
                  <a:pt x="8" y="46"/>
                  <a:pt x="8" y="4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6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7" y="11"/>
                  <a:pt x="47" y="11"/>
                  <a:pt x="47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3" y="4"/>
                  <a:pt x="41" y="3"/>
                  <a:pt x="31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3"/>
                  <a:pt x="17" y="3"/>
                  <a:pt x="17" y="6"/>
                </a:cubicBezTo>
                <a:cubicBezTo>
                  <a:pt x="17" y="22"/>
                  <a:pt x="17" y="22"/>
                  <a:pt x="17" y="22"/>
                </a:cubicBezTo>
                <a:cubicBezTo>
                  <a:pt x="30" y="22"/>
                  <a:pt x="30" y="22"/>
                  <a:pt x="30" y="22"/>
                </a:cubicBezTo>
                <a:cubicBezTo>
                  <a:pt x="38" y="22"/>
                  <a:pt x="39" y="20"/>
                  <a:pt x="40" y="15"/>
                </a:cubicBezTo>
                <a:cubicBezTo>
                  <a:pt x="42" y="15"/>
                  <a:pt x="42" y="15"/>
                  <a:pt x="42" y="15"/>
                </a:cubicBezTo>
                <a:cubicBezTo>
                  <a:pt x="42" y="32"/>
                  <a:pt x="42" y="32"/>
                  <a:pt x="42" y="32"/>
                </a:cubicBezTo>
                <a:cubicBezTo>
                  <a:pt x="40" y="32"/>
                  <a:pt x="40" y="32"/>
                  <a:pt x="40" y="32"/>
                </a:cubicBezTo>
                <a:cubicBezTo>
                  <a:pt x="39" y="26"/>
                  <a:pt x="37" y="25"/>
                  <a:pt x="30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6"/>
                  <a:pt x="17" y="46"/>
                  <a:pt x="30" y="46"/>
                </a:cubicBezTo>
                <a:cubicBezTo>
                  <a:pt x="41" y="46"/>
                  <a:pt x="45" y="43"/>
                  <a:pt x="49" y="36"/>
                </a:cubicBezTo>
                <a:cubicBezTo>
                  <a:pt x="51" y="36"/>
                  <a:pt x="51" y="36"/>
                  <a:pt x="51" y="36"/>
                </a:cubicBezTo>
                <a:lnTo>
                  <a:pt x="47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Freeform 26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11957050" y="299085"/>
            <a:ext cx="32385" cy="27940"/>
          </a:xfrm>
          <a:custGeom>
            <a:avLst/>
            <a:gdLst>
              <a:gd name="T0" fmla="*/ 16 w 56"/>
              <a:gd name="T1" fmla="*/ 6 h 48"/>
              <a:gd name="T2" fmla="*/ 22 w 56"/>
              <a:gd name="T3" fmla="*/ 3 h 48"/>
              <a:gd name="T4" fmla="*/ 36 w 56"/>
              <a:gd name="T5" fmla="*/ 13 h 48"/>
              <a:gd name="T6" fmla="*/ 16 w 56"/>
              <a:gd name="T7" fmla="*/ 24 h 48"/>
              <a:gd name="T8" fmla="*/ 16 w 56"/>
              <a:gd name="T9" fmla="*/ 6 h 48"/>
              <a:gd name="T10" fmla="*/ 56 w 56"/>
              <a:gd name="T11" fmla="*/ 47 h 48"/>
              <a:gd name="T12" fmla="*/ 48 w 56"/>
              <a:gd name="T13" fmla="*/ 44 h 48"/>
              <a:gd name="T14" fmla="*/ 30 w 56"/>
              <a:gd name="T15" fmla="*/ 25 h 48"/>
              <a:gd name="T16" fmla="*/ 46 w 56"/>
              <a:gd name="T17" fmla="*/ 13 h 48"/>
              <a:gd name="T18" fmla="*/ 24 w 56"/>
              <a:gd name="T19" fmla="*/ 0 h 48"/>
              <a:gd name="T20" fmla="*/ 0 w 56"/>
              <a:gd name="T21" fmla="*/ 0 h 48"/>
              <a:gd name="T22" fmla="*/ 0 w 56"/>
              <a:gd name="T23" fmla="*/ 2 h 48"/>
              <a:gd name="T24" fmla="*/ 7 w 56"/>
              <a:gd name="T25" fmla="*/ 8 h 48"/>
              <a:gd name="T26" fmla="*/ 7 w 56"/>
              <a:gd name="T27" fmla="*/ 40 h 48"/>
              <a:gd name="T28" fmla="*/ 0 w 56"/>
              <a:gd name="T29" fmla="*/ 47 h 48"/>
              <a:gd name="T30" fmla="*/ 0 w 56"/>
              <a:gd name="T31" fmla="*/ 48 h 48"/>
              <a:gd name="T32" fmla="*/ 24 w 56"/>
              <a:gd name="T33" fmla="*/ 48 h 48"/>
              <a:gd name="T34" fmla="*/ 24 w 56"/>
              <a:gd name="T35" fmla="*/ 47 h 48"/>
              <a:gd name="T36" fmla="*/ 16 w 56"/>
              <a:gd name="T37" fmla="*/ 41 h 48"/>
              <a:gd name="T38" fmla="*/ 16 w 56"/>
              <a:gd name="T39" fmla="*/ 26 h 48"/>
              <a:gd name="T40" fmla="*/ 21 w 56"/>
              <a:gd name="T41" fmla="*/ 26 h 48"/>
              <a:gd name="T42" fmla="*/ 42 w 56"/>
              <a:gd name="T43" fmla="*/ 48 h 48"/>
              <a:gd name="T44" fmla="*/ 56 w 56"/>
              <a:gd name="T45" fmla="*/ 48 h 48"/>
              <a:gd name="T46" fmla="*/ 56 w 56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6" h="48">
                <a:moveTo>
                  <a:pt x="16" y="6"/>
                </a:moveTo>
                <a:cubicBezTo>
                  <a:pt x="16" y="4"/>
                  <a:pt x="17" y="3"/>
                  <a:pt x="22" y="3"/>
                </a:cubicBezTo>
                <a:cubicBezTo>
                  <a:pt x="25" y="3"/>
                  <a:pt x="36" y="3"/>
                  <a:pt x="36" y="13"/>
                </a:cubicBezTo>
                <a:cubicBezTo>
                  <a:pt x="36" y="23"/>
                  <a:pt x="23" y="24"/>
                  <a:pt x="16" y="24"/>
                </a:cubicBezTo>
                <a:lnTo>
                  <a:pt x="16" y="6"/>
                </a:lnTo>
                <a:close/>
                <a:moveTo>
                  <a:pt x="56" y="47"/>
                </a:moveTo>
                <a:cubicBezTo>
                  <a:pt x="52" y="47"/>
                  <a:pt x="50" y="46"/>
                  <a:pt x="48" y="44"/>
                </a:cubicBezTo>
                <a:cubicBezTo>
                  <a:pt x="30" y="25"/>
                  <a:pt x="30" y="25"/>
                  <a:pt x="30" y="25"/>
                </a:cubicBezTo>
                <a:cubicBezTo>
                  <a:pt x="35" y="25"/>
                  <a:pt x="46" y="23"/>
                  <a:pt x="46" y="13"/>
                </a:cubicBezTo>
                <a:cubicBezTo>
                  <a:pt x="46" y="2"/>
                  <a:pt x="32" y="0"/>
                  <a:pt x="2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6" y="2"/>
                  <a:pt x="7" y="3"/>
                  <a:pt x="7" y="8"/>
                </a:cubicBezTo>
                <a:cubicBezTo>
                  <a:pt x="7" y="40"/>
                  <a:pt x="7" y="40"/>
                  <a:pt x="7" y="40"/>
                </a:cubicBezTo>
                <a:cubicBezTo>
                  <a:pt x="7" y="45"/>
                  <a:pt x="7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47"/>
                  <a:pt x="24" y="47"/>
                  <a:pt x="24" y="47"/>
                </a:cubicBezTo>
                <a:cubicBezTo>
                  <a:pt x="17" y="47"/>
                  <a:pt x="16" y="45"/>
                  <a:pt x="16" y="41"/>
                </a:cubicBezTo>
                <a:cubicBezTo>
                  <a:pt x="16" y="26"/>
                  <a:pt x="16" y="26"/>
                  <a:pt x="16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42" y="48"/>
                  <a:pt x="42" y="48"/>
                  <a:pt x="42" y="48"/>
                </a:cubicBezTo>
                <a:cubicBezTo>
                  <a:pt x="56" y="48"/>
                  <a:pt x="56" y="48"/>
                  <a:pt x="56" y="48"/>
                </a:cubicBezTo>
                <a:lnTo>
                  <a:pt x="56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Freeform 27"/>
          <p:cNvSpPr/>
          <p:nvPr>
            <p:custDataLst>
              <p:tags r:id="rId24"/>
            </p:custDataLst>
          </p:nvPr>
        </p:nvSpPr>
        <p:spPr bwMode="auto">
          <a:xfrm>
            <a:off x="11991340" y="298450"/>
            <a:ext cx="22860" cy="2921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1 w 39"/>
              <a:gd name="T11" fmla="*/ 50 h 50"/>
              <a:gd name="T12" fmla="*/ 7 w 39"/>
              <a:gd name="T13" fmla="*/ 48 h 50"/>
              <a:gd name="T14" fmla="*/ 5 w 39"/>
              <a:gd name="T15" fmla="*/ 50 h 50"/>
              <a:gd name="T16" fmla="*/ 3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3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1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5" y="49"/>
                  <a:pt x="5" y="50"/>
                </a:cubicBezTo>
                <a:cubicBezTo>
                  <a:pt x="3" y="50"/>
                  <a:pt x="3" y="50"/>
                  <a:pt x="3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4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3" y="20"/>
                  <a:pt x="3" y="13"/>
                </a:cubicBezTo>
                <a:cubicBezTo>
                  <a:pt x="3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3" name="Freeform 28"/>
          <p:cNvSpPr/>
          <p:nvPr>
            <p:custDataLst>
              <p:tags r:id="rId25"/>
            </p:custDataLst>
          </p:nvPr>
        </p:nvSpPr>
        <p:spPr bwMode="auto">
          <a:xfrm>
            <a:off x="12018010" y="299085"/>
            <a:ext cx="15240" cy="2794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Freeform 29"/>
          <p:cNvSpPr/>
          <p:nvPr>
            <p:custDataLst>
              <p:tags r:id="rId26"/>
            </p:custDataLst>
          </p:nvPr>
        </p:nvSpPr>
        <p:spPr bwMode="auto">
          <a:xfrm>
            <a:off x="12035155" y="299085"/>
            <a:ext cx="29210" cy="27940"/>
          </a:xfrm>
          <a:custGeom>
            <a:avLst/>
            <a:gdLst>
              <a:gd name="T0" fmla="*/ 38 w 50"/>
              <a:gd name="T1" fmla="*/ 48 h 48"/>
              <a:gd name="T2" fmla="*/ 13 w 50"/>
              <a:gd name="T3" fmla="*/ 48 h 48"/>
              <a:gd name="T4" fmla="*/ 13 w 50"/>
              <a:gd name="T5" fmla="*/ 47 h 48"/>
              <a:gd name="T6" fmla="*/ 21 w 50"/>
              <a:gd name="T7" fmla="*/ 40 h 48"/>
              <a:gd name="T8" fmla="*/ 21 w 50"/>
              <a:gd name="T9" fmla="*/ 4 h 48"/>
              <a:gd name="T10" fmla="*/ 16 w 50"/>
              <a:gd name="T11" fmla="*/ 4 h 48"/>
              <a:gd name="T12" fmla="*/ 2 w 50"/>
              <a:gd name="T13" fmla="*/ 13 h 48"/>
              <a:gd name="T14" fmla="*/ 0 w 50"/>
              <a:gd name="T15" fmla="*/ 13 h 48"/>
              <a:gd name="T16" fmla="*/ 1 w 50"/>
              <a:gd name="T17" fmla="*/ 0 h 48"/>
              <a:gd name="T18" fmla="*/ 50 w 50"/>
              <a:gd name="T19" fmla="*/ 0 h 48"/>
              <a:gd name="T20" fmla="*/ 50 w 50"/>
              <a:gd name="T21" fmla="*/ 13 h 48"/>
              <a:gd name="T22" fmla="*/ 48 w 50"/>
              <a:gd name="T23" fmla="*/ 13 h 48"/>
              <a:gd name="T24" fmla="*/ 34 w 50"/>
              <a:gd name="T25" fmla="*/ 4 h 48"/>
              <a:gd name="T26" fmla="*/ 30 w 50"/>
              <a:gd name="T27" fmla="*/ 4 h 48"/>
              <a:gd name="T28" fmla="*/ 30 w 50"/>
              <a:gd name="T29" fmla="*/ 41 h 48"/>
              <a:gd name="T30" fmla="*/ 38 w 50"/>
              <a:gd name="T31" fmla="*/ 47 h 48"/>
              <a:gd name="T32" fmla="*/ 38 w 50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0" h="48">
                <a:moveTo>
                  <a:pt x="38" y="48"/>
                </a:moveTo>
                <a:cubicBezTo>
                  <a:pt x="13" y="48"/>
                  <a:pt x="13" y="48"/>
                  <a:pt x="13" y="48"/>
                </a:cubicBezTo>
                <a:cubicBezTo>
                  <a:pt x="13" y="47"/>
                  <a:pt x="13" y="47"/>
                  <a:pt x="13" y="47"/>
                </a:cubicBezTo>
                <a:cubicBezTo>
                  <a:pt x="20" y="47"/>
                  <a:pt x="21" y="45"/>
                  <a:pt x="21" y="40"/>
                </a:cubicBezTo>
                <a:cubicBezTo>
                  <a:pt x="21" y="4"/>
                  <a:pt x="21" y="4"/>
                  <a:pt x="21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6" y="4"/>
                  <a:pt x="4" y="5"/>
                  <a:pt x="2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1" y="0"/>
                  <a:pt x="1" y="0"/>
                  <a:pt x="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0" y="13"/>
                  <a:pt x="50" y="13"/>
                  <a:pt x="50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6" y="5"/>
                  <a:pt x="44" y="4"/>
                  <a:pt x="34" y="4"/>
                </a:cubicBezTo>
                <a:cubicBezTo>
                  <a:pt x="30" y="4"/>
                  <a:pt x="30" y="4"/>
                  <a:pt x="30" y="4"/>
                </a:cubicBezTo>
                <a:cubicBezTo>
                  <a:pt x="30" y="41"/>
                  <a:pt x="30" y="41"/>
                  <a:pt x="30" y="41"/>
                </a:cubicBezTo>
                <a:cubicBezTo>
                  <a:pt x="30" y="45"/>
                  <a:pt x="31" y="47"/>
                  <a:pt x="38" y="47"/>
                </a:cubicBezTo>
                <a:lnTo>
                  <a:pt x="38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Freeform 30"/>
          <p:cNvSpPr/>
          <p:nvPr>
            <p:custDataLst>
              <p:tags r:id="rId27"/>
            </p:custDataLst>
          </p:nvPr>
        </p:nvSpPr>
        <p:spPr bwMode="auto">
          <a:xfrm>
            <a:off x="12066270" y="299085"/>
            <a:ext cx="34290" cy="27940"/>
          </a:xfrm>
          <a:custGeom>
            <a:avLst/>
            <a:gdLst>
              <a:gd name="T0" fmla="*/ 59 w 59"/>
              <a:gd name="T1" fmla="*/ 2 h 48"/>
              <a:gd name="T2" fmla="*/ 47 w 59"/>
              <a:gd name="T3" fmla="*/ 10 h 48"/>
              <a:gd name="T4" fmla="*/ 34 w 59"/>
              <a:gd name="T5" fmla="*/ 26 h 48"/>
              <a:gd name="T6" fmla="*/ 34 w 59"/>
              <a:gd name="T7" fmla="*/ 41 h 48"/>
              <a:gd name="T8" fmla="*/ 43 w 59"/>
              <a:gd name="T9" fmla="*/ 47 h 48"/>
              <a:gd name="T10" fmla="*/ 43 w 59"/>
              <a:gd name="T11" fmla="*/ 48 h 48"/>
              <a:gd name="T12" fmla="*/ 16 w 59"/>
              <a:gd name="T13" fmla="*/ 48 h 48"/>
              <a:gd name="T14" fmla="*/ 16 w 59"/>
              <a:gd name="T15" fmla="*/ 47 h 48"/>
              <a:gd name="T16" fmla="*/ 25 w 59"/>
              <a:gd name="T17" fmla="*/ 40 h 48"/>
              <a:gd name="T18" fmla="*/ 25 w 59"/>
              <a:gd name="T19" fmla="*/ 27 h 48"/>
              <a:gd name="T20" fmla="*/ 14 w 59"/>
              <a:gd name="T21" fmla="*/ 13 h 48"/>
              <a:gd name="T22" fmla="*/ 0 w 59"/>
              <a:gd name="T23" fmla="*/ 2 h 48"/>
              <a:gd name="T24" fmla="*/ 0 w 59"/>
              <a:gd name="T25" fmla="*/ 0 h 48"/>
              <a:gd name="T26" fmla="*/ 24 w 59"/>
              <a:gd name="T27" fmla="*/ 0 h 48"/>
              <a:gd name="T28" fmla="*/ 24 w 59"/>
              <a:gd name="T29" fmla="*/ 2 h 48"/>
              <a:gd name="T30" fmla="*/ 18 w 59"/>
              <a:gd name="T31" fmla="*/ 4 h 48"/>
              <a:gd name="T32" fmla="*/ 19 w 59"/>
              <a:gd name="T33" fmla="*/ 7 h 48"/>
              <a:gd name="T34" fmla="*/ 32 w 59"/>
              <a:gd name="T35" fmla="*/ 23 h 48"/>
              <a:gd name="T36" fmla="*/ 45 w 59"/>
              <a:gd name="T37" fmla="*/ 7 h 48"/>
              <a:gd name="T38" fmla="*/ 46 w 59"/>
              <a:gd name="T39" fmla="*/ 4 h 48"/>
              <a:gd name="T40" fmla="*/ 40 w 59"/>
              <a:gd name="T41" fmla="*/ 2 h 48"/>
              <a:gd name="T42" fmla="*/ 40 w 59"/>
              <a:gd name="T43" fmla="*/ 0 h 48"/>
              <a:gd name="T44" fmla="*/ 59 w 59"/>
              <a:gd name="T45" fmla="*/ 0 h 48"/>
              <a:gd name="T46" fmla="*/ 59 w 59"/>
              <a:gd name="T47" fmla="*/ 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9" h="48">
                <a:moveTo>
                  <a:pt x="59" y="2"/>
                </a:moveTo>
                <a:cubicBezTo>
                  <a:pt x="56" y="2"/>
                  <a:pt x="53" y="2"/>
                  <a:pt x="47" y="10"/>
                </a:cubicBezTo>
                <a:cubicBezTo>
                  <a:pt x="34" y="26"/>
                  <a:pt x="34" y="26"/>
                  <a:pt x="34" y="26"/>
                </a:cubicBezTo>
                <a:cubicBezTo>
                  <a:pt x="34" y="41"/>
                  <a:pt x="34" y="41"/>
                  <a:pt x="34" y="41"/>
                </a:cubicBezTo>
                <a:cubicBezTo>
                  <a:pt x="34" y="46"/>
                  <a:pt x="35" y="47"/>
                  <a:pt x="43" y="47"/>
                </a:cubicBezTo>
                <a:cubicBezTo>
                  <a:pt x="43" y="48"/>
                  <a:pt x="43" y="48"/>
                  <a:pt x="43" y="48"/>
                </a:cubicBezTo>
                <a:cubicBezTo>
                  <a:pt x="16" y="48"/>
                  <a:pt x="16" y="48"/>
                  <a:pt x="16" y="48"/>
                </a:cubicBezTo>
                <a:cubicBezTo>
                  <a:pt x="16" y="47"/>
                  <a:pt x="16" y="47"/>
                  <a:pt x="16" y="47"/>
                </a:cubicBezTo>
                <a:cubicBezTo>
                  <a:pt x="25" y="47"/>
                  <a:pt x="25" y="45"/>
                  <a:pt x="25" y="40"/>
                </a:cubicBezTo>
                <a:cubicBezTo>
                  <a:pt x="25" y="27"/>
                  <a:pt x="25" y="27"/>
                  <a:pt x="25" y="27"/>
                </a:cubicBezTo>
                <a:cubicBezTo>
                  <a:pt x="14" y="13"/>
                  <a:pt x="14" y="13"/>
                  <a:pt x="14" y="13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20" y="2"/>
                  <a:pt x="18" y="2"/>
                  <a:pt x="18" y="4"/>
                </a:cubicBezTo>
                <a:cubicBezTo>
                  <a:pt x="18" y="5"/>
                  <a:pt x="18" y="6"/>
                  <a:pt x="19" y="7"/>
                </a:cubicBezTo>
                <a:cubicBezTo>
                  <a:pt x="32" y="23"/>
                  <a:pt x="32" y="23"/>
                  <a:pt x="32" y="23"/>
                </a:cubicBezTo>
                <a:cubicBezTo>
                  <a:pt x="45" y="7"/>
                  <a:pt x="45" y="7"/>
                  <a:pt x="45" y="7"/>
                </a:cubicBezTo>
                <a:cubicBezTo>
                  <a:pt x="45" y="6"/>
                  <a:pt x="46" y="5"/>
                  <a:pt x="46" y="4"/>
                </a:cubicBezTo>
                <a:cubicBezTo>
                  <a:pt x="46" y="2"/>
                  <a:pt x="42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Freeform 31"/>
          <p:cNvSpPr>
            <a:spLocks noEditPoints="1"/>
          </p:cNvSpPr>
          <p:nvPr>
            <p:custDataLst>
              <p:tags r:id="rId28"/>
            </p:custDataLst>
          </p:nvPr>
        </p:nvSpPr>
        <p:spPr bwMode="auto">
          <a:xfrm>
            <a:off x="11147425" y="66675"/>
            <a:ext cx="294640" cy="299085"/>
          </a:xfrm>
          <a:custGeom>
            <a:avLst/>
            <a:gdLst>
              <a:gd name="T0" fmla="*/ 254 w 508"/>
              <a:gd name="T1" fmla="*/ 0 h 513"/>
              <a:gd name="T2" fmla="*/ 0 w 508"/>
              <a:gd name="T3" fmla="*/ 256 h 513"/>
              <a:gd name="T4" fmla="*/ 254 w 508"/>
              <a:gd name="T5" fmla="*/ 513 h 513"/>
              <a:gd name="T6" fmla="*/ 508 w 508"/>
              <a:gd name="T7" fmla="*/ 256 h 513"/>
              <a:gd name="T8" fmla="*/ 254 w 508"/>
              <a:gd name="T9" fmla="*/ 0 h 513"/>
              <a:gd name="T10" fmla="*/ 254 w 508"/>
              <a:gd name="T11" fmla="*/ 504 h 513"/>
              <a:gd name="T12" fmla="*/ 9 w 508"/>
              <a:gd name="T13" fmla="*/ 256 h 513"/>
              <a:gd name="T14" fmla="*/ 254 w 508"/>
              <a:gd name="T15" fmla="*/ 9 h 513"/>
              <a:gd name="T16" fmla="*/ 499 w 508"/>
              <a:gd name="T17" fmla="*/ 256 h 513"/>
              <a:gd name="T18" fmla="*/ 254 w 508"/>
              <a:gd name="T19" fmla="*/ 504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8" h="513">
                <a:moveTo>
                  <a:pt x="254" y="0"/>
                </a:moveTo>
                <a:cubicBezTo>
                  <a:pt x="114" y="0"/>
                  <a:pt x="0" y="115"/>
                  <a:pt x="0" y="256"/>
                </a:cubicBezTo>
                <a:cubicBezTo>
                  <a:pt x="0" y="398"/>
                  <a:pt x="114" y="513"/>
                  <a:pt x="254" y="513"/>
                </a:cubicBezTo>
                <a:cubicBezTo>
                  <a:pt x="394" y="513"/>
                  <a:pt x="508" y="398"/>
                  <a:pt x="508" y="256"/>
                </a:cubicBezTo>
                <a:cubicBezTo>
                  <a:pt x="508" y="115"/>
                  <a:pt x="394" y="0"/>
                  <a:pt x="254" y="0"/>
                </a:cubicBezTo>
                <a:close/>
                <a:moveTo>
                  <a:pt x="254" y="504"/>
                </a:moveTo>
                <a:cubicBezTo>
                  <a:pt x="119" y="504"/>
                  <a:pt x="9" y="393"/>
                  <a:pt x="9" y="256"/>
                </a:cubicBezTo>
                <a:cubicBezTo>
                  <a:pt x="9" y="119"/>
                  <a:pt x="119" y="9"/>
                  <a:pt x="254" y="9"/>
                </a:cubicBezTo>
                <a:cubicBezTo>
                  <a:pt x="389" y="9"/>
                  <a:pt x="499" y="119"/>
                  <a:pt x="499" y="256"/>
                </a:cubicBezTo>
                <a:cubicBezTo>
                  <a:pt x="499" y="393"/>
                  <a:pt x="389" y="504"/>
                  <a:pt x="254" y="50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Freeform 32"/>
          <p:cNvSpPr/>
          <p:nvPr>
            <p:custDataLst>
              <p:tags r:id="rId29"/>
            </p:custDataLst>
          </p:nvPr>
        </p:nvSpPr>
        <p:spPr bwMode="auto">
          <a:xfrm>
            <a:off x="11267440" y="326390"/>
            <a:ext cx="18415" cy="20320"/>
          </a:xfrm>
          <a:custGeom>
            <a:avLst/>
            <a:gdLst>
              <a:gd name="T0" fmla="*/ 16 w 32"/>
              <a:gd name="T1" fmla="*/ 22 h 35"/>
              <a:gd name="T2" fmla="*/ 17 w 32"/>
              <a:gd name="T3" fmla="*/ 16 h 35"/>
              <a:gd name="T4" fmla="*/ 31 w 32"/>
              <a:gd name="T5" fmla="*/ 18 h 35"/>
              <a:gd name="T6" fmla="*/ 29 w 32"/>
              <a:gd name="T7" fmla="*/ 31 h 35"/>
              <a:gd name="T8" fmla="*/ 23 w 32"/>
              <a:gd name="T9" fmla="*/ 34 h 35"/>
              <a:gd name="T10" fmla="*/ 15 w 32"/>
              <a:gd name="T11" fmla="*/ 34 h 35"/>
              <a:gd name="T12" fmla="*/ 6 w 32"/>
              <a:gd name="T13" fmla="*/ 31 h 35"/>
              <a:gd name="T14" fmla="*/ 1 w 32"/>
              <a:gd name="T15" fmla="*/ 24 h 35"/>
              <a:gd name="T16" fmla="*/ 1 w 32"/>
              <a:gd name="T17" fmla="*/ 15 h 35"/>
              <a:gd name="T18" fmla="*/ 4 w 32"/>
              <a:gd name="T19" fmla="*/ 6 h 35"/>
              <a:gd name="T20" fmla="*/ 11 w 32"/>
              <a:gd name="T21" fmla="*/ 1 h 35"/>
              <a:gd name="T22" fmla="*/ 19 w 32"/>
              <a:gd name="T23" fmla="*/ 1 h 35"/>
              <a:gd name="T24" fmla="*/ 28 w 32"/>
              <a:gd name="T25" fmla="*/ 5 h 35"/>
              <a:gd name="T26" fmla="*/ 32 w 32"/>
              <a:gd name="T27" fmla="*/ 12 h 35"/>
              <a:gd name="T28" fmla="*/ 25 w 32"/>
              <a:gd name="T29" fmla="*/ 12 h 35"/>
              <a:gd name="T30" fmla="*/ 23 w 32"/>
              <a:gd name="T31" fmla="*/ 8 h 35"/>
              <a:gd name="T32" fmla="*/ 18 w 32"/>
              <a:gd name="T33" fmla="*/ 6 h 35"/>
              <a:gd name="T34" fmla="*/ 11 w 32"/>
              <a:gd name="T35" fmla="*/ 8 h 35"/>
              <a:gd name="T36" fmla="*/ 7 w 32"/>
              <a:gd name="T37" fmla="*/ 16 h 35"/>
              <a:gd name="T38" fmla="*/ 9 w 32"/>
              <a:gd name="T39" fmla="*/ 25 h 35"/>
              <a:gd name="T40" fmla="*/ 15 w 32"/>
              <a:gd name="T41" fmla="*/ 29 h 35"/>
              <a:gd name="T42" fmla="*/ 19 w 32"/>
              <a:gd name="T43" fmla="*/ 28 h 35"/>
              <a:gd name="T44" fmla="*/ 23 w 32"/>
              <a:gd name="T45" fmla="*/ 27 h 35"/>
              <a:gd name="T46" fmla="*/ 24 w 32"/>
              <a:gd name="T47" fmla="*/ 23 h 35"/>
              <a:gd name="T48" fmla="*/ 16 w 32"/>
              <a:gd name="T4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2" h="35">
                <a:moveTo>
                  <a:pt x="16" y="22"/>
                </a:moveTo>
                <a:cubicBezTo>
                  <a:pt x="17" y="16"/>
                  <a:pt x="17" y="16"/>
                  <a:pt x="17" y="16"/>
                </a:cubicBezTo>
                <a:cubicBezTo>
                  <a:pt x="31" y="18"/>
                  <a:pt x="31" y="18"/>
                  <a:pt x="31" y="18"/>
                </a:cubicBezTo>
                <a:cubicBezTo>
                  <a:pt x="29" y="31"/>
                  <a:pt x="29" y="31"/>
                  <a:pt x="29" y="31"/>
                </a:cubicBezTo>
                <a:cubicBezTo>
                  <a:pt x="28" y="32"/>
                  <a:pt x="26" y="33"/>
                  <a:pt x="23" y="34"/>
                </a:cubicBezTo>
                <a:cubicBezTo>
                  <a:pt x="20" y="34"/>
                  <a:pt x="17" y="35"/>
                  <a:pt x="15" y="34"/>
                </a:cubicBezTo>
                <a:cubicBezTo>
                  <a:pt x="11" y="34"/>
                  <a:pt x="8" y="33"/>
                  <a:pt x="6" y="31"/>
                </a:cubicBezTo>
                <a:cubicBezTo>
                  <a:pt x="4" y="29"/>
                  <a:pt x="2" y="27"/>
                  <a:pt x="1" y="24"/>
                </a:cubicBezTo>
                <a:cubicBezTo>
                  <a:pt x="0" y="21"/>
                  <a:pt x="0" y="18"/>
                  <a:pt x="1" y="15"/>
                </a:cubicBezTo>
                <a:cubicBezTo>
                  <a:pt x="1" y="11"/>
                  <a:pt x="2" y="9"/>
                  <a:pt x="4" y="6"/>
                </a:cubicBezTo>
                <a:cubicBezTo>
                  <a:pt x="6" y="4"/>
                  <a:pt x="8" y="2"/>
                  <a:pt x="11" y="1"/>
                </a:cubicBezTo>
                <a:cubicBezTo>
                  <a:pt x="14" y="0"/>
                  <a:pt x="16" y="0"/>
                  <a:pt x="19" y="1"/>
                </a:cubicBezTo>
                <a:cubicBezTo>
                  <a:pt x="23" y="1"/>
                  <a:pt x="26" y="2"/>
                  <a:pt x="28" y="5"/>
                </a:cubicBezTo>
                <a:cubicBezTo>
                  <a:pt x="31" y="7"/>
                  <a:pt x="32" y="9"/>
                  <a:pt x="32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4" y="9"/>
                  <a:pt x="23" y="8"/>
                </a:cubicBezTo>
                <a:cubicBezTo>
                  <a:pt x="22" y="7"/>
                  <a:pt x="20" y="6"/>
                  <a:pt x="18" y="6"/>
                </a:cubicBezTo>
                <a:cubicBezTo>
                  <a:pt x="16" y="6"/>
                  <a:pt x="13" y="6"/>
                  <a:pt x="11" y="8"/>
                </a:cubicBezTo>
                <a:cubicBezTo>
                  <a:pt x="9" y="9"/>
                  <a:pt x="8" y="12"/>
                  <a:pt x="7" y="16"/>
                </a:cubicBezTo>
                <a:cubicBezTo>
                  <a:pt x="7" y="19"/>
                  <a:pt x="7" y="22"/>
                  <a:pt x="9" y="25"/>
                </a:cubicBezTo>
                <a:cubicBezTo>
                  <a:pt x="10" y="27"/>
                  <a:pt x="12" y="28"/>
                  <a:pt x="15" y="29"/>
                </a:cubicBezTo>
                <a:cubicBezTo>
                  <a:pt x="16" y="29"/>
                  <a:pt x="18" y="29"/>
                  <a:pt x="19" y="28"/>
                </a:cubicBezTo>
                <a:cubicBezTo>
                  <a:pt x="21" y="28"/>
                  <a:pt x="22" y="28"/>
                  <a:pt x="23" y="27"/>
                </a:cubicBezTo>
                <a:cubicBezTo>
                  <a:pt x="24" y="23"/>
                  <a:pt x="24" y="23"/>
                  <a:pt x="24" y="23"/>
                </a:cubicBezTo>
                <a:lnTo>
                  <a:pt x="16" y="2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Freeform 33"/>
          <p:cNvSpPr/>
          <p:nvPr>
            <p:custDataLst>
              <p:tags r:id="rId30"/>
            </p:custDataLst>
          </p:nvPr>
        </p:nvSpPr>
        <p:spPr bwMode="auto">
          <a:xfrm>
            <a:off x="11245215" y="320040"/>
            <a:ext cx="20955" cy="22860"/>
          </a:xfrm>
          <a:custGeom>
            <a:avLst/>
            <a:gdLst>
              <a:gd name="T0" fmla="*/ 0 w 97"/>
              <a:gd name="T1" fmla="*/ 84 h 105"/>
              <a:gd name="T2" fmla="*/ 30 w 97"/>
              <a:gd name="T3" fmla="*/ 0 h 105"/>
              <a:gd name="T4" fmla="*/ 46 w 97"/>
              <a:gd name="T5" fmla="*/ 6 h 105"/>
              <a:gd name="T6" fmla="*/ 62 w 97"/>
              <a:gd name="T7" fmla="*/ 73 h 105"/>
              <a:gd name="T8" fmla="*/ 81 w 97"/>
              <a:gd name="T9" fmla="*/ 17 h 105"/>
              <a:gd name="T10" fmla="*/ 97 w 97"/>
              <a:gd name="T11" fmla="*/ 22 h 105"/>
              <a:gd name="T12" fmla="*/ 67 w 97"/>
              <a:gd name="T13" fmla="*/ 105 h 105"/>
              <a:gd name="T14" fmla="*/ 49 w 97"/>
              <a:gd name="T15" fmla="*/ 100 h 105"/>
              <a:gd name="T16" fmla="*/ 35 w 97"/>
              <a:gd name="T17" fmla="*/ 35 h 105"/>
              <a:gd name="T18" fmla="*/ 17 w 97"/>
              <a:gd name="T19" fmla="*/ 89 h 105"/>
              <a:gd name="T20" fmla="*/ 0 w 97"/>
              <a:gd name="T21" fmla="*/ 84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7" h="105">
                <a:moveTo>
                  <a:pt x="0" y="84"/>
                </a:moveTo>
                <a:lnTo>
                  <a:pt x="30" y="0"/>
                </a:lnTo>
                <a:lnTo>
                  <a:pt x="46" y="6"/>
                </a:lnTo>
                <a:lnTo>
                  <a:pt x="62" y="73"/>
                </a:lnTo>
                <a:lnTo>
                  <a:pt x="81" y="17"/>
                </a:lnTo>
                <a:lnTo>
                  <a:pt x="97" y="22"/>
                </a:lnTo>
                <a:lnTo>
                  <a:pt x="67" y="105"/>
                </a:lnTo>
                <a:lnTo>
                  <a:pt x="49" y="100"/>
                </a:lnTo>
                <a:lnTo>
                  <a:pt x="35" y="35"/>
                </a:lnTo>
                <a:lnTo>
                  <a:pt x="17" y="89"/>
                </a:lnTo>
                <a:lnTo>
                  <a:pt x="0" y="8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9" name="Freeform 34"/>
          <p:cNvSpPr/>
          <p:nvPr>
            <p:custDataLst>
              <p:tags r:id="rId31"/>
            </p:custDataLst>
          </p:nvPr>
        </p:nvSpPr>
        <p:spPr bwMode="auto">
          <a:xfrm>
            <a:off x="11190605" y="283845"/>
            <a:ext cx="24765" cy="24130"/>
          </a:xfrm>
          <a:custGeom>
            <a:avLst/>
            <a:gdLst>
              <a:gd name="T0" fmla="*/ 0 w 115"/>
              <a:gd name="T1" fmla="*/ 56 h 110"/>
              <a:gd name="T2" fmla="*/ 67 w 115"/>
              <a:gd name="T3" fmla="*/ 0 h 110"/>
              <a:gd name="T4" fmla="*/ 81 w 115"/>
              <a:gd name="T5" fmla="*/ 14 h 110"/>
              <a:gd name="T6" fmla="*/ 59 w 115"/>
              <a:gd name="T7" fmla="*/ 78 h 110"/>
              <a:gd name="T8" fmla="*/ 105 w 115"/>
              <a:gd name="T9" fmla="*/ 40 h 110"/>
              <a:gd name="T10" fmla="*/ 115 w 115"/>
              <a:gd name="T11" fmla="*/ 54 h 110"/>
              <a:gd name="T12" fmla="*/ 46 w 115"/>
              <a:gd name="T13" fmla="*/ 110 h 110"/>
              <a:gd name="T14" fmla="*/ 35 w 115"/>
              <a:gd name="T15" fmla="*/ 97 h 110"/>
              <a:gd name="T16" fmla="*/ 56 w 115"/>
              <a:gd name="T17" fmla="*/ 32 h 110"/>
              <a:gd name="T18" fmla="*/ 11 w 115"/>
              <a:gd name="T19" fmla="*/ 70 h 110"/>
              <a:gd name="T20" fmla="*/ 0 w 115"/>
              <a:gd name="T21" fmla="*/ 56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5" h="110">
                <a:moveTo>
                  <a:pt x="0" y="56"/>
                </a:moveTo>
                <a:lnTo>
                  <a:pt x="67" y="0"/>
                </a:lnTo>
                <a:lnTo>
                  <a:pt x="81" y="14"/>
                </a:lnTo>
                <a:lnTo>
                  <a:pt x="59" y="78"/>
                </a:lnTo>
                <a:lnTo>
                  <a:pt x="105" y="40"/>
                </a:lnTo>
                <a:lnTo>
                  <a:pt x="115" y="54"/>
                </a:lnTo>
                <a:lnTo>
                  <a:pt x="46" y="110"/>
                </a:lnTo>
                <a:lnTo>
                  <a:pt x="35" y="97"/>
                </a:lnTo>
                <a:lnTo>
                  <a:pt x="56" y="32"/>
                </a:lnTo>
                <a:lnTo>
                  <a:pt x="11" y="70"/>
                </a:lnTo>
                <a:lnTo>
                  <a:pt x="0" y="5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0" name="Freeform 35"/>
          <p:cNvSpPr>
            <a:spLocks noEditPoints="1"/>
          </p:cNvSpPr>
          <p:nvPr>
            <p:custDataLst>
              <p:tags r:id="rId32"/>
            </p:custDataLst>
          </p:nvPr>
        </p:nvSpPr>
        <p:spPr bwMode="auto">
          <a:xfrm>
            <a:off x="11225530" y="313055"/>
            <a:ext cx="20320" cy="20320"/>
          </a:xfrm>
          <a:custGeom>
            <a:avLst/>
            <a:gdLst>
              <a:gd name="T0" fmla="*/ 17 w 35"/>
              <a:gd name="T1" fmla="*/ 7 h 35"/>
              <a:gd name="T2" fmla="*/ 24 w 35"/>
              <a:gd name="T3" fmla="*/ 8 h 35"/>
              <a:gd name="T4" fmla="*/ 28 w 35"/>
              <a:gd name="T5" fmla="*/ 14 h 35"/>
              <a:gd name="T6" fmla="*/ 26 w 35"/>
              <a:gd name="T7" fmla="*/ 22 h 35"/>
              <a:gd name="T8" fmla="*/ 19 w 35"/>
              <a:gd name="T9" fmla="*/ 28 h 35"/>
              <a:gd name="T10" fmla="*/ 12 w 35"/>
              <a:gd name="T11" fmla="*/ 27 h 35"/>
              <a:gd name="T12" fmla="*/ 8 w 35"/>
              <a:gd name="T13" fmla="*/ 21 h 35"/>
              <a:gd name="T14" fmla="*/ 10 w 35"/>
              <a:gd name="T15" fmla="*/ 13 h 35"/>
              <a:gd name="T16" fmla="*/ 17 w 35"/>
              <a:gd name="T17" fmla="*/ 7 h 35"/>
              <a:gd name="T18" fmla="*/ 1 w 35"/>
              <a:gd name="T19" fmla="*/ 22 h 35"/>
              <a:gd name="T20" fmla="*/ 9 w 35"/>
              <a:gd name="T21" fmla="*/ 32 h 35"/>
              <a:gd name="T22" fmla="*/ 21 w 35"/>
              <a:gd name="T23" fmla="*/ 34 h 35"/>
              <a:gd name="T24" fmla="*/ 32 w 35"/>
              <a:gd name="T25" fmla="*/ 26 h 35"/>
              <a:gd name="T26" fmla="*/ 35 w 35"/>
              <a:gd name="T27" fmla="*/ 13 h 35"/>
              <a:gd name="T28" fmla="*/ 27 w 35"/>
              <a:gd name="T29" fmla="*/ 3 h 35"/>
              <a:gd name="T30" fmla="*/ 20 w 35"/>
              <a:gd name="T31" fmla="*/ 0 h 35"/>
              <a:gd name="T32" fmla="*/ 15 w 35"/>
              <a:gd name="T33" fmla="*/ 1 h 35"/>
              <a:gd name="T34" fmla="*/ 10 w 35"/>
              <a:gd name="T35" fmla="*/ 3 h 35"/>
              <a:gd name="T36" fmla="*/ 4 w 35"/>
              <a:gd name="T37" fmla="*/ 9 h 35"/>
              <a:gd name="T38" fmla="*/ 1 w 35"/>
              <a:gd name="T3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" h="35">
                <a:moveTo>
                  <a:pt x="17" y="7"/>
                </a:moveTo>
                <a:cubicBezTo>
                  <a:pt x="19" y="6"/>
                  <a:pt x="22" y="6"/>
                  <a:pt x="24" y="8"/>
                </a:cubicBezTo>
                <a:cubicBezTo>
                  <a:pt x="26" y="9"/>
                  <a:pt x="28" y="11"/>
                  <a:pt x="28" y="14"/>
                </a:cubicBezTo>
                <a:cubicBezTo>
                  <a:pt x="29" y="16"/>
                  <a:pt x="28" y="19"/>
                  <a:pt x="26" y="22"/>
                </a:cubicBezTo>
                <a:cubicBezTo>
                  <a:pt x="24" y="25"/>
                  <a:pt x="22" y="27"/>
                  <a:pt x="19" y="28"/>
                </a:cubicBezTo>
                <a:cubicBezTo>
                  <a:pt x="17" y="29"/>
                  <a:pt x="14" y="29"/>
                  <a:pt x="12" y="27"/>
                </a:cubicBezTo>
                <a:cubicBezTo>
                  <a:pt x="10" y="26"/>
                  <a:pt x="8" y="24"/>
                  <a:pt x="8" y="21"/>
                </a:cubicBezTo>
                <a:cubicBezTo>
                  <a:pt x="7" y="19"/>
                  <a:pt x="8" y="16"/>
                  <a:pt x="10" y="13"/>
                </a:cubicBezTo>
                <a:cubicBezTo>
                  <a:pt x="12" y="10"/>
                  <a:pt x="14" y="8"/>
                  <a:pt x="17" y="7"/>
                </a:cubicBezTo>
                <a:close/>
                <a:moveTo>
                  <a:pt x="1" y="22"/>
                </a:moveTo>
                <a:cubicBezTo>
                  <a:pt x="2" y="26"/>
                  <a:pt x="5" y="30"/>
                  <a:pt x="9" y="32"/>
                </a:cubicBezTo>
                <a:cubicBezTo>
                  <a:pt x="13" y="35"/>
                  <a:pt x="17" y="35"/>
                  <a:pt x="21" y="34"/>
                </a:cubicBezTo>
                <a:cubicBezTo>
                  <a:pt x="26" y="33"/>
                  <a:pt x="29" y="30"/>
                  <a:pt x="32" y="26"/>
                </a:cubicBezTo>
                <a:cubicBezTo>
                  <a:pt x="35" y="21"/>
                  <a:pt x="35" y="17"/>
                  <a:pt x="35" y="13"/>
                </a:cubicBezTo>
                <a:cubicBezTo>
                  <a:pt x="34" y="9"/>
                  <a:pt x="31" y="5"/>
                  <a:pt x="27" y="3"/>
                </a:cubicBezTo>
                <a:cubicBezTo>
                  <a:pt x="24" y="2"/>
                  <a:pt x="22" y="1"/>
                  <a:pt x="20" y="0"/>
                </a:cubicBezTo>
                <a:cubicBezTo>
                  <a:pt x="18" y="0"/>
                  <a:pt x="17" y="0"/>
                  <a:pt x="15" y="1"/>
                </a:cubicBezTo>
                <a:cubicBezTo>
                  <a:pt x="13" y="1"/>
                  <a:pt x="11" y="2"/>
                  <a:pt x="10" y="3"/>
                </a:cubicBezTo>
                <a:cubicBezTo>
                  <a:pt x="8" y="4"/>
                  <a:pt x="6" y="7"/>
                  <a:pt x="4" y="9"/>
                </a:cubicBezTo>
                <a:cubicBezTo>
                  <a:pt x="1" y="14"/>
                  <a:pt x="0" y="18"/>
                  <a:pt x="1" y="2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1" name="Freeform 36"/>
          <p:cNvSpPr>
            <a:spLocks noEditPoints="1"/>
          </p:cNvSpPr>
          <p:nvPr>
            <p:custDataLst>
              <p:tags r:id="rId33"/>
            </p:custDataLst>
          </p:nvPr>
        </p:nvSpPr>
        <p:spPr bwMode="auto">
          <a:xfrm>
            <a:off x="11205845" y="298450"/>
            <a:ext cx="21590" cy="22225"/>
          </a:xfrm>
          <a:custGeom>
            <a:avLst/>
            <a:gdLst>
              <a:gd name="T0" fmla="*/ 25 w 37"/>
              <a:gd name="T1" fmla="*/ 11 h 38"/>
              <a:gd name="T2" fmla="*/ 29 w 37"/>
              <a:gd name="T3" fmla="*/ 15 h 38"/>
              <a:gd name="T4" fmla="*/ 31 w 37"/>
              <a:gd name="T5" fmla="*/ 18 h 38"/>
              <a:gd name="T6" fmla="*/ 30 w 37"/>
              <a:gd name="T7" fmla="*/ 21 h 38"/>
              <a:gd name="T8" fmla="*/ 27 w 37"/>
              <a:gd name="T9" fmla="*/ 26 h 38"/>
              <a:gd name="T10" fmla="*/ 22 w 37"/>
              <a:gd name="T11" fmla="*/ 30 h 38"/>
              <a:gd name="T12" fmla="*/ 19 w 37"/>
              <a:gd name="T13" fmla="*/ 32 h 38"/>
              <a:gd name="T14" fmla="*/ 16 w 37"/>
              <a:gd name="T15" fmla="*/ 31 h 38"/>
              <a:gd name="T16" fmla="*/ 13 w 37"/>
              <a:gd name="T17" fmla="*/ 29 h 38"/>
              <a:gd name="T18" fmla="*/ 9 w 37"/>
              <a:gd name="T19" fmla="*/ 25 h 38"/>
              <a:gd name="T20" fmla="*/ 23 w 37"/>
              <a:gd name="T21" fmla="*/ 9 h 38"/>
              <a:gd name="T22" fmla="*/ 25 w 37"/>
              <a:gd name="T23" fmla="*/ 11 h 38"/>
              <a:gd name="T24" fmla="*/ 0 w 37"/>
              <a:gd name="T25" fmla="*/ 25 h 38"/>
              <a:gd name="T26" fmla="*/ 10 w 37"/>
              <a:gd name="T27" fmla="*/ 33 h 38"/>
              <a:gd name="T28" fmla="*/ 15 w 37"/>
              <a:gd name="T29" fmla="*/ 37 h 38"/>
              <a:gd name="T30" fmla="*/ 20 w 37"/>
              <a:gd name="T31" fmla="*/ 38 h 38"/>
              <a:gd name="T32" fmla="*/ 27 w 37"/>
              <a:gd name="T33" fmla="*/ 36 h 38"/>
              <a:gd name="T34" fmla="*/ 32 w 37"/>
              <a:gd name="T35" fmla="*/ 31 h 38"/>
              <a:gd name="T36" fmla="*/ 36 w 37"/>
              <a:gd name="T37" fmla="*/ 24 h 38"/>
              <a:gd name="T38" fmla="*/ 37 w 37"/>
              <a:gd name="T39" fmla="*/ 18 h 38"/>
              <a:gd name="T40" fmla="*/ 35 w 37"/>
              <a:gd name="T41" fmla="*/ 13 h 38"/>
              <a:gd name="T42" fmla="*/ 31 w 37"/>
              <a:gd name="T43" fmla="*/ 8 h 38"/>
              <a:gd name="T44" fmla="*/ 22 w 37"/>
              <a:gd name="T45" fmla="*/ 0 h 38"/>
              <a:gd name="T46" fmla="*/ 0 w 37"/>
              <a:gd name="T47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7" h="38">
                <a:moveTo>
                  <a:pt x="25" y="11"/>
                </a:moveTo>
                <a:cubicBezTo>
                  <a:pt x="28" y="13"/>
                  <a:pt x="29" y="14"/>
                  <a:pt x="29" y="15"/>
                </a:cubicBezTo>
                <a:cubicBezTo>
                  <a:pt x="30" y="16"/>
                  <a:pt x="31" y="17"/>
                  <a:pt x="31" y="18"/>
                </a:cubicBezTo>
                <a:cubicBezTo>
                  <a:pt x="31" y="19"/>
                  <a:pt x="31" y="20"/>
                  <a:pt x="30" y="21"/>
                </a:cubicBezTo>
                <a:cubicBezTo>
                  <a:pt x="30" y="23"/>
                  <a:pt x="28" y="24"/>
                  <a:pt x="27" y="26"/>
                </a:cubicBezTo>
                <a:cubicBezTo>
                  <a:pt x="25" y="28"/>
                  <a:pt x="24" y="29"/>
                  <a:pt x="22" y="30"/>
                </a:cubicBezTo>
                <a:cubicBezTo>
                  <a:pt x="21" y="31"/>
                  <a:pt x="20" y="32"/>
                  <a:pt x="19" y="32"/>
                </a:cubicBezTo>
                <a:cubicBezTo>
                  <a:pt x="18" y="32"/>
                  <a:pt x="17" y="31"/>
                  <a:pt x="16" y="31"/>
                </a:cubicBezTo>
                <a:cubicBezTo>
                  <a:pt x="15" y="31"/>
                  <a:pt x="14" y="30"/>
                  <a:pt x="13" y="29"/>
                </a:cubicBezTo>
                <a:cubicBezTo>
                  <a:pt x="9" y="25"/>
                  <a:pt x="9" y="25"/>
                  <a:pt x="9" y="25"/>
                </a:cubicBezTo>
                <a:cubicBezTo>
                  <a:pt x="23" y="9"/>
                  <a:pt x="23" y="9"/>
                  <a:pt x="23" y="9"/>
                </a:cubicBezTo>
                <a:lnTo>
                  <a:pt x="25" y="11"/>
                </a:lnTo>
                <a:close/>
                <a:moveTo>
                  <a:pt x="0" y="25"/>
                </a:moveTo>
                <a:cubicBezTo>
                  <a:pt x="10" y="33"/>
                  <a:pt x="10" y="33"/>
                  <a:pt x="10" y="33"/>
                </a:cubicBezTo>
                <a:cubicBezTo>
                  <a:pt x="12" y="35"/>
                  <a:pt x="13" y="36"/>
                  <a:pt x="15" y="37"/>
                </a:cubicBezTo>
                <a:cubicBezTo>
                  <a:pt x="17" y="37"/>
                  <a:pt x="18" y="38"/>
                  <a:pt x="20" y="38"/>
                </a:cubicBezTo>
                <a:cubicBezTo>
                  <a:pt x="22" y="38"/>
                  <a:pt x="24" y="37"/>
                  <a:pt x="27" y="36"/>
                </a:cubicBezTo>
                <a:cubicBezTo>
                  <a:pt x="28" y="34"/>
                  <a:pt x="30" y="33"/>
                  <a:pt x="32" y="31"/>
                </a:cubicBezTo>
                <a:cubicBezTo>
                  <a:pt x="34" y="28"/>
                  <a:pt x="35" y="26"/>
                  <a:pt x="36" y="24"/>
                </a:cubicBezTo>
                <a:cubicBezTo>
                  <a:pt x="37" y="22"/>
                  <a:pt x="37" y="20"/>
                  <a:pt x="37" y="18"/>
                </a:cubicBezTo>
                <a:cubicBezTo>
                  <a:pt x="37" y="16"/>
                  <a:pt x="36" y="14"/>
                  <a:pt x="35" y="13"/>
                </a:cubicBezTo>
                <a:cubicBezTo>
                  <a:pt x="35" y="11"/>
                  <a:pt x="33" y="10"/>
                  <a:pt x="31" y="8"/>
                </a:cubicBezTo>
                <a:cubicBezTo>
                  <a:pt x="22" y="0"/>
                  <a:pt x="22" y="0"/>
                  <a:pt x="22" y="0"/>
                </a:cubicBezTo>
                <a:lnTo>
                  <a:pt x="0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2" name="Freeform 37"/>
          <p:cNvSpPr>
            <a:spLocks noEditPoints="1"/>
          </p:cNvSpPr>
          <p:nvPr>
            <p:custDataLst>
              <p:tags r:id="rId34"/>
            </p:custDataLst>
          </p:nvPr>
        </p:nvSpPr>
        <p:spPr bwMode="auto">
          <a:xfrm>
            <a:off x="11178540" y="272415"/>
            <a:ext cx="22225" cy="19685"/>
          </a:xfrm>
          <a:custGeom>
            <a:avLst/>
            <a:gdLst>
              <a:gd name="T0" fmla="*/ 46 w 102"/>
              <a:gd name="T1" fmla="*/ 24 h 91"/>
              <a:gd name="T2" fmla="*/ 80 w 102"/>
              <a:gd name="T3" fmla="*/ 18 h 91"/>
              <a:gd name="T4" fmla="*/ 56 w 102"/>
              <a:gd name="T5" fmla="*/ 45 h 91"/>
              <a:gd name="T6" fmla="*/ 46 w 102"/>
              <a:gd name="T7" fmla="*/ 24 h 91"/>
              <a:gd name="T8" fmla="*/ 102 w 102"/>
              <a:gd name="T9" fmla="*/ 16 h 91"/>
              <a:gd name="T10" fmla="*/ 94 w 102"/>
              <a:gd name="T11" fmla="*/ 0 h 91"/>
              <a:gd name="T12" fmla="*/ 0 w 102"/>
              <a:gd name="T13" fmla="*/ 13 h 91"/>
              <a:gd name="T14" fmla="*/ 8 w 102"/>
              <a:gd name="T15" fmla="*/ 29 h 91"/>
              <a:gd name="T16" fmla="*/ 30 w 102"/>
              <a:gd name="T17" fmla="*/ 26 h 91"/>
              <a:gd name="T18" fmla="*/ 48 w 102"/>
              <a:gd name="T19" fmla="*/ 56 h 91"/>
              <a:gd name="T20" fmla="*/ 32 w 102"/>
              <a:gd name="T21" fmla="*/ 75 h 91"/>
              <a:gd name="T22" fmla="*/ 43 w 102"/>
              <a:gd name="T23" fmla="*/ 91 h 91"/>
              <a:gd name="T24" fmla="*/ 102 w 102"/>
              <a:gd name="T25" fmla="*/ 16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2" h="91">
                <a:moveTo>
                  <a:pt x="46" y="24"/>
                </a:moveTo>
                <a:lnTo>
                  <a:pt x="80" y="18"/>
                </a:lnTo>
                <a:lnTo>
                  <a:pt x="56" y="45"/>
                </a:lnTo>
                <a:lnTo>
                  <a:pt x="46" y="24"/>
                </a:lnTo>
                <a:close/>
                <a:moveTo>
                  <a:pt x="102" y="16"/>
                </a:moveTo>
                <a:lnTo>
                  <a:pt x="94" y="0"/>
                </a:lnTo>
                <a:lnTo>
                  <a:pt x="0" y="13"/>
                </a:lnTo>
                <a:lnTo>
                  <a:pt x="8" y="29"/>
                </a:lnTo>
                <a:lnTo>
                  <a:pt x="30" y="26"/>
                </a:lnTo>
                <a:lnTo>
                  <a:pt x="48" y="56"/>
                </a:lnTo>
                <a:lnTo>
                  <a:pt x="32" y="75"/>
                </a:lnTo>
                <a:lnTo>
                  <a:pt x="43" y="91"/>
                </a:lnTo>
                <a:lnTo>
                  <a:pt x="102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3" name="Freeform 38"/>
          <p:cNvSpPr/>
          <p:nvPr>
            <p:custDataLst>
              <p:tags r:id="rId35"/>
            </p:custDataLst>
          </p:nvPr>
        </p:nvSpPr>
        <p:spPr bwMode="auto">
          <a:xfrm>
            <a:off x="11171555" y="249555"/>
            <a:ext cx="22860" cy="20955"/>
          </a:xfrm>
          <a:custGeom>
            <a:avLst/>
            <a:gdLst>
              <a:gd name="T0" fmla="*/ 0 w 106"/>
              <a:gd name="T1" fmla="*/ 29 h 96"/>
              <a:gd name="T2" fmla="*/ 82 w 106"/>
              <a:gd name="T3" fmla="*/ 0 h 96"/>
              <a:gd name="T4" fmla="*/ 88 w 106"/>
              <a:gd name="T5" fmla="*/ 19 h 96"/>
              <a:gd name="T6" fmla="*/ 56 w 106"/>
              <a:gd name="T7" fmla="*/ 29 h 96"/>
              <a:gd name="T8" fmla="*/ 66 w 106"/>
              <a:gd name="T9" fmla="*/ 62 h 96"/>
              <a:gd name="T10" fmla="*/ 101 w 106"/>
              <a:gd name="T11" fmla="*/ 51 h 96"/>
              <a:gd name="T12" fmla="*/ 106 w 106"/>
              <a:gd name="T13" fmla="*/ 67 h 96"/>
              <a:gd name="T14" fmla="*/ 24 w 106"/>
              <a:gd name="T15" fmla="*/ 96 h 96"/>
              <a:gd name="T16" fmla="*/ 16 w 106"/>
              <a:gd name="T17" fmla="*/ 80 h 96"/>
              <a:gd name="T18" fmla="*/ 53 w 106"/>
              <a:gd name="T19" fmla="*/ 67 h 96"/>
              <a:gd name="T20" fmla="*/ 42 w 106"/>
              <a:gd name="T21" fmla="*/ 35 h 96"/>
              <a:gd name="T22" fmla="*/ 5 w 106"/>
              <a:gd name="T23" fmla="*/ 48 h 96"/>
              <a:gd name="T24" fmla="*/ 0 w 106"/>
              <a:gd name="T25" fmla="*/ 29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6" h="96">
                <a:moveTo>
                  <a:pt x="0" y="29"/>
                </a:moveTo>
                <a:lnTo>
                  <a:pt x="82" y="0"/>
                </a:lnTo>
                <a:lnTo>
                  <a:pt x="88" y="19"/>
                </a:lnTo>
                <a:lnTo>
                  <a:pt x="56" y="29"/>
                </a:lnTo>
                <a:lnTo>
                  <a:pt x="66" y="62"/>
                </a:lnTo>
                <a:lnTo>
                  <a:pt x="101" y="51"/>
                </a:lnTo>
                <a:lnTo>
                  <a:pt x="106" y="67"/>
                </a:lnTo>
                <a:lnTo>
                  <a:pt x="24" y="96"/>
                </a:lnTo>
                <a:lnTo>
                  <a:pt x="16" y="80"/>
                </a:lnTo>
                <a:lnTo>
                  <a:pt x="53" y="67"/>
                </a:lnTo>
                <a:lnTo>
                  <a:pt x="42" y="35"/>
                </a:lnTo>
                <a:lnTo>
                  <a:pt x="5" y="48"/>
                </a:lnTo>
                <a:lnTo>
                  <a:pt x="0" y="2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Freeform 39"/>
          <p:cNvSpPr/>
          <p:nvPr>
            <p:custDataLst>
              <p:tags r:id="rId36"/>
            </p:custDataLst>
          </p:nvPr>
        </p:nvSpPr>
        <p:spPr bwMode="auto">
          <a:xfrm>
            <a:off x="11167110" y="233045"/>
            <a:ext cx="20320" cy="16510"/>
          </a:xfrm>
          <a:custGeom>
            <a:avLst/>
            <a:gdLst>
              <a:gd name="T0" fmla="*/ 9 w 35"/>
              <a:gd name="T1" fmla="*/ 1 h 28"/>
              <a:gd name="T2" fmla="*/ 11 w 35"/>
              <a:gd name="T3" fmla="*/ 8 h 28"/>
              <a:gd name="T4" fmla="*/ 7 w 35"/>
              <a:gd name="T5" fmla="*/ 11 h 28"/>
              <a:gd name="T6" fmla="*/ 6 w 35"/>
              <a:gd name="T7" fmla="*/ 16 h 28"/>
              <a:gd name="T8" fmla="*/ 8 w 35"/>
              <a:gd name="T9" fmla="*/ 20 h 28"/>
              <a:gd name="T10" fmla="*/ 12 w 35"/>
              <a:gd name="T11" fmla="*/ 21 h 28"/>
              <a:gd name="T12" fmla="*/ 14 w 35"/>
              <a:gd name="T13" fmla="*/ 20 h 28"/>
              <a:gd name="T14" fmla="*/ 15 w 35"/>
              <a:gd name="T15" fmla="*/ 18 h 28"/>
              <a:gd name="T16" fmla="*/ 15 w 35"/>
              <a:gd name="T17" fmla="*/ 12 h 28"/>
              <a:gd name="T18" fmla="*/ 17 w 35"/>
              <a:gd name="T19" fmla="*/ 4 h 28"/>
              <a:gd name="T20" fmla="*/ 23 w 35"/>
              <a:gd name="T21" fmla="*/ 0 h 28"/>
              <a:gd name="T22" fmla="*/ 28 w 35"/>
              <a:gd name="T23" fmla="*/ 1 h 28"/>
              <a:gd name="T24" fmla="*/ 32 w 35"/>
              <a:gd name="T25" fmla="*/ 4 h 28"/>
              <a:gd name="T26" fmla="*/ 34 w 35"/>
              <a:gd name="T27" fmla="*/ 10 h 28"/>
              <a:gd name="T28" fmla="*/ 33 w 35"/>
              <a:gd name="T29" fmla="*/ 20 h 28"/>
              <a:gd name="T30" fmla="*/ 27 w 35"/>
              <a:gd name="T31" fmla="*/ 24 h 28"/>
              <a:gd name="T32" fmla="*/ 25 w 35"/>
              <a:gd name="T33" fmla="*/ 18 h 28"/>
              <a:gd name="T34" fmla="*/ 28 w 35"/>
              <a:gd name="T35" fmla="*/ 16 h 28"/>
              <a:gd name="T36" fmla="*/ 29 w 35"/>
              <a:gd name="T37" fmla="*/ 11 h 28"/>
              <a:gd name="T38" fmla="*/ 27 w 35"/>
              <a:gd name="T39" fmla="*/ 7 h 28"/>
              <a:gd name="T40" fmla="*/ 25 w 35"/>
              <a:gd name="T41" fmla="*/ 6 h 28"/>
              <a:gd name="T42" fmla="*/ 23 w 35"/>
              <a:gd name="T43" fmla="*/ 8 h 28"/>
              <a:gd name="T44" fmla="*/ 22 w 35"/>
              <a:gd name="T45" fmla="*/ 14 h 28"/>
              <a:gd name="T46" fmla="*/ 21 w 35"/>
              <a:gd name="T47" fmla="*/ 22 h 28"/>
              <a:gd name="T48" fmla="*/ 18 w 35"/>
              <a:gd name="T49" fmla="*/ 26 h 28"/>
              <a:gd name="T50" fmla="*/ 13 w 35"/>
              <a:gd name="T51" fmla="*/ 28 h 28"/>
              <a:gd name="T52" fmla="*/ 7 w 35"/>
              <a:gd name="T53" fmla="*/ 27 h 28"/>
              <a:gd name="T54" fmla="*/ 3 w 35"/>
              <a:gd name="T55" fmla="*/ 24 h 28"/>
              <a:gd name="T56" fmla="*/ 0 w 35"/>
              <a:gd name="T57" fmla="*/ 17 h 28"/>
              <a:gd name="T58" fmla="*/ 2 w 35"/>
              <a:gd name="T59" fmla="*/ 7 h 28"/>
              <a:gd name="T60" fmla="*/ 9 w 35"/>
              <a:gd name="T61" fmla="*/ 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5" h="28">
                <a:moveTo>
                  <a:pt x="9" y="1"/>
                </a:moveTo>
                <a:cubicBezTo>
                  <a:pt x="11" y="8"/>
                  <a:pt x="11" y="8"/>
                  <a:pt x="11" y="8"/>
                </a:cubicBezTo>
                <a:cubicBezTo>
                  <a:pt x="9" y="8"/>
                  <a:pt x="7" y="10"/>
                  <a:pt x="7" y="11"/>
                </a:cubicBezTo>
                <a:cubicBezTo>
                  <a:pt x="6" y="12"/>
                  <a:pt x="6" y="14"/>
                  <a:pt x="6" y="16"/>
                </a:cubicBezTo>
                <a:cubicBezTo>
                  <a:pt x="6" y="18"/>
                  <a:pt x="7" y="19"/>
                  <a:pt x="8" y="20"/>
                </a:cubicBezTo>
                <a:cubicBezTo>
                  <a:pt x="9" y="21"/>
                  <a:pt x="10" y="22"/>
                  <a:pt x="12" y="21"/>
                </a:cubicBezTo>
                <a:cubicBezTo>
                  <a:pt x="12" y="21"/>
                  <a:pt x="13" y="21"/>
                  <a:pt x="14" y="20"/>
                </a:cubicBezTo>
                <a:cubicBezTo>
                  <a:pt x="14" y="20"/>
                  <a:pt x="14" y="19"/>
                  <a:pt x="15" y="18"/>
                </a:cubicBezTo>
                <a:cubicBezTo>
                  <a:pt x="15" y="17"/>
                  <a:pt x="15" y="15"/>
                  <a:pt x="15" y="12"/>
                </a:cubicBezTo>
                <a:cubicBezTo>
                  <a:pt x="15" y="9"/>
                  <a:pt x="16" y="6"/>
                  <a:pt x="17" y="4"/>
                </a:cubicBezTo>
                <a:cubicBezTo>
                  <a:pt x="18" y="2"/>
                  <a:pt x="20" y="1"/>
                  <a:pt x="23" y="0"/>
                </a:cubicBezTo>
                <a:cubicBezTo>
                  <a:pt x="25" y="0"/>
                  <a:pt x="26" y="0"/>
                  <a:pt x="28" y="1"/>
                </a:cubicBezTo>
                <a:cubicBezTo>
                  <a:pt x="29" y="2"/>
                  <a:pt x="31" y="3"/>
                  <a:pt x="32" y="4"/>
                </a:cubicBezTo>
                <a:cubicBezTo>
                  <a:pt x="33" y="6"/>
                  <a:pt x="34" y="8"/>
                  <a:pt x="34" y="10"/>
                </a:cubicBezTo>
                <a:cubicBezTo>
                  <a:pt x="35" y="14"/>
                  <a:pt x="35" y="18"/>
                  <a:pt x="33" y="20"/>
                </a:cubicBezTo>
                <a:cubicBezTo>
                  <a:pt x="32" y="22"/>
                  <a:pt x="30" y="24"/>
                  <a:pt x="27" y="24"/>
                </a:cubicBezTo>
                <a:cubicBezTo>
                  <a:pt x="25" y="18"/>
                  <a:pt x="25" y="18"/>
                  <a:pt x="25" y="18"/>
                </a:cubicBezTo>
                <a:cubicBezTo>
                  <a:pt x="27" y="17"/>
                  <a:pt x="28" y="17"/>
                  <a:pt x="28" y="16"/>
                </a:cubicBezTo>
                <a:cubicBezTo>
                  <a:pt x="29" y="15"/>
                  <a:pt x="29" y="13"/>
                  <a:pt x="29" y="11"/>
                </a:cubicBezTo>
                <a:cubicBezTo>
                  <a:pt x="28" y="9"/>
                  <a:pt x="28" y="8"/>
                  <a:pt x="27" y="7"/>
                </a:cubicBezTo>
                <a:cubicBezTo>
                  <a:pt x="26" y="7"/>
                  <a:pt x="25" y="6"/>
                  <a:pt x="25" y="6"/>
                </a:cubicBezTo>
                <a:cubicBezTo>
                  <a:pt x="24" y="7"/>
                  <a:pt x="23" y="7"/>
                  <a:pt x="23" y="8"/>
                </a:cubicBezTo>
                <a:cubicBezTo>
                  <a:pt x="22" y="9"/>
                  <a:pt x="22" y="11"/>
                  <a:pt x="22" y="14"/>
                </a:cubicBezTo>
                <a:cubicBezTo>
                  <a:pt x="21" y="17"/>
                  <a:pt x="21" y="20"/>
                  <a:pt x="21" y="22"/>
                </a:cubicBezTo>
                <a:cubicBezTo>
                  <a:pt x="20" y="23"/>
                  <a:pt x="19" y="25"/>
                  <a:pt x="18" y="26"/>
                </a:cubicBezTo>
                <a:cubicBezTo>
                  <a:pt x="17" y="27"/>
                  <a:pt x="15" y="28"/>
                  <a:pt x="13" y="28"/>
                </a:cubicBezTo>
                <a:cubicBezTo>
                  <a:pt x="11" y="28"/>
                  <a:pt x="9" y="28"/>
                  <a:pt x="7" y="27"/>
                </a:cubicBezTo>
                <a:cubicBezTo>
                  <a:pt x="6" y="27"/>
                  <a:pt x="4" y="25"/>
                  <a:pt x="3" y="24"/>
                </a:cubicBezTo>
                <a:cubicBezTo>
                  <a:pt x="2" y="22"/>
                  <a:pt x="1" y="20"/>
                  <a:pt x="0" y="17"/>
                </a:cubicBezTo>
                <a:cubicBezTo>
                  <a:pt x="0" y="13"/>
                  <a:pt x="0" y="9"/>
                  <a:pt x="2" y="7"/>
                </a:cubicBezTo>
                <a:cubicBezTo>
                  <a:pt x="3" y="4"/>
                  <a:pt x="6" y="3"/>
                  <a:pt x="9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Freeform 40"/>
          <p:cNvSpPr/>
          <p:nvPr>
            <p:custDataLst>
              <p:tags r:id="rId37"/>
            </p:custDataLst>
          </p:nvPr>
        </p:nvSpPr>
        <p:spPr bwMode="auto">
          <a:xfrm>
            <a:off x="11298555" y="327025"/>
            <a:ext cx="16510" cy="20320"/>
          </a:xfrm>
          <a:custGeom>
            <a:avLst/>
            <a:gdLst>
              <a:gd name="T0" fmla="*/ 0 w 29"/>
              <a:gd name="T1" fmla="*/ 3 h 35"/>
              <a:gd name="T2" fmla="*/ 7 w 29"/>
              <a:gd name="T3" fmla="*/ 2 h 35"/>
              <a:gd name="T4" fmla="*/ 9 w 29"/>
              <a:gd name="T5" fmla="*/ 20 h 35"/>
              <a:gd name="T6" fmla="*/ 9 w 29"/>
              <a:gd name="T7" fmla="*/ 25 h 35"/>
              <a:gd name="T8" fmla="*/ 12 w 29"/>
              <a:gd name="T9" fmla="*/ 28 h 35"/>
              <a:gd name="T10" fmla="*/ 16 w 29"/>
              <a:gd name="T11" fmla="*/ 29 h 35"/>
              <a:gd name="T12" fmla="*/ 20 w 29"/>
              <a:gd name="T13" fmla="*/ 28 h 35"/>
              <a:gd name="T14" fmla="*/ 22 w 29"/>
              <a:gd name="T15" fmla="*/ 25 h 35"/>
              <a:gd name="T16" fmla="*/ 22 w 29"/>
              <a:gd name="T17" fmla="*/ 19 h 35"/>
              <a:gd name="T18" fmla="*/ 20 w 29"/>
              <a:gd name="T19" fmla="*/ 1 h 35"/>
              <a:gd name="T20" fmla="*/ 27 w 29"/>
              <a:gd name="T21" fmla="*/ 0 h 35"/>
              <a:gd name="T22" fmla="*/ 28 w 29"/>
              <a:gd name="T23" fmla="*/ 18 h 35"/>
              <a:gd name="T24" fmla="*/ 28 w 29"/>
              <a:gd name="T25" fmla="*/ 26 h 35"/>
              <a:gd name="T26" fmla="*/ 27 w 29"/>
              <a:gd name="T27" fmla="*/ 30 h 35"/>
              <a:gd name="T28" fmla="*/ 23 w 29"/>
              <a:gd name="T29" fmla="*/ 33 h 35"/>
              <a:gd name="T30" fmla="*/ 17 w 29"/>
              <a:gd name="T31" fmla="*/ 35 h 35"/>
              <a:gd name="T32" fmla="*/ 10 w 29"/>
              <a:gd name="T33" fmla="*/ 34 h 35"/>
              <a:gd name="T34" fmla="*/ 6 w 29"/>
              <a:gd name="T35" fmla="*/ 32 h 35"/>
              <a:gd name="T36" fmla="*/ 3 w 29"/>
              <a:gd name="T37" fmla="*/ 28 h 35"/>
              <a:gd name="T38" fmla="*/ 2 w 29"/>
              <a:gd name="T39" fmla="*/ 20 h 35"/>
              <a:gd name="T40" fmla="*/ 0 w 29"/>
              <a:gd name="T41" fmla="*/ 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5">
                <a:moveTo>
                  <a:pt x="0" y="3"/>
                </a:moveTo>
                <a:cubicBezTo>
                  <a:pt x="7" y="2"/>
                  <a:pt x="7" y="2"/>
                  <a:pt x="7" y="2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3"/>
                  <a:pt x="9" y="25"/>
                  <a:pt x="9" y="25"/>
                </a:cubicBezTo>
                <a:cubicBezTo>
                  <a:pt x="10" y="27"/>
                  <a:pt x="11" y="28"/>
                  <a:pt x="12" y="28"/>
                </a:cubicBezTo>
                <a:cubicBezTo>
                  <a:pt x="13" y="29"/>
                  <a:pt x="14" y="29"/>
                  <a:pt x="16" y="29"/>
                </a:cubicBezTo>
                <a:cubicBezTo>
                  <a:pt x="18" y="29"/>
                  <a:pt x="19" y="29"/>
                  <a:pt x="20" y="28"/>
                </a:cubicBezTo>
                <a:cubicBezTo>
                  <a:pt x="21" y="27"/>
                  <a:pt x="22" y="26"/>
                  <a:pt x="22" y="25"/>
                </a:cubicBezTo>
                <a:cubicBezTo>
                  <a:pt x="22" y="24"/>
                  <a:pt x="22" y="22"/>
                  <a:pt x="22" y="19"/>
                </a:cubicBezTo>
                <a:cubicBezTo>
                  <a:pt x="20" y="1"/>
                  <a:pt x="20" y="1"/>
                  <a:pt x="20" y="1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18"/>
                  <a:pt x="28" y="18"/>
                  <a:pt x="28" y="18"/>
                </a:cubicBezTo>
                <a:cubicBezTo>
                  <a:pt x="29" y="22"/>
                  <a:pt x="29" y="24"/>
                  <a:pt x="28" y="26"/>
                </a:cubicBezTo>
                <a:cubicBezTo>
                  <a:pt x="28" y="28"/>
                  <a:pt x="28" y="29"/>
                  <a:pt x="27" y="30"/>
                </a:cubicBezTo>
                <a:cubicBezTo>
                  <a:pt x="26" y="32"/>
                  <a:pt x="25" y="33"/>
                  <a:pt x="23" y="33"/>
                </a:cubicBezTo>
                <a:cubicBezTo>
                  <a:pt x="22" y="34"/>
                  <a:pt x="20" y="35"/>
                  <a:pt x="17" y="35"/>
                </a:cubicBezTo>
                <a:cubicBezTo>
                  <a:pt x="14" y="35"/>
                  <a:pt x="11" y="35"/>
                  <a:pt x="10" y="34"/>
                </a:cubicBezTo>
                <a:cubicBezTo>
                  <a:pt x="8" y="34"/>
                  <a:pt x="7" y="33"/>
                  <a:pt x="6" y="32"/>
                </a:cubicBezTo>
                <a:cubicBezTo>
                  <a:pt x="5" y="31"/>
                  <a:pt x="4" y="30"/>
                  <a:pt x="3" y="28"/>
                </a:cubicBezTo>
                <a:cubicBezTo>
                  <a:pt x="3" y="27"/>
                  <a:pt x="2" y="24"/>
                  <a:pt x="2" y="20"/>
                </a:cubicBezTo>
                <a:lnTo>
                  <a:pt x="0" y="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Freeform 41"/>
          <p:cNvSpPr/>
          <p:nvPr>
            <p:custDataLst>
              <p:tags r:id="rId38"/>
            </p:custDataLst>
          </p:nvPr>
        </p:nvSpPr>
        <p:spPr bwMode="auto">
          <a:xfrm>
            <a:off x="11317605" y="322580"/>
            <a:ext cx="20320" cy="22860"/>
          </a:xfrm>
          <a:custGeom>
            <a:avLst/>
            <a:gdLst>
              <a:gd name="T0" fmla="*/ 24 w 93"/>
              <a:gd name="T1" fmla="*/ 105 h 105"/>
              <a:gd name="T2" fmla="*/ 0 w 93"/>
              <a:gd name="T3" fmla="*/ 19 h 105"/>
              <a:gd name="T4" fmla="*/ 18 w 93"/>
              <a:gd name="T5" fmla="*/ 16 h 105"/>
              <a:gd name="T6" fmla="*/ 69 w 93"/>
              <a:gd name="T7" fmla="*/ 62 h 105"/>
              <a:gd name="T8" fmla="*/ 53 w 93"/>
              <a:gd name="T9" fmla="*/ 6 h 105"/>
              <a:gd name="T10" fmla="*/ 69 w 93"/>
              <a:gd name="T11" fmla="*/ 0 h 105"/>
              <a:gd name="T12" fmla="*/ 93 w 93"/>
              <a:gd name="T13" fmla="*/ 86 h 105"/>
              <a:gd name="T14" fmla="*/ 75 w 93"/>
              <a:gd name="T15" fmla="*/ 91 h 105"/>
              <a:gd name="T16" fmla="*/ 24 w 93"/>
              <a:gd name="T17" fmla="*/ 43 h 105"/>
              <a:gd name="T18" fmla="*/ 40 w 93"/>
              <a:gd name="T19" fmla="*/ 99 h 105"/>
              <a:gd name="T20" fmla="*/ 24 w 93"/>
              <a:gd name="T21" fmla="*/ 105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3" h="105">
                <a:moveTo>
                  <a:pt x="24" y="105"/>
                </a:moveTo>
                <a:lnTo>
                  <a:pt x="0" y="19"/>
                </a:lnTo>
                <a:lnTo>
                  <a:pt x="18" y="16"/>
                </a:lnTo>
                <a:lnTo>
                  <a:pt x="69" y="62"/>
                </a:lnTo>
                <a:lnTo>
                  <a:pt x="53" y="6"/>
                </a:lnTo>
                <a:lnTo>
                  <a:pt x="69" y="0"/>
                </a:lnTo>
                <a:lnTo>
                  <a:pt x="93" y="86"/>
                </a:lnTo>
                <a:lnTo>
                  <a:pt x="75" y="91"/>
                </a:lnTo>
                <a:lnTo>
                  <a:pt x="24" y="43"/>
                </a:lnTo>
                <a:lnTo>
                  <a:pt x="40" y="99"/>
                </a:lnTo>
                <a:lnTo>
                  <a:pt x="24" y="10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Freeform 42"/>
          <p:cNvSpPr/>
          <p:nvPr>
            <p:custDataLst>
              <p:tags r:id="rId39"/>
            </p:custDataLst>
          </p:nvPr>
        </p:nvSpPr>
        <p:spPr bwMode="auto">
          <a:xfrm>
            <a:off x="11336020" y="319405"/>
            <a:ext cx="10795" cy="19050"/>
          </a:xfrm>
          <a:custGeom>
            <a:avLst/>
            <a:gdLst>
              <a:gd name="T0" fmla="*/ 35 w 51"/>
              <a:gd name="T1" fmla="*/ 88 h 88"/>
              <a:gd name="T2" fmla="*/ 0 w 51"/>
              <a:gd name="T3" fmla="*/ 5 h 88"/>
              <a:gd name="T4" fmla="*/ 16 w 51"/>
              <a:gd name="T5" fmla="*/ 0 h 88"/>
              <a:gd name="T6" fmla="*/ 51 w 51"/>
              <a:gd name="T7" fmla="*/ 80 h 88"/>
              <a:gd name="T8" fmla="*/ 35 w 51"/>
              <a:gd name="T9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88">
                <a:moveTo>
                  <a:pt x="35" y="88"/>
                </a:moveTo>
                <a:lnTo>
                  <a:pt x="0" y="5"/>
                </a:lnTo>
                <a:lnTo>
                  <a:pt x="16" y="0"/>
                </a:lnTo>
                <a:lnTo>
                  <a:pt x="51" y="80"/>
                </a:lnTo>
                <a:lnTo>
                  <a:pt x="35" y="8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Freeform 43"/>
          <p:cNvSpPr/>
          <p:nvPr>
            <p:custDataLst>
              <p:tags r:id="rId40"/>
            </p:custDataLst>
          </p:nvPr>
        </p:nvSpPr>
        <p:spPr bwMode="auto">
          <a:xfrm>
            <a:off x="11341100" y="310515"/>
            <a:ext cx="19050" cy="22225"/>
          </a:xfrm>
          <a:custGeom>
            <a:avLst/>
            <a:gdLst>
              <a:gd name="T0" fmla="*/ 72 w 88"/>
              <a:gd name="T1" fmla="*/ 102 h 102"/>
              <a:gd name="T2" fmla="*/ 0 w 88"/>
              <a:gd name="T3" fmla="*/ 40 h 102"/>
              <a:gd name="T4" fmla="*/ 19 w 88"/>
              <a:gd name="T5" fmla="*/ 32 h 102"/>
              <a:gd name="T6" fmla="*/ 70 w 88"/>
              <a:gd name="T7" fmla="*/ 78 h 102"/>
              <a:gd name="T8" fmla="*/ 56 w 88"/>
              <a:gd name="T9" fmla="*/ 11 h 102"/>
              <a:gd name="T10" fmla="*/ 72 w 88"/>
              <a:gd name="T11" fmla="*/ 0 h 102"/>
              <a:gd name="T12" fmla="*/ 88 w 88"/>
              <a:gd name="T13" fmla="*/ 94 h 102"/>
              <a:gd name="T14" fmla="*/ 72 w 88"/>
              <a:gd name="T15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8" h="102">
                <a:moveTo>
                  <a:pt x="72" y="102"/>
                </a:moveTo>
                <a:lnTo>
                  <a:pt x="0" y="40"/>
                </a:lnTo>
                <a:lnTo>
                  <a:pt x="19" y="32"/>
                </a:lnTo>
                <a:lnTo>
                  <a:pt x="70" y="78"/>
                </a:lnTo>
                <a:lnTo>
                  <a:pt x="56" y="11"/>
                </a:lnTo>
                <a:lnTo>
                  <a:pt x="72" y="0"/>
                </a:lnTo>
                <a:lnTo>
                  <a:pt x="88" y="94"/>
                </a:lnTo>
                <a:lnTo>
                  <a:pt x="72" y="10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Freeform 44"/>
          <p:cNvSpPr/>
          <p:nvPr>
            <p:custDataLst>
              <p:tags r:id="rId41"/>
            </p:custDataLst>
          </p:nvPr>
        </p:nvSpPr>
        <p:spPr bwMode="auto">
          <a:xfrm>
            <a:off x="11358245" y="300355"/>
            <a:ext cx="23495" cy="24130"/>
          </a:xfrm>
          <a:custGeom>
            <a:avLst/>
            <a:gdLst>
              <a:gd name="T0" fmla="*/ 57 w 107"/>
              <a:gd name="T1" fmla="*/ 110 h 110"/>
              <a:gd name="T2" fmla="*/ 0 w 107"/>
              <a:gd name="T3" fmla="*/ 40 h 110"/>
              <a:gd name="T4" fmla="*/ 51 w 107"/>
              <a:gd name="T5" fmla="*/ 0 h 110"/>
              <a:gd name="T6" fmla="*/ 62 w 107"/>
              <a:gd name="T7" fmla="*/ 11 h 110"/>
              <a:gd name="T8" fmla="*/ 24 w 107"/>
              <a:gd name="T9" fmla="*/ 40 h 110"/>
              <a:gd name="T10" fmla="*/ 35 w 107"/>
              <a:gd name="T11" fmla="*/ 57 h 110"/>
              <a:gd name="T12" fmla="*/ 70 w 107"/>
              <a:gd name="T13" fmla="*/ 30 h 110"/>
              <a:gd name="T14" fmla="*/ 81 w 107"/>
              <a:gd name="T15" fmla="*/ 40 h 110"/>
              <a:gd name="T16" fmla="*/ 46 w 107"/>
              <a:gd name="T17" fmla="*/ 67 h 110"/>
              <a:gd name="T18" fmla="*/ 59 w 107"/>
              <a:gd name="T19" fmla="*/ 86 h 110"/>
              <a:gd name="T20" fmla="*/ 99 w 107"/>
              <a:gd name="T21" fmla="*/ 57 h 110"/>
              <a:gd name="T22" fmla="*/ 107 w 107"/>
              <a:gd name="T23" fmla="*/ 67 h 110"/>
              <a:gd name="T24" fmla="*/ 57 w 107"/>
              <a:gd name="T25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7" h="110">
                <a:moveTo>
                  <a:pt x="57" y="110"/>
                </a:moveTo>
                <a:lnTo>
                  <a:pt x="0" y="40"/>
                </a:lnTo>
                <a:lnTo>
                  <a:pt x="51" y="0"/>
                </a:lnTo>
                <a:lnTo>
                  <a:pt x="62" y="11"/>
                </a:lnTo>
                <a:lnTo>
                  <a:pt x="24" y="40"/>
                </a:lnTo>
                <a:lnTo>
                  <a:pt x="35" y="57"/>
                </a:lnTo>
                <a:lnTo>
                  <a:pt x="70" y="30"/>
                </a:lnTo>
                <a:lnTo>
                  <a:pt x="81" y="40"/>
                </a:lnTo>
                <a:lnTo>
                  <a:pt x="46" y="67"/>
                </a:lnTo>
                <a:lnTo>
                  <a:pt x="59" y="86"/>
                </a:lnTo>
                <a:lnTo>
                  <a:pt x="99" y="57"/>
                </a:lnTo>
                <a:lnTo>
                  <a:pt x="107" y="67"/>
                </a:lnTo>
                <a:lnTo>
                  <a:pt x="57" y="1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Freeform 45"/>
          <p:cNvSpPr>
            <a:spLocks noEditPoints="1"/>
          </p:cNvSpPr>
          <p:nvPr>
            <p:custDataLst>
              <p:tags r:id="rId42"/>
            </p:custDataLst>
          </p:nvPr>
        </p:nvSpPr>
        <p:spPr bwMode="auto">
          <a:xfrm>
            <a:off x="11372850" y="288290"/>
            <a:ext cx="25400" cy="22860"/>
          </a:xfrm>
          <a:custGeom>
            <a:avLst/>
            <a:gdLst>
              <a:gd name="T0" fmla="*/ 8 w 44"/>
              <a:gd name="T1" fmla="*/ 16 h 39"/>
              <a:gd name="T2" fmla="*/ 12 w 44"/>
              <a:gd name="T3" fmla="*/ 12 h 39"/>
              <a:gd name="T4" fmla="*/ 15 w 44"/>
              <a:gd name="T5" fmla="*/ 8 h 39"/>
              <a:gd name="T6" fmla="*/ 18 w 44"/>
              <a:gd name="T7" fmla="*/ 7 h 39"/>
              <a:gd name="T8" fmla="*/ 21 w 44"/>
              <a:gd name="T9" fmla="*/ 9 h 39"/>
              <a:gd name="T10" fmla="*/ 22 w 44"/>
              <a:gd name="T11" fmla="*/ 11 h 39"/>
              <a:gd name="T12" fmla="*/ 22 w 44"/>
              <a:gd name="T13" fmla="*/ 13 h 39"/>
              <a:gd name="T14" fmla="*/ 18 w 44"/>
              <a:gd name="T15" fmla="*/ 18 h 39"/>
              <a:gd name="T16" fmla="*/ 15 w 44"/>
              <a:gd name="T17" fmla="*/ 21 h 39"/>
              <a:gd name="T18" fmla="*/ 8 w 44"/>
              <a:gd name="T19" fmla="*/ 16 h 39"/>
              <a:gd name="T20" fmla="*/ 29 w 44"/>
              <a:gd name="T21" fmla="*/ 34 h 39"/>
              <a:gd name="T22" fmla="*/ 19 w 44"/>
              <a:gd name="T23" fmla="*/ 25 h 39"/>
              <a:gd name="T24" fmla="*/ 19 w 44"/>
              <a:gd name="T25" fmla="*/ 24 h 39"/>
              <a:gd name="T26" fmla="*/ 22 w 44"/>
              <a:gd name="T27" fmla="*/ 22 h 39"/>
              <a:gd name="T28" fmla="*/ 24 w 44"/>
              <a:gd name="T29" fmla="*/ 21 h 39"/>
              <a:gd name="T30" fmla="*/ 30 w 44"/>
              <a:gd name="T31" fmla="*/ 22 h 39"/>
              <a:gd name="T32" fmla="*/ 39 w 44"/>
              <a:gd name="T33" fmla="*/ 23 h 39"/>
              <a:gd name="T34" fmla="*/ 44 w 44"/>
              <a:gd name="T35" fmla="*/ 17 h 39"/>
              <a:gd name="T36" fmla="*/ 37 w 44"/>
              <a:gd name="T37" fmla="*/ 16 h 39"/>
              <a:gd name="T38" fmla="*/ 30 w 44"/>
              <a:gd name="T39" fmla="*/ 15 h 39"/>
              <a:gd name="T40" fmla="*/ 26 w 44"/>
              <a:gd name="T41" fmla="*/ 16 h 39"/>
              <a:gd name="T42" fmla="*/ 28 w 44"/>
              <a:gd name="T43" fmla="*/ 9 h 39"/>
              <a:gd name="T44" fmla="*/ 25 w 44"/>
              <a:gd name="T45" fmla="*/ 3 h 39"/>
              <a:gd name="T46" fmla="*/ 20 w 44"/>
              <a:gd name="T47" fmla="*/ 1 h 39"/>
              <a:gd name="T48" fmla="*/ 15 w 44"/>
              <a:gd name="T49" fmla="*/ 1 h 39"/>
              <a:gd name="T50" fmla="*/ 9 w 44"/>
              <a:gd name="T51" fmla="*/ 6 h 39"/>
              <a:gd name="T52" fmla="*/ 0 w 44"/>
              <a:gd name="T53" fmla="*/ 17 h 39"/>
              <a:gd name="T54" fmla="*/ 24 w 44"/>
              <a:gd name="T55" fmla="*/ 39 h 39"/>
              <a:gd name="T56" fmla="*/ 29 w 44"/>
              <a:gd name="T57" fmla="*/ 34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4" h="39">
                <a:moveTo>
                  <a:pt x="8" y="16"/>
                </a:moveTo>
                <a:cubicBezTo>
                  <a:pt x="12" y="12"/>
                  <a:pt x="12" y="12"/>
                  <a:pt x="12" y="12"/>
                </a:cubicBezTo>
                <a:cubicBezTo>
                  <a:pt x="14" y="10"/>
                  <a:pt x="15" y="9"/>
                  <a:pt x="15" y="8"/>
                </a:cubicBezTo>
                <a:cubicBezTo>
                  <a:pt x="16" y="8"/>
                  <a:pt x="17" y="7"/>
                  <a:pt x="18" y="7"/>
                </a:cubicBezTo>
                <a:cubicBezTo>
                  <a:pt x="19" y="7"/>
                  <a:pt x="20" y="8"/>
                  <a:pt x="21" y="9"/>
                </a:cubicBezTo>
                <a:cubicBezTo>
                  <a:pt x="21" y="9"/>
                  <a:pt x="22" y="10"/>
                  <a:pt x="22" y="11"/>
                </a:cubicBezTo>
                <a:cubicBezTo>
                  <a:pt x="22" y="11"/>
                  <a:pt x="22" y="12"/>
                  <a:pt x="22" y="13"/>
                </a:cubicBezTo>
                <a:cubicBezTo>
                  <a:pt x="21" y="14"/>
                  <a:pt x="20" y="15"/>
                  <a:pt x="18" y="18"/>
                </a:cubicBezTo>
                <a:cubicBezTo>
                  <a:pt x="15" y="21"/>
                  <a:pt x="15" y="21"/>
                  <a:pt x="15" y="21"/>
                </a:cubicBezTo>
                <a:lnTo>
                  <a:pt x="8" y="16"/>
                </a:lnTo>
                <a:close/>
                <a:moveTo>
                  <a:pt x="29" y="34"/>
                </a:moveTo>
                <a:cubicBezTo>
                  <a:pt x="19" y="25"/>
                  <a:pt x="19" y="25"/>
                  <a:pt x="19" y="25"/>
                </a:cubicBezTo>
                <a:cubicBezTo>
                  <a:pt x="19" y="24"/>
                  <a:pt x="19" y="24"/>
                  <a:pt x="19" y="24"/>
                </a:cubicBezTo>
                <a:cubicBezTo>
                  <a:pt x="20" y="23"/>
                  <a:pt x="21" y="22"/>
                  <a:pt x="22" y="22"/>
                </a:cubicBezTo>
                <a:cubicBezTo>
                  <a:pt x="23" y="21"/>
                  <a:pt x="23" y="21"/>
                  <a:pt x="24" y="21"/>
                </a:cubicBezTo>
                <a:cubicBezTo>
                  <a:pt x="25" y="21"/>
                  <a:pt x="27" y="21"/>
                  <a:pt x="30" y="22"/>
                </a:cubicBezTo>
                <a:cubicBezTo>
                  <a:pt x="39" y="23"/>
                  <a:pt x="39" y="23"/>
                  <a:pt x="39" y="23"/>
                </a:cubicBezTo>
                <a:cubicBezTo>
                  <a:pt x="44" y="17"/>
                  <a:pt x="44" y="17"/>
                  <a:pt x="44" y="17"/>
                </a:cubicBezTo>
                <a:cubicBezTo>
                  <a:pt x="37" y="16"/>
                  <a:pt x="37" y="16"/>
                  <a:pt x="37" y="16"/>
                </a:cubicBezTo>
                <a:cubicBezTo>
                  <a:pt x="34" y="15"/>
                  <a:pt x="32" y="15"/>
                  <a:pt x="30" y="15"/>
                </a:cubicBezTo>
                <a:cubicBezTo>
                  <a:pt x="29" y="15"/>
                  <a:pt x="27" y="15"/>
                  <a:pt x="26" y="16"/>
                </a:cubicBezTo>
                <a:cubicBezTo>
                  <a:pt x="27" y="13"/>
                  <a:pt x="28" y="11"/>
                  <a:pt x="28" y="9"/>
                </a:cubicBezTo>
                <a:cubicBezTo>
                  <a:pt x="28" y="7"/>
                  <a:pt x="27" y="5"/>
                  <a:pt x="25" y="3"/>
                </a:cubicBezTo>
                <a:cubicBezTo>
                  <a:pt x="23" y="2"/>
                  <a:pt x="22" y="1"/>
                  <a:pt x="20" y="1"/>
                </a:cubicBezTo>
                <a:cubicBezTo>
                  <a:pt x="18" y="0"/>
                  <a:pt x="17" y="1"/>
                  <a:pt x="15" y="1"/>
                </a:cubicBezTo>
                <a:cubicBezTo>
                  <a:pt x="14" y="2"/>
                  <a:pt x="12" y="4"/>
                  <a:pt x="9" y="6"/>
                </a:cubicBezTo>
                <a:cubicBezTo>
                  <a:pt x="0" y="17"/>
                  <a:pt x="0" y="17"/>
                  <a:pt x="0" y="17"/>
                </a:cubicBezTo>
                <a:cubicBezTo>
                  <a:pt x="24" y="39"/>
                  <a:pt x="24" y="39"/>
                  <a:pt x="24" y="39"/>
                </a:cubicBezTo>
                <a:lnTo>
                  <a:pt x="29" y="3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Freeform 46"/>
          <p:cNvSpPr/>
          <p:nvPr>
            <p:custDataLst>
              <p:tags r:id="rId43"/>
            </p:custDataLst>
          </p:nvPr>
        </p:nvSpPr>
        <p:spPr bwMode="auto">
          <a:xfrm>
            <a:off x="11386820" y="273685"/>
            <a:ext cx="20955" cy="18415"/>
          </a:xfrm>
          <a:custGeom>
            <a:avLst/>
            <a:gdLst>
              <a:gd name="T0" fmla="*/ 15 w 36"/>
              <a:gd name="T1" fmla="*/ 30 h 32"/>
              <a:gd name="T2" fmla="*/ 18 w 36"/>
              <a:gd name="T3" fmla="*/ 25 h 32"/>
              <a:gd name="T4" fmla="*/ 24 w 36"/>
              <a:gd name="T5" fmla="*/ 25 h 32"/>
              <a:gd name="T6" fmla="*/ 28 w 36"/>
              <a:gd name="T7" fmla="*/ 22 h 32"/>
              <a:gd name="T8" fmla="*/ 29 w 36"/>
              <a:gd name="T9" fmla="*/ 17 h 32"/>
              <a:gd name="T10" fmla="*/ 27 w 36"/>
              <a:gd name="T11" fmla="*/ 14 h 32"/>
              <a:gd name="T12" fmla="*/ 25 w 36"/>
              <a:gd name="T13" fmla="*/ 14 h 32"/>
              <a:gd name="T14" fmla="*/ 23 w 36"/>
              <a:gd name="T15" fmla="*/ 15 h 32"/>
              <a:gd name="T16" fmla="*/ 19 w 36"/>
              <a:gd name="T17" fmla="*/ 19 h 32"/>
              <a:gd name="T18" fmla="*/ 12 w 36"/>
              <a:gd name="T19" fmla="*/ 23 h 32"/>
              <a:gd name="T20" fmla="*/ 4 w 36"/>
              <a:gd name="T21" fmla="*/ 22 h 32"/>
              <a:gd name="T22" fmla="*/ 1 w 36"/>
              <a:gd name="T23" fmla="*/ 18 h 32"/>
              <a:gd name="T24" fmla="*/ 1 w 36"/>
              <a:gd name="T25" fmla="*/ 13 h 32"/>
              <a:gd name="T26" fmla="*/ 3 w 36"/>
              <a:gd name="T27" fmla="*/ 7 h 32"/>
              <a:gd name="T28" fmla="*/ 11 w 36"/>
              <a:gd name="T29" fmla="*/ 1 h 32"/>
              <a:gd name="T30" fmla="*/ 19 w 36"/>
              <a:gd name="T31" fmla="*/ 2 h 32"/>
              <a:gd name="T32" fmla="*/ 15 w 36"/>
              <a:gd name="T33" fmla="*/ 8 h 32"/>
              <a:gd name="T34" fmla="*/ 11 w 36"/>
              <a:gd name="T35" fmla="*/ 7 h 32"/>
              <a:gd name="T36" fmla="*/ 8 w 36"/>
              <a:gd name="T37" fmla="*/ 10 h 32"/>
              <a:gd name="T38" fmla="*/ 7 w 36"/>
              <a:gd name="T39" fmla="*/ 14 h 32"/>
              <a:gd name="T40" fmla="*/ 8 w 36"/>
              <a:gd name="T41" fmla="*/ 16 h 32"/>
              <a:gd name="T42" fmla="*/ 10 w 36"/>
              <a:gd name="T43" fmla="*/ 17 h 32"/>
              <a:gd name="T44" fmla="*/ 15 w 36"/>
              <a:gd name="T45" fmla="*/ 13 h 32"/>
              <a:gd name="T46" fmla="*/ 21 w 36"/>
              <a:gd name="T47" fmla="*/ 8 h 32"/>
              <a:gd name="T48" fmla="*/ 26 w 36"/>
              <a:gd name="T49" fmla="*/ 7 h 32"/>
              <a:gd name="T50" fmla="*/ 31 w 36"/>
              <a:gd name="T51" fmla="*/ 9 h 32"/>
              <a:gd name="T52" fmla="*/ 35 w 36"/>
              <a:gd name="T53" fmla="*/ 13 h 32"/>
              <a:gd name="T54" fmla="*/ 35 w 36"/>
              <a:gd name="T55" fmla="*/ 19 h 32"/>
              <a:gd name="T56" fmla="*/ 32 w 36"/>
              <a:gd name="T57" fmla="*/ 25 h 32"/>
              <a:gd name="T58" fmla="*/ 25 w 36"/>
              <a:gd name="T59" fmla="*/ 32 h 32"/>
              <a:gd name="T60" fmla="*/ 15 w 36"/>
              <a:gd name="T61" fmla="*/ 3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6" h="32">
                <a:moveTo>
                  <a:pt x="15" y="30"/>
                </a:moveTo>
                <a:cubicBezTo>
                  <a:pt x="18" y="25"/>
                  <a:pt x="18" y="25"/>
                  <a:pt x="18" y="25"/>
                </a:cubicBezTo>
                <a:cubicBezTo>
                  <a:pt x="20" y="26"/>
                  <a:pt x="22" y="26"/>
                  <a:pt x="24" y="25"/>
                </a:cubicBezTo>
                <a:cubicBezTo>
                  <a:pt x="25" y="25"/>
                  <a:pt x="26" y="24"/>
                  <a:pt x="28" y="22"/>
                </a:cubicBezTo>
                <a:cubicBezTo>
                  <a:pt x="29" y="20"/>
                  <a:pt x="29" y="19"/>
                  <a:pt x="29" y="17"/>
                </a:cubicBezTo>
                <a:cubicBezTo>
                  <a:pt x="29" y="16"/>
                  <a:pt x="28" y="15"/>
                  <a:pt x="27" y="14"/>
                </a:cubicBezTo>
                <a:cubicBezTo>
                  <a:pt x="27" y="14"/>
                  <a:pt x="26" y="14"/>
                  <a:pt x="25" y="14"/>
                </a:cubicBezTo>
                <a:cubicBezTo>
                  <a:pt x="25" y="14"/>
                  <a:pt x="24" y="14"/>
                  <a:pt x="23" y="15"/>
                </a:cubicBezTo>
                <a:cubicBezTo>
                  <a:pt x="22" y="15"/>
                  <a:pt x="21" y="17"/>
                  <a:pt x="19" y="19"/>
                </a:cubicBezTo>
                <a:cubicBezTo>
                  <a:pt x="16" y="21"/>
                  <a:pt x="14" y="22"/>
                  <a:pt x="12" y="23"/>
                </a:cubicBezTo>
                <a:cubicBezTo>
                  <a:pt x="9" y="24"/>
                  <a:pt x="7" y="23"/>
                  <a:pt x="4" y="22"/>
                </a:cubicBezTo>
                <a:cubicBezTo>
                  <a:pt x="3" y="21"/>
                  <a:pt x="2" y="20"/>
                  <a:pt x="1" y="18"/>
                </a:cubicBezTo>
                <a:cubicBezTo>
                  <a:pt x="1" y="16"/>
                  <a:pt x="0" y="15"/>
                  <a:pt x="1" y="13"/>
                </a:cubicBezTo>
                <a:cubicBezTo>
                  <a:pt x="1" y="11"/>
                  <a:pt x="2" y="9"/>
                  <a:pt x="3" y="7"/>
                </a:cubicBezTo>
                <a:cubicBezTo>
                  <a:pt x="6" y="3"/>
                  <a:pt x="8" y="1"/>
                  <a:pt x="11" y="1"/>
                </a:cubicBezTo>
                <a:cubicBezTo>
                  <a:pt x="14" y="0"/>
                  <a:pt x="16" y="0"/>
                  <a:pt x="19" y="2"/>
                </a:cubicBezTo>
                <a:cubicBezTo>
                  <a:pt x="15" y="8"/>
                  <a:pt x="15" y="8"/>
                  <a:pt x="15" y="8"/>
                </a:cubicBezTo>
                <a:cubicBezTo>
                  <a:pt x="14" y="7"/>
                  <a:pt x="12" y="7"/>
                  <a:pt x="11" y="7"/>
                </a:cubicBezTo>
                <a:cubicBezTo>
                  <a:pt x="10" y="7"/>
                  <a:pt x="9" y="8"/>
                  <a:pt x="8" y="10"/>
                </a:cubicBezTo>
                <a:cubicBezTo>
                  <a:pt x="7" y="11"/>
                  <a:pt x="6" y="13"/>
                  <a:pt x="7" y="14"/>
                </a:cubicBezTo>
                <a:cubicBezTo>
                  <a:pt x="7" y="15"/>
                  <a:pt x="7" y="16"/>
                  <a:pt x="8" y="16"/>
                </a:cubicBezTo>
                <a:cubicBezTo>
                  <a:pt x="8" y="17"/>
                  <a:pt x="9" y="17"/>
                  <a:pt x="10" y="17"/>
                </a:cubicBezTo>
                <a:cubicBezTo>
                  <a:pt x="11" y="16"/>
                  <a:pt x="13" y="15"/>
                  <a:pt x="15" y="13"/>
                </a:cubicBezTo>
                <a:cubicBezTo>
                  <a:pt x="18" y="10"/>
                  <a:pt x="20" y="9"/>
                  <a:pt x="21" y="8"/>
                </a:cubicBezTo>
                <a:cubicBezTo>
                  <a:pt x="23" y="7"/>
                  <a:pt x="24" y="7"/>
                  <a:pt x="26" y="7"/>
                </a:cubicBezTo>
                <a:cubicBezTo>
                  <a:pt x="28" y="7"/>
                  <a:pt x="29" y="8"/>
                  <a:pt x="31" y="9"/>
                </a:cubicBezTo>
                <a:cubicBezTo>
                  <a:pt x="33" y="10"/>
                  <a:pt x="34" y="11"/>
                  <a:pt x="35" y="13"/>
                </a:cubicBezTo>
                <a:cubicBezTo>
                  <a:pt x="35" y="15"/>
                  <a:pt x="36" y="17"/>
                  <a:pt x="35" y="19"/>
                </a:cubicBezTo>
                <a:cubicBezTo>
                  <a:pt x="35" y="21"/>
                  <a:pt x="34" y="23"/>
                  <a:pt x="32" y="25"/>
                </a:cubicBezTo>
                <a:cubicBezTo>
                  <a:pt x="30" y="29"/>
                  <a:pt x="27" y="31"/>
                  <a:pt x="25" y="32"/>
                </a:cubicBezTo>
                <a:cubicBezTo>
                  <a:pt x="22" y="32"/>
                  <a:pt x="19" y="32"/>
                  <a:pt x="15" y="3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Freeform 47"/>
          <p:cNvSpPr/>
          <p:nvPr>
            <p:custDataLst>
              <p:tags r:id="rId44"/>
            </p:custDataLst>
          </p:nvPr>
        </p:nvSpPr>
        <p:spPr bwMode="auto">
          <a:xfrm>
            <a:off x="11393805" y="264795"/>
            <a:ext cx="19050" cy="11430"/>
          </a:xfrm>
          <a:custGeom>
            <a:avLst/>
            <a:gdLst>
              <a:gd name="T0" fmla="*/ 81 w 89"/>
              <a:gd name="T1" fmla="*/ 53 h 53"/>
              <a:gd name="T2" fmla="*/ 0 w 89"/>
              <a:gd name="T3" fmla="*/ 16 h 53"/>
              <a:gd name="T4" fmla="*/ 8 w 89"/>
              <a:gd name="T5" fmla="*/ 0 h 53"/>
              <a:gd name="T6" fmla="*/ 89 w 89"/>
              <a:gd name="T7" fmla="*/ 37 h 53"/>
              <a:gd name="T8" fmla="*/ 81 w 89"/>
              <a:gd name="T9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" h="53">
                <a:moveTo>
                  <a:pt x="81" y="53"/>
                </a:moveTo>
                <a:lnTo>
                  <a:pt x="0" y="16"/>
                </a:lnTo>
                <a:lnTo>
                  <a:pt x="8" y="0"/>
                </a:lnTo>
                <a:lnTo>
                  <a:pt x="89" y="37"/>
                </a:lnTo>
                <a:lnTo>
                  <a:pt x="81" y="5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Freeform 48"/>
          <p:cNvSpPr/>
          <p:nvPr>
            <p:custDataLst>
              <p:tags r:id="rId45"/>
            </p:custDataLst>
          </p:nvPr>
        </p:nvSpPr>
        <p:spPr bwMode="auto">
          <a:xfrm>
            <a:off x="11396980" y="248920"/>
            <a:ext cx="21590" cy="15240"/>
          </a:xfrm>
          <a:custGeom>
            <a:avLst/>
            <a:gdLst>
              <a:gd name="T0" fmla="*/ 93 w 99"/>
              <a:gd name="T1" fmla="*/ 69 h 69"/>
              <a:gd name="T2" fmla="*/ 24 w 99"/>
              <a:gd name="T3" fmla="*/ 45 h 69"/>
              <a:gd name="T4" fmla="*/ 16 w 99"/>
              <a:gd name="T5" fmla="*/ 69 h 69"/>
              <a:gd name="T6" fmla="*/ 0 w 99"/>
              <a:gd name="T7" fmla="*/ 64 h 69"/>
              <a:gd name="T8" fmla="*/ 24 w 99"/>
              <a:gd name="T9" fmla="*/ 0 h 69"/>
              <a:gd name="T10" fmla="*/ 37 w 99"/>
              <a:gd name="T11" fmla="*/ 5 h 69"/>
              <a:gd name="T12" fmla="*/ 29 w 99"/>
              <a:gd name="T13" fmla="*/ 29 h 69"/>
              <a:gd name="T14" fmla="*/ 99 w 99"/>
              <a:gd name="T15" fmla="*/ 53 h 69"/>
              <a:gd name="T16" fmla="*/ 93 w 99"/>
              <a:gd name="T17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" h="69">
                <a:moveTo>
                  <a:pt x="93" y="69"/>
                </a:moveTo>
                <a:lnTo>
                  <a:pt x="24" y="45"/>
                </a:lnTo>
                <a:lnTo>
                  <a:pt x="16" y="69"/>
                </a:lnTo>
                <a:lnTo>
                  <a:pt x="0" y="64"/>
                </a:lnTo>
                <a:lnTo>
                  <a:pt x="24" y="0"/>
                </a:lnTo>
                <a:lnTo>
                  <a:pt x="37" y="5"/>
                </a:lnTo>
                <a:lnTo>
                  <a:pt x="29" y="29"/>
                </a:lnTo>
                <a:lnTo>
                  <a:pt x="99" y="53"/>
                </a:lnTo>
                <a:lnTo>
                  <a:pt x="93" y="6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Freeform 49"/>
          <p:cNvSpPr/>
          <p:nvPr>
            <p:custDataLst>
              <p:tags r:id="rId46"/>
            </p:custDataLst>
          </p:nvPr>
        </p:nvSpPr>
        <p:spPr bwMode="auto">
          <a:xfrm>
            <a:off x="11402695" y="230505"/>
            <a:ext cx="20955" cy="17780"/>
          </a:xfrm>
          <a:custGeom>
            <a:avLst/>
            <a:gdLst>
              <a:gd name="T0" fmla="*/ 91 w 97"/>
              <a:gd name="T1" fmla="*/ 65 h 81"/>
              <a:gd name="T2" fmla="*/ 57 w 97"/>
              <a:gd name="T3" fmla="*/ 59 h 81"/>
              <a:gd name="T4" fmla="*/ 0 w 97"/>
              <a:gd name="T5" fmla="*/ 81 h 81"/>
              <a:gd name="T6" fmla="*/ 3 w 97"/>
              <a:gd name="T7" fmla="*/ 59 h 81"/>
              <a:gd name="T8" fmla="*/ 41 w 97"/>
              <a:gd name="T9" fmla="*/ 46 h 81"/>
              <a:gd name="T10" fmla="*/ 11 w 97"/>
              <a:gd name="T11" fmla="*/ 19 h 81"/>
              <a:gd name="T12" fmla="*/ 14 w 97"/>
              <a:gd name="T13" fmla="*/ 0 h 81"/>
              <a:gd name="T14" fmla="*/ 59 w 97"/>
              <a:gd name="T15" fmla="*/ 41 h 81"/>
              <a:gd name="T16" fmla="*/ 97 w 97"/>
              <a:gd name="T17" fmla="*/ 49 h 81"/>
              <a:gd name="T18" fmla="*/ 91 w 97"/>
              <a:gd name="T19" fmla="*/ 65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7" h="81">
                <a:moveTo>
                  <a:pt x="91" y="65"/>
                </a:moveTo>
                <a:lnTo>
                  <a:pt x="57" y="59"/>
                </a:lnTo>
                <a:lnTo>
                  <a:pt x="0" y="81"/>
                </a:lnTo>
                <a:lnTo>
                  <a:pt x="3" y="59"/>
                </a:lnTo>
                <a:lnTo>
                  <a:pt x="41" y="46"/>
                </a:lnTo>
                <a:lnTo>
                  <a:pt x="11" y="19"/>
                </a:lnTo>
                <a:lnTo>
                  <a:pt x="14" y="0"/>
                </a:lnTo>
                <a:lnTo>
                  <a:pt x="59" y="41"/>
                </a:lnTo>
                <a:lnTo>
                  <a:pt x="97" y="49"/>
                </a:lnTo>
                <a:lnTo>
                  <a:pt x="91" y="6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Freeform 50"/>
          <p:cNvSpPr>
            <a:spLocks noEditPoints="1"/>
          </p:cNvSpPr>
          <p:nvPr>
            <p:custDataLst>
              <p:tags r:id="rId47"/>
            </p:custDataLst>
          </p:nvPr>
        </p:nvSpPr>
        <p:spPr bwMode="auto">
          <a:xfrm>
            <a:off x="11192510" y="113030"/>
            <a:ext cx="203200" cy="203835"/>
          </a:xfrm>
          <a:custGeom>
            <a:avLst/>
            <a:gdLst>
              <a:gd name="T0" fmla="*/ 175 w 350"/>
              <a:gd name="T1" fmla="*/ 0 h 350"/>
              <a:gd name="T2" fmla="*/ 0 w 350"/>
              <a:gd name="T3" fmla="*/ 175 h 350"/>
              <a:gd name="T4" fmla="*/ 175 w 350"/>
              <a:gd name="T5" fmla="*/ 350 h 350"/>
              <a:gd name="T6" fmla="*/ 350 w 350"/>
              <a:gd name="T7" fmla="*/ 175 h 350"/>
              <a:gd name="T8" fmla="*/ 175 w 350"/>
              <a:gd name="T9" fmla="*/ 0 h 350"/>
              <a:gd name="T10" fmla="*/ 175 w 350"/>
              <a:gd name="T11" fmla="*/ 7 h 350"/>
              <a:gd name="T12" fmla="*/ 343 w 350"/>
              <a:gd name="T13" fmla="*/ 175 h 350"/>
              <a:gd name="T14" fmla="*/ 325 w 350"/>
              <a:gd name="T15" fmla="*/ 250 h 350"/>
              <a:gd name="T16" fmla="*/ 25 w 350"/>
              <a:gd name="T17" fmla="*/ 250 h 350"/>
              <a:gd name="T18" fmla="*/ 25 w 350"/>
              <a:gd name="T19" fmla="*/ 250 h 350"/>
              <a:gd name="T20" fmla="*/ 7 w 350"/>
              <a:gd name="T21" fmla="*/ 175 h 350"/>
              <a:gd name="T22" fmla="*/ 175 w 350"/>
              <a:gd name="T23" fmla="*/ 7 h 350"/>
              <a:gd name="T24" fmla="*/ 175 w 350"/>
              <a:gd name="T25" fmla="*/ 343 h 350"/>
              <a:gd name="T26" fmla="*/ 29 w 350"/>
              <a:gd name="T27" fmla="*/ 259 h 350"/>
              <a:gd name="T28" fmla="*/ 321 w 350"/>
              <a:gd name="T29" fmla="*/ 259 h 350"/>
              <a:gd name="T30" fmla="*/ 175 w 350"/>
              <a:gd name="T31" fmla="*/ 343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50" h="350">
                <a:moveTo>
                  <a:pt x="175" y="0"/>
                </a:moveTo>
                <a:cubicBezTo>
                  <a:pt x="78" y="0"/>
                  <a:pt x="0" y="78"/>
                  <a:pt x="0" y="175"/>
                </a:cubicBezTo>
                <a:cubicBezTo>
                  <a:pt x="0" y="271"/>
                  <a:pt x="78" y="350"/>
                  <a:pt x="175" y="350"/>
                </a:cubicBezTo>
                <a:cubicBezTo>
                  <a:pt x="272" y="350"/>
                  <a:pt x="350" y="271"/>
                  <a:pt x="350" y="175"/>
                </a:cubicBezTo>
                <a:cubicBezTo>
                  <a:pt x="350" y="78"/>
                  <a:pt x="272" y="0"/>
                  <a:pt x="175" y="0"/>
                </a:cubicBezTo>
                <a:close/>
                <a:moveTo>
                  <a:pt x="175" y="7"/>
                </a:moveTo>
                <a:cubicBezTo>
                  <a:pt x="268" y="7"/>
                  <a:pt x="343" y="82"/>
                  <a:pt x="343" y="175"/>
                </a:cubicBezTo>
                <a:cubicBezTo>
                  <a:pt x="343" y="202"/>
                  <a:pt x="337" y="228"/>
                  <a:pt x="3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13" y="228"/>
                  <a:pt x="7" y="202"/>
                  <a:pt x="7" y="175"/>
                </a:cubicBezTo>
                <a:cubicBezTo>
                  <a:pt x="7" y="82"/>
                  <a:pt x="82" y="7"/>
                  <a:pt x="175" y="7"/>
                </a:cubicBezTo>
                <a:close/>
                <a:moveTo>
                  <a:pt x="175" y="343"/>
                </a:moveTo>
                <a:cubicBezTo>
                  <a:pt x="113" y="343"/>
                  <a:pt x="58" y="309"/>
                  <a:pt x="29" y="259"/>
                </a:cubicBezTo>
                <a:cubicBezTo>
                  <a:pt x="321" y="259"/>
                  <a:pt x="321" y="259"/>
                  <a:pt x="321" y="259"/>
                </a:cubicBezTo>
                <a:cubicBezTo>
                  <a:pt x="292" y="309"/>
                  <a:pt x="237" y="343"/>
                  <a:pt x="175" y="34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6" name="Freeform 51"/>
          <p:cNvSpPr>
            <a:spLocks noEditPoints="1"/>
          </p:cNvSpPr>
          <p:nvPr>
            <p:custDataLst>
              <p:tags r:id="rId48"/>
            </p:custDataLst>
          </p:nvPr>
        </p:nvSpPr>
        <p:spPr bwMode="auto">
          <a:xfrm>
            <a:off x="11205845" y="125730"/>
            <a:ext cx="176530" cy="132080"/>
          </a:xfrm>
          <a:custGeom>
            <a:avLst/>
            <a:gdLst>
              <a:gd name="T0" fmla="*/ 256 w 304"/>
              <a:gd name="T1" fmla="*/ 187 h 227"/>
              <a:gd name="T2" fmla="*/ 171 w 304"/>
              <a:gd name="T3" fmla="*/ 200 h 227"/>
              <a:gd name="T4" fmla="*/ 203 w 304"/>
              <a:gd name="T5" fmla="*/ 152 h 227"/>
              <a:gd name="T6" fmla="*/ 232 w 304"/>
              <a:gd name="T7" fmla="*/ 167 h 227"/>
              <a:gd name="T8" fmla="*/ 252 w 304"/>
              <a:gd name="T9" fmla="*/ 152 h 227"/>
              <a:gd name="T10" fmla="*/ 281 w 304"/>
              <a:gd name="T11" fmla="*/ 167 h 227"/>
              <a:gd name="T12" fmla="*/ 294 w 304"/>
              <a:gd name="T13" fmla="*/ 152 h 227"/>
              <a:gd name="T14" fmla="*/ 263 w 304"/>
              <a:gd name="T15" fmla="*/ 131 h 227"/>
              <a:gd name="T16" fmla="*/ 194 w 304"/>
              <a:gd name="T17" fmla="*/ 86 h 227"/>
              <a:gd name="T18" fmla="*/ 110 w 304"/>
              <a:gd name="T19" fmla="*/ 86 h 227"/>
              <a:gd name="T20" fmla="*/ 49 w 304"/>
              <a:gd name="T21" fmla="*/ 116 h 227"/>
              <a:gd name="T22" fmla="*/ 10 w 304"/>
              <a:gd name="T23" fmla="*/ 137 h 227"/>
              <a:gd name="T24" fmla="*/ 26 w 304"/>
              <a:gd name="T25" fmla="*/ 163 h 227"/>
              <a:gd name="T26" fmla="*/ 60 w 304"/>
              <a:gd name="T27" fmla="*/ 136 h 227"/>
              <a:gd name="T28" fmla="*/ 75 w 304"/>
              <a:gd name="T29" fmla="*/ 163 h 227"/>
              <a:gd name="T30" fmla="*/ 109 w 304"/>
              <a:gd name="T31" fmla="*/ 135 h 227"/>
              <a:gd name="T32" fmla="*/ 131 w 304"/>
              <a:gd name="T33" fmla="*/ 151 h 227"/>
              <a:gd name="T34" fmla="*/ 134 w 304"/>
              <a:gd name="T35" fmla="*/ 200 h 227"/>
              <a:gd name="T36" fmla="*/ 48 w 304"/>
              <a:gd name="T37" fmla="*/ 187 h 227"/>
              <a:gd name="T38" fmla="*/ 0 w 304"/>
              <a:gd name="T39" fmla="*/ 204 h 227"/>
              <a:gd name="T40" fmla="*/ 106 w 304"/>
              <a:gd name="T41" fmla="*/ 206 h 227"/>
              <a:gd name="T42" fmla="*/ 199 w 304"/>
              <a:gd name="T43" fmla="*/ 206 h 227"/>
              <a:gd name="T44" fmla="*/ 304 w 304"/>
              <a:gd name="T45" fmla="*/ 204 h 227"/>
              <a:gd name="T46" fmla="*/ 220 w 304"/>
              <a:gd name="T47" fmla="*/ 86 h 227"/>
              <a:gd name="T48" fmla="*/ 216 w 304"/>
              <a:gd name="T49" fmla="*/ 133 h 227"/>
              <a:gd name="T50" fmla="*/ 220 w 304"/>
              <a:gd name="T51" fmla="*/ 86 h 227"/>
              <a:gd name="T52" fmla="*/ 71 w 304"/>
              <a:gd name="T53" fmla="*/ 115 h 227"/>
              <a:gd name="T54" fmla="*/ 101 w 304"/>
              <a:gd name="T55" fmla="*/ 104 h 227"/>
              <a:gd name="T56" fmla="*/ 160 w 304"/>
              <a:gd name="T57" fmla="*/ 118 h 227"/>
              <a:gd name="T58" fmla="*/ 147 w 304"/>
              <a:gd name="T59" fmla="*/ 92 h 227"/>
              <a:gd name="T60" fmla="*/ 117 w 304"/>
              <a:gd name="T61" fmla="*/ 117 h 227"/>
              <a:gd name="T62" fmla="*/ 194 w 304"/>
              <a:gd name="T63" fmla="*/ 134 h 227"/>
              <a:gd name="T64" fmla="*/ 175 w 304"/>
              <a:gd name="T65" fmla="*/ 118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04" h="227">
                <a:moveTo>
                  <a:pt x="299" y="190"/>
                </a:moveTo>
                <a:cubicBezTo>
                  <a:pt x="275" y="209"/>
                  <a:pt x="256" y="187"/>
                  <a:pt x="256" y="187"/>
                </a:cubicBezTo>
                <a:cubicBezTo>
                  <a:pt x="225" y="217"/>
                  <a:pt x="199" y="189"/>
                  <a:pt x="199" y="189"/>
                </a:cubicBezTo>
                <a:cubicBezTo>
                  <a:pt x="180" y="203"/>
                  <a:pt x="171" y="200"/>
                  <a:pt x="171" y="200"/>
                </a:cubicBezTo>
                <a:cubicBezTo>
                  <a:pt x="165" y="152"/>
                  <a:pt x="165" y="152"/>
                  <a:pt x="165" y="152"/>
                </a:cubicBezTo>
                <a:cubicBezTo>
                  <a:pt x="203" y="152"/>
                  <a:pt x="203" y="152"/>
                  <a:pt x="203" y="152"/>
                </a:cubicBezTo>
                <a:cubicBezTo>
                  <a:pt x="210" y="167"/>
                  <a:pt x="210" y="167"/>
                  <a:pt x="210" y="167"/>
                </a:cubicBezTo>
                <a:cubicBezTo>
                  <a:pt x="232" y="167"/>
                  <a:pt x="232" y="167"/>
                  <a:pt x="232" y="167"/>
                </a:cubicBezTo>
                <a:cubicBezTo>
                  <a:pt x="225" y="152"/>
                  <a:pt x="225" y="152"/>
                  <a:pt x="225" y="152"/>
                </a:cubicBezTo>
                <a:cubicBezTo>
                  <a:pt x="252" y="152"/>
                  <a:pt x="252" y="152"/>
                  <a:pt x="252" y="152"/>
                </a:cubicBezTo>
                <a:cubicBezTo>
                  <a:pt x="258" y="168"/>
                  <a:pt x="258" y="168"/>
                  <a:pt x="258" y="168"/>
                </a:cubicBezTo>
                <a:cubicBezTo>
                  <a:pt x="281" y="167"/>
                  <a:pt x="281" y="167"/>
                  <a:pt x="281" y="167"/>
                </a:cubicBezTo>
                <a:cubicBezTo>
                  <a:pt x="275" y="152"/>
                  <a:pt x="275" y="152"/>
                  <a:pt x="275" y="152"/>
                </a:cubicBezTo>
                <a:cubicBezTo>
                  <a:pt x="294" y="152"/>
                  <a:pt x="294" y="152"/>
                  <a:pt x="294" y="152"/>
                </a:cubicBezTo>
                <a:cubicBezTo>
                  <a:pt x="294" y="130"/>
                  <a:pt x="294" y="130"/>
                  <a:pt x="294" y="130"/>
                </a:cubicBezTo>
                <a:cubicBezTo>
                  <a:pt x="263" y="131"/>
                  <a:pt x="263" y="131"/>
                  <a:pt x="263" y="131"/>
                </a:cubicBezTo>
                <a:cubicBezTo>
                  <a:pt x="225" y="54"/>
                  <a:pt x="225" y="54"/>
                  <a:pt x="225" y="54"/>
                </a:cubicBezTo>
                <a:cubicBezTo>
                  <a:pt x="194" y="86"/>
                  <a:pt x="194" y="86"/>
                  <a:pt x="194" y="86"/>
                </a:cubicBezTo>
                <a:cubicBezTo>
                  <a:pt x="152" y="0"/>
                  <a:pt x="152" y="0"/>
                  <a:pt x="152" y="0"/>
                </a:cubicBezTo>
                <a:cubicBezTo>
                  <a:pt x="110" y="86"/>
                  <a:pt x="110" y="86"/>
                  <a:pt x="110" y="86"/>
                </a:cubicBezTo>
                <a:cubicBezTo>
                  <a:pt x="80" y="54"/>
                  <a:pt x="80" y="54"/>
                  <a:pt x="80" y="54"/>
                </a:cubicBezTo>
                <a:cubicBezTo>
                  <a:pt x="49" y="116"/>
                  <a:pt x="49" y="116"/>
                  <a:pt x="49" y="116"/>
                </a:cubicBezTo>
                <a:cubicBezTo>
                  <a:pt x="10" y="114"/>
                  <a:pt x="10" y="114"/>
                  <a:pt x="10" y="114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39" y="136"/>
                  <a:pt x="39" y="136"/>
                  <a:pt x="39" y="136"/>
                </a:cubicBezTo>
                <a:cubicBezTo>
                  <a:pt x="26" y="163"/>
                  <a:pt x="26" y="163"/>
                  <a:pt x="26" y="16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60" y="136"/>
                  <a:pt x="60" y="136"/>
                  <a:pt x="60" y="136"/>
                </a:cubicBezTo>
                <a:cubicBezTo>
                  <a:pt x="87" y="135"/>
                  <a:pt x="87" y="135"/>
                  <a:pt x="87" y="135"/>
                </a:cubicBezTo>
                <a:cubicBezTo>
                  <a:pt x="75" y="163"/>
                  <a:pt x="75" y="163"/>
                  <a:pt x="75" y="163"/>
                </a:cubicBezTo>
                <a:cubicBezTo>
                  <a:pt x="96" y="163"/>
                  <a:pt x="96" y="163"/>
                  <a:pt x="96" y="163"/>
                </a:cubicBezTo>
                <a:cubicBezTo>
                  <a:pt x="109" y="135"/>
                  <a:pt x="109" y="135"/>
                  <a:pt x="109" y="135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31" y="151"/>
                  <a:pt x="131" y="151"/>
                  <a:pt x="131" y="151"/>
                </a:cubicBezTo>
                <a:cubicBezTo>
                  <a:pt x="140" y="152"/>
                  <a:pt x="140" y="152"/>
                  <a:pt x="140" y="152"/>
                </a:cubicBezTo>
                <a:cubicBezTo>
                  <a:pt x="134" y="200"/>
                  <a:pt x="134" y="200"/>
                  <a:pt x="134" y="200"/>
                </a:cubicBezTo>
                <a:cubicBezTo>
                  <a:pt x="123" y="202"/>
                  <a:pt x="106" y="188"/>
                  <a:pt x="106" y="188"/>
                </a:cubicBezTo>
                <a:cubicBezTo>
                  <a:pt x="75" y="217"/>
                  <a:pt x="48" y="187"/>
                  <a:pt x="48" y="187"/>
                </a:cubicBezTo>
                <a:cubicBezTo>
                  <a:pt x="28" y="209"/>
                  <a:pt x="5" y="191"/>
                  <a:pt x="5" y="191"/>
                </a:cubicBezTo>
                <a:cubicBezTo>
                  <a:pt x="0" y="204"/>
                  <a:pt x="0" y="204"/>
                  <a:pt x="0" y="204"/>
                </a:cubicBezTo>
                <a:cubicBezTo>
                  <a:pt x="25" y="220"/>
                  <a:pt x="48" y="205"/>
                  <a:pt x="48" y="205"/>
                </a:cubicBezTo>
                <a:cubicBezTo>
                  <a:pt x="81" y="226"/>
                  <a:pt x="106" y="206"/>
                  <a:pt x="106" y="206"/>
                </a:cubicBezTo>
                <a:cubicBezTo>
                  <a:pt x="138" y="227"/>
                  <a:pt x="152" y="207"/>
                  <a:pt x="152" y="207"/>
                </a:cubicBezTo>
                <a:cubicBezTo>
                  <a:pt x="173" y="226"/>
                  <a:pt x="199" y="206"/>
                  <a:pt x="199" y="206"/>
                </a:cubicBezTo>
                <a:cubicBezTo>
                  <a:pt x="225" y="226"/>
                  <a:pt x="255" y="205"/>
                  <a:pt x="255" y="205"/>
                </a:cubicBezTo>
                <a:cubicBezTo>
                  <a:pt x="281" y="221"/>
                  <a:pt x="304" y="204"/>
                  <a:pt x="304" y="204"/>
                </a:cubicBezTo>
                <a:lnTo>
                  <a:pt x="299" y="190"/>
                </a:lnTo>
                <a:close/>
                <a:moveTo>
                  <a:pt x="220" y="86"/>
                </a:moveTo>
                <a:cubicBezTo>
                  <a:pt x="242" y="132"/>
                  <a:pt x="242" y="132"/>
                  <a:pt x="242" y="132"/>
                </a:cubicBezTo>
                <a:cubicBezTo>
                  <a:pt x="216" y="133"/>
                  <a:pt x="216" y="133"/>
                  <a:pt x="216" y="133"/>
                </a:cubicBezTo>
                <a:cubicBezTo>
                  <a:pt x="203" y="104"/>
                  <a:pt x="203" y="104"/>
                  <a:pt x="203" y="104"/>
                </a:cubicBezTo>
                <a:lnTo>
                  <a:pt x="220" y="86"/>
                </a:lnTo>
                <a:close/>
                <a:moveTo>
                  <a:pt x="96" y="116"/>
                </a:moveTo>
                <a:cubicBezTo>
                  <a:pt x="71" y="115"/>
                  <a:pt x="71" y="115"/>
                  <a:pt x="71" y="115"/>
                </a:cubicBezTo>
                <a:cubicBezTo>
                  <a:pt x="85" y="87"/>
                  <a:pt x="85" y="87"/>
                  <a:pt x="85" y="87"/>
                </a:cubicBezTo>
                <a:cubicBezTo>
                  <a:pt x="101" y="104"/>
                  <a:pt x="101" y="104"/>
                  <a:pt x="101" y="104"/>
                </a:cubicBezTo>
                <a:lnTo>
                  <a:pt x="96" y="116"/>
                </a:lnTo>
                <a:close/>
                <a:moveTo>
                  <a:pt x="160" y="118"/>
                </a:moveTo>
                <a:cubicBezTo>
                  <a:pt x="157" y="92"/>
                  <a:pt x="157" y="92"/>
                  <a:pt x="157" y="92"/>
                </a:cubicBezTo>
                <a:cubicBezTo>
                  <a:pt x="147" y="92"/>
                  <a:pt x="147" y="92"/>
                  <a:pt x="147" y="92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17" y="117"/>
                  <a:pt x="117" y="117"/>
                  <a:pt x="117" y="117"/>
                </a:cubicBezTo>
                <a:cubicBezTo>
                  <a:pt x="152" y="42"/>
                  <a:pt x="152" y="42"/>
                  <a:pt x="152" y="42"/>
                </a:cubicBezTo>
                <a:cubicBezTo>
                  <a:pt x="194" y="134"/>
                  <a:pt x="194" y="134"/>
                  <a:pt x="194" y="134"/>
                </a:cubicBezTo>
                <a:cubicBezTo>
                  <a:pt x="162" y="135"/>
                  <a:pt x="162" y="135"/>
                  <a:pt x="162" y="135"/>
                </a:cubicBezTo>
                <a:cubicBezTo>
                  <a:pt x="175" y="118"/>
                  <a:pt x="175" y="118"/>
                  <a:pt x="175" y="118"/>
                </a:cubicBezTo>
                <a:lnTo>
                  <a:pt x="160" y="1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7" name="Freeform 52"/>
          <p:cNvSpPr/>
          <p:nvPr>
            <p:custDataLst>
              <p:tags r:id="rId49"/>
            </p:custDataLst>
          </p:nvPr>
        </p:nvSpPr>
        <p:spPr bwMode="auto">
          <a:xfrm>
            <a:off x="11171555" y="154940"/>
            <a:ext cx="10160" cy="12700"/>
          </a:xfrm>
          <a:custGeom>
            <a:avLst/>
            <a:gdLst>
              <a:gd name="T0" fmla="*/ 15 w 18"/>
              <a:gd name="T1" fmla="*/ 21 h 22"/>
              <a:gd name="T2" fmla="*/ 17 w 18"/>
              <a:gd name="T3" fmla="*/ 20 h 22"/>
              <a:gd name="T4" fmla="*/ 16 w 18"/>
              <a:gd name="T5" fmla="*/ 14 h 22"/>
              <a:gd name="T6" fmla="*/ 9 w 18"/>
              <a:gd name="T7" fmla="*/ 2 h 22"/>
              <a:gd name="T8" fmla="*/ 1 w 18"/>
              <a:gd name="T9" fmla="*/ 0 h 22"/>
              <a:gd name="T10" fmla="*/ 0 w 18"/>
              <a:gd name="T11" fmla="*/ 2 h 22"/>
              <a:gd name="T12" fmla="*/ 6 w 18"/>
              <a:gd name="T13" fmla="*/ 7 h 22"/>
              <a:gd name="T14" fmla="*/ 13 w 18"/>
              <a:gd name="T15" fmla="*/ 16 h 22"/>
              <a:gd name="T16" fmla="*/ 15 w 18"/>
              <a:gd name="T17" fmla="*/ 21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" h="22">
                <a:moveTo>
                  <a:pt x="15" y="21"/>
                </a:moveTo>
                <a:cubicBezTo>
                  <a:pt x="15" y="21"/>
                  <a:pt x="17" y="22"/>
                  <a:pt x="17" y="20"/>
                </a:cubicBezTo>
                <a:cubicBezTo>
                  <a:pt x="17" y="20"/>
                  <a:pt x="18" y="16"/>
                  <a:pt x="16" y="14"/>
                </a:cubicBezTo>
                <a:cubicBezTo>
                  <a:pt x="16" y="14"/>
                  <a:pt x="10" y="6"/>
                  <a:pt x="9" y="2"/>
                </a:cubicBezTo>
                <a:cubicBezTo>
                  <a:pt x="9" y="2"/>
                  <a:pt x="8" y="0"/>
                  <a:pt x="1" y="0"/>
                </a:cubicBezTo>
                <a:cubicBezTo>
                  <a:pt x="1" y="0"/>
                  <a:pt x="0" y="2"/>
                  <a:pt x="0" y="2"/>
                </a:cubicBezTo>
                <a:cubicBezTo>
                  <a:pt x="1" y="3"/>
                  <a:pt x="4" y="2"/>
                  <a:pt x="6" y="7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6" y="19"/>
                  <a:pt x="15" y="2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8" name="Freeform 53"/>
          <p:cNvSpPr/>
          <p:nvPr>
            <p:custDataLst>
              <p:tags r:id="rId50"/>
            </p:custDataLst>
          </p:nvPr>
        </p:nvSpPr>
        <p:spPr bwMode="auto">
          <a:xfrm>
            <a:off x="11187430" y="159385"/>
            <a:ext cx="7620" cy="10160"/>
          </a:xfrm>
          <a:custGeom>
            <a:avLst/>
            <a:gdLst>
              <a:gd name="T0" fmla="*/ 11 w 13"/>
              <a:gd name="T1" fmla="*/ 1 h 18"/>
              <a:gd name="T2" fmla="*/ 3 w 13"/>
              <a:gd name="T3" fmla="*/ 0 h 18"/>
              <a:gd name="T4" fmla="*/ 3 w 13"/>
              <a:gd name="T5" fmla="*/ 3 h 18"/>
              <a:gd name="T6" fmla="*/ 5 w 13"/>
              <a:gd name="T7" fmla="*/ 16 h 18"/>
              <a:gd name="T8" fmla="*/ 8 w 13"/>
              <a:gd name="T9" fmla="*/ 15 h 18"/>
              <a:gd name="T10" fmla="*/ 12 w 13"/>
              <a:gd name="T11" fmla="*/ 4 h 18"/>
              <a:gd name="T12" fmla="*/ 11 w 13"/>
              <a:gd name="T13" fmla="*/ 1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18">
                <a:moveTo>
                  <a:pt x="11" y="1"/>
                </a:move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1"/>
                  <a:pt x="3" y="3"/>
                </a:cubicBezTo>
                <a:cubicBezTo>
                  <a:pt x="3" y="3"/>
                  <a:pt x="7" y="11"/>
                  <a:pt x="5" y="16"/>
                </a:cubicBezTo>
                <a:cubicBezTo>
                  <a:pt x="5" y="16"/>
                  <a:pt x="7" y="18"/>
                  <a:pt x="8" y="15"/>
                </a:cubicBezTo>
                <a:cubicBezTo>
                  <a:pt x="8" y="15"/>
                  <a:pt x="10" y="6"/>
                  <a:pt x="12" y="4"/>
                </a:cubicBezTo>
                <a:cubicBezTo>
                  <a:pt x="12" y="4"/>
                  <a:pt x="13" y="2"/>
                  <a:pt x="11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9" name="Freeform 54"/>
          <p:cNvSpPr/>
          <p:nvPr>
            <p:custDataLst>
              <p:tags r:id="rId51"/>
            </p:custDataLst>
          </p:nvPr>
        </p:nvSpPr>
        <p:spPr bwMode="auto">
          <a:xfrm>
            <a:off x="11176000" y="165100"/>
            <a:ext cx="10795" cy="21590"/>
          </a:xfrm>
          <a:custGeom>
            <a:avLst/>
            <a:gdLst>
              <a:gd name="T0" fmla="*/ 17 w 19"/>
              <a:gd name="T1" fmla="*/ 2 h 37"/>
              <a:gd name="T2" fmla="*/ 15 w 19"/>
              <a:gd name="T3" fmla="*/ 2 h 37"/>
              <a:gd name="T4" fmla="*/ 13 w 19"/>
              <a:gd name="T5" fmla="*/ 13 h 37"/>
              <a:gd name="T6" fmla="*/ 12 w 19"/>
              <a:gd name="T7" fmla="*/ 23 h 37"/>
              <a:gd name="T8" fmla="*/ 11 w 19"/>
              <a:gd name="T9" fmla="*/ 29 h 37"/>
              <a:gd name="T10" fmla="*/ 10 w 19"/>
              <a:gd name="T11" fmla="*/ 29 h 37"/>
              <a:gd name="T12" fmla="*/ 1 w 19"/>
              <a:gd name="T13" fmla="*/ 20 h 37"/>
              <a:gd name="T14" fmla="*/ 1 w 19"/>
              <a:gd name="T15" fmla="*/ 22 h 37"/>
              <a:gd name="T16" fmla="*/ 7 w 19"/>
              <a:gd name="T17" fmla="*/ 36 h 37"/>
              <a:gd name="T18" fmla="*/ 14 w 19"/>
              <a:gd name="T19" fmla="*/ 37 h 37"/>
              <a:gd name="T20" fmla="*/ 19 w 19"/>
              <a:gd name="T21" fmla="*/ 23 h 37"/>
              <a:gd name="T22" fmla="*/ 19 w 19"/>
              <a:gd name="T23" fmla="*/ 14 h 37"/>
              <a:gd name="T24" fmla="*/ 17 w 19"/>
              <a:gd name="T25" fmla="*/ 2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" h="37">
                <a:moveTo>
                  <a:pt x="17" y="2"/>
                </a:moveTo>
                <a:cubicBezTo>
                  <a:pt x="17" y="2"/>
                  <a:pt x="16" y="0"/>
                  <a:pt x="15" y="2"/>
                </a:cubicBezTo>
                <a:cubicBezTo>
                  <a:pt x="15" y="2"/>
                  <a:pt x="15" y="10"/>
                  <a:pt x="13" y="13"/>
                </a:cubicBezTo>
                <a:cubicBezTo>
                  <a:pt x="13" y="13"/>
                  <a:pt x="13" y="21"/>
                  <a:pt x="12" y="23"/>
                </a:cubicBezTo>
                <a:cubicBezTo>
                  <a:pt x="12" y="23"/>
                  <a:pt x="11" y="28"/>
                  <a:pt x="11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6" y="17"/>
                  <a:pt x="1" y="20"/>
                </a:cubicBezTo>
                <a:cubicBezTo>
                  <a:pt x="1" y="20"/>
                  <a:pt x="0" y="21"/>
                  <a:pt x="1" y="22"/>
                </a:cubicBezTo>
                <a:cubicBezTo>
                  <a:pt x="1" y="22"/>
                  <a:pt x="7" y="33"/>
                  <a:pt x="7" y="36"/>
                </a:cubicBezTo>
                <a:cubicBezTo>
                  <a:pt x="7" y="36"/>
                  <a:pt x="11" y="37"/>
                  <a:pt x="14" y="37"/>
                </a:cubicBezTo>
                <a:cubicBezTo>
                  <a:pt x="14" y="37"/>
                  <a:pt x="18" y="27"/>
                  <a:pt x="19" y="23"/>
                </a:cubicBezTo>
                <a:cubicBezTo>
                  <a:pt x="19" y="23"/>
                  <a:pt x="19" y="16"/>
                  <a:pt x="19" y="14"/>
                </a:cubicBezTo>
                <a:cubicBezTo>
                  <a:pt x="19" y="14"/>
                  <a:pt x="18" y="6"/>
                  <a:pt x="17" y="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0" name="Freeform 55"/>
          <p:cNvSpPr/>
          <p:nvPr>
            <p:custDataLst>
              <p:tags r:id="rId52"/>
            </p:custDataLst>
          </p:nvPr>
        </p:nvSpPr>
        <p:spPr bwMode="auto">
          <a:xfrm>
            <a:off x="11317605" y="94615"/>
            <a:ext cx="36195" cy="17780"/>
          </a:xfrm>
          <a:custGeom>
            <a:avLst/>
            <a:gdLst>
              <a:gd name="T0" fmla="*/ 62 w 62"/>
              <a:gd name="T1" fmla="*/ 10 h 30"/>
              <a:gd name="T2" fmla="*/ 59 w 62"/>
              <a:gd name="T3" fmla="*/ 10 h 30"/>
              <a:gd name="T4" fmla="*/ 54 w 62"/>
              <a:gd name="T5" fmla="*/ 9 h 30"/>
              <a:gd name="T6" fmla="*/ 53 w 62"/>
              <a:gd name="T7" fmla="*/ 2 h 30"/>
              <a:gd name="T8" fmla="*/ 51 w 62"/>
              <a:gd name="T9" fmla="*/ 1 h 30"/>
              <a:gd name="T10" fmla="*/ 48 w 62"/>
              <a:gd name="T11" fmla="*/ 6 h 30"/>
              <a:gd name="T12" fmla="*/ 47 w 62"/>
              <a:gd name="T13" fmla="*/ 8 h 30"/>
              <a:gd name="T14" fmla="*/ 36 w 62"/>
              <a:gd name="T15" fmla="*/ 9 h 30"/>
              <a:gd name="T16" fmla="*/ 39 w 62"/>
              <a:gd name="T17" fmla="*/ 4 h 30"/>
              <a:gd name="T18" fmla="*/ 37 w 62"/>
              <a:gd name="T19" fmla="*/ 3 h 30"/>
              <a:gd name="T20" fmla="*/ 31 w 62"/>
              <a:gd name="T21" fmla="*/ 11 h 30"/>
              <a:gd name="T22" fmla="*/ 36 w 62"/>
              <a:gd name="T23" fmla="*/ 16 h 30"/>
              <a:gd name="T24" fmla="*/ 28 w 62"/>
              <a:gd name="T25" fmla="*/ 20 h 30"/>
              <a:gd name="T26" fmla="*/ 4 w 62"/>
              <a:gd name="T27" fmla="*/ 26 h 30"/>
              <a:gd name="T28" fmla="*/ 5 w 62"/>
              <a:gd name="T29" fmla="*/ 29 h 30"/>
              <a:gd name="T30" fmla="*/ 25 w 62"/>
              <a:gd name="T31" fmla="*/ 26 h 30"/>
              <a:gd name="T32" fmla="*/ 52 w 62"/>
              <a:gd name="T33" fmla="*/ 14 h 30"/>
              <a:gd name="T34" fmla="*/ 62 w 62"/>
              <a:gd name="T35" fmla="*/ 14 h 30"/>
              <a:gd name="T36" fmla="*/ 62 w 62"/>
              <a:gd name="T37" fmla="*/ 1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2" h="30">
                <a:moveTo>
                  <a:pt x="62" y="10"/>
                </a:moveTo>
                <a:cubicBezTo>
                  <a:pt x="61" y="9"/>
                  <a:pt x="59" y="10"/>
                  <a:pt x="59" y="10"/>
                </a:cubicBezTo>
                <a:cubicBezTo>
                  <a:pt x="54" y="9"/>
                  <a:pt x="54" y="9"/>
                  <a:pt x="54" y="9"/>
                </a:cubicBezTo>
                <a:cubicBezTo>
                  <a:pt x="56" y="8"/>
                  <a:pt x="53" y="2"/>
                  <a:pt x="53" y="2"/>
                </a:cubicBezTo>
                <a:cubicBezTo>
                  <a:pt x="52" y="0"/>
                  <a:pt x="51" y="1"/>
                  <a:pt x="51" y="1"/>
                </a:cubicBezTo>
                <a:cubicBezTo>
                  <a:pt x="49" y="2"/>
                  <a:pt x="48" y="6"/>
                  <a:pt x="48" y="6"/>
                </a:cubicBezTo>
                <a:cubicBezTo>
                  <a:pt x="47" y="8"/>
                  <a:pt x="47" y="8"/>
                  <a:pt x="47" y="8"/>
                </a:cubicBezTo>
                <a:cubicBezTo>
                  <a:pt x="36" y="9"/>
                  <a:pt x="36" y="9"/>
                  <a:pt x="36" y="9"/>
                </a:cubicBezTo>
                <a:cubicBezTo>
                  <a:pt x="35" y="6"/>
                  <a:pt x="39" y="4"/>
                  <a:pt x="39" y="4"/>
                </a:cubicBezTo>
                <a:cubicBezTo>
                  <a:pt x="41" y="2"/>
                  <a:pt x="37" y="3"/>
                  <a:pt x="37" y="3"/>
                </a:cubicBezTo>
                <a:cubicBezTo>
                  <a:pt x="32" y="6"/>
                  <a:pt x="31" y="11"/>
                  <a:pt x="31" y="11"/>
                </a:cubicBezTo>
                <a:cubicBezTo>
                  <a:pt x="31" y="16"/>
                  <a:pt x="35" y="16"/>
                  <a:pt x="36" y="16"/>
                </a:cubicBezTo>
                <a:cubicBezTo>
                  <a:pt x="35" y="16"/>
                  <a:pt x="28" y="20"/>
                  <a:pt x="28" y="20"/>
                </a:cubicBezTo>
                <a:cubicBezTo>
                  <a:pt x="18" y="26"/>
                  <a:pt x="4" y="26"/>
                  <a:pt x="4" y="26"/>
                </a:cubicBezTo>
                <a:cubicBezTo>
                  <a:pt x="0" y="28"/>
                  <a:pt x="5" y="29"/>
                  <a:pt x="5" y="29"/>
                </a:cubicBezTo>
                <a:cubicBezTo>
                  <a:pt x="9" y="30"/>
                  <a:pt x="25" y="26"/>
                  <a:pt x="25" y="26"/>
                </a:cubicBezTo>
                <a:cubicBezTo>
                  <a:pt x="49" y="21"/>
                  <a:pt x="52" y="14"/>
                  <a:pt x="52" y="14"/>
                </a:cubicBezTo>
                <a:cubicBezTo>
                  <a:pt x="56" y="15"/>
                  <a:pt x="62" y="14"/>
                  <a:pt x="62" y="14"/>
                </a:cubicBezTo>
                <a:lnTo>
                  <a:pt x="62" y="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1" name="Freeform 56"/>
          <p:cNvSpPr/>
          <p:nvPr>
            <p:custDataLst>
              <p:tags r:id="rId53"/>
            </p:custDataLst>
          </p:nvPr>
        </p:nvSpPr>
        <p:spPr bwMode="auto">
          <a:xfrm>
            <a:off x="11336020" y="111760"/>
            <a:ext cx="10795" cy="10795"/>
          </a:xfrm>
          <a:custGeom>
            <a:avLst/>
            <a:gdLst>
              <a:gd name="T0" fmla="*/ 11 w 19"/>
              <a:gd name="T1" fmla="*/ 5 h 18"/>
              <a:gd name="T2" fmla="*/ 4 w 19"/>
              <a:gd name="T3" fmla="*/ 15 h 18"/>
              <a:gd name="T4" fmla="*/ 3 w 19"/>
              <a:gd name="T5" fmla="*/ 18 h 18"/>
              <a:gd name="T6" fmla="*/ 15 w 19"/>
              <a:gd name="T7" fmla="*/ 15 h 18"/>
              <a:gd name="T8" fmla="*/ 14 w 19"/>
              <a:gd name="T9" fmla="*/ 5 h 18"/>
              <a:gd name="T10" fmla="*/ 11 w 19"/>
              <a:gd name="T11" fmla="*/ 5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18">
                <a:moveTo>
                  <a:pt x="11" y="5"/>
                </a:moveTo>
                <a:cubicBezTo>
                  <a:pt x="11" y="5"/>
                  <a:pt x="7" y="15"/>
                  <a:pt x="4" y="15"/>
                </a:cubicBezTo>
                <a:cubicBezTo>
                  <a:pt x="4" y="15"/>
                  <a:pt x="0" y="17"/>
                  <a:pt x="3" y="18"/>
                </a:cubicBezTo>
                <a:cubicBezTo>
                  <a:pt x="3" y="18"/>
                  <a:pt x="11" y="15"/>
                  <a:pt x="15" y="15"/>
                </a:cubicBezTo>
                <a:cubicBezTo>
                  <a:pt x="15" y="15"/>
                  <a:pt x="19" y="11"/>
                  <a:pt x="14" y="5"/>
                </a:cubicBezTo>
                <a:cubicBezTo>
                  <a:pt x="14" y="5"/>
                  <a:pt x="12" y="0"/>
                  <a:pt x="11" y="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2" name="Freeform 57"/>
          <p:cNvSpPr>
            <a:spLocks noEditPoints="1"/>
          </p:cNvSpPr>
          <p:nvPr>
            <p:custDataLst>
              <p:tags r:id="rId54"/>
            </p:custDataLst>
          </p:nvPr>
        </p:nvSpPr>
        <p:spPr bwMode="auto">
          <a:xfrm>
            <a:off x="11389995" y="160655"/>
            <a:ext cx="38100" cy="24130"/>
          </a:xfrm>
          <a:custGeom>
            <a:avLst/>
            <a:gdLst>
              <a:gd name="T0" fmla="*/ 64 w 66"/>
              <a:gd name="T1" fmla="*/ 20 h 42"/>
              <a:gd name="T2" fmla="*/ 63 w 66"/>
              <a:gd name="T3" fmla="*/ 20 h 42"/>
              <a:gd name="T4" fmla="*/ 59 w 66"/>
              <a:gd name="T5" fmla="*/ 16 h 42"/>
              <a:gd name="T6" fmla="*/ 56 w 66"/>
              <a:gd name="T7" fmla="*/ 12 h 42"/>
              <a:gd name="T8" fmla="*/ 53 w 66"/>
              <a:gd name="T9" fmla="*/ 11 h 42"/>
              <a:gd name="T10" fmla="*/ 45 w 66"/>
              <a:gd name="T11" fmla="*/ 5 h 42"/>
              <a:gd name="T12" fmla="*/ 47 w 66"/>
              <a:gd name="T13" fmla="*/ 2 h 42"/>
              <a:gd name="T14" fmla="*/ 46 w 66"/>
              <a:gd name="T15" fmla="*/ 0 h 42"/>
              <a:gd name="T16" fmla="*/ 40 w 66"/>
              <a:gd name="T17" fmla="*/ 2 h 42"/>
              <a:gd name="T18" fmla="*/ 43 w 66"/>
              <a:gd name="T19" fmla="*/ 6 h 42"/>
              <a:gd name="T20" fmla="*/ 51 w 66"/>
              <a:gd name="T21" fmla="*/ 12 h 42"/>
              <a:gd name="T22" fmla="*/ 51 w 66"/>
              <a:gd name="T23" fmla="*/ 18 h 42"/>
              <a:gd name="T24" fmla="*/ 47 w 66"/>
              <a:gd name="T25" fmla="*/ 17 h 42"/>
              <a:gd name="T26" fmla="*/ 29 w 66"/>
              <a:gd name="T27" fmla="*/ 6 h 42"/>
              <a:gd name="T28" fmla="*/ 23 w 66"/>
              <a:gd name="T29" fmla="*/ 7 h 42"/>
              <a:gd name="T30" fmla="*/ 24 w 66"/>
              <a:gd name="T31" fmla="*/ 11 h 42"/>
              <a:gd name="T32" fmla="*/ 29 w 66"/>
              <a:gd name="T33" fmla="*/ 15 h 42"/>
              <a:gd name="T34" fmla="*/ 23 w 66"/>
              <a:gd name="T35" fmla="*/ 14 h 42"/>
              <a:gd name="T36" fmla="*/ 21 w 66"/>
              <a:gd name="T37" fmla="*/ 19 h 42"/>
              <a:gd name="T38" fmla="*/ 20 w 66"/>
              <a:gd name="T39" fmla="*/ 25 h 42"/>
              <a:gd name="T40" fmla="*/ 7 w 66"/>
              <a:gd name="T41" fmla="*/ 5 h 42"/>
              <a:gd name="T42" fmla="*/ 1 w 66"/>
              <a:gd name="T43" fmla="*/ 24 h 42"/>
              <a:gd name="T44" fmla="*/ 8 w 66"/>
              <a:gd name="T45" fmla="*/ 31 h 42"/>
              <a:gd name="T46" fmla="*/ 15 w 66"/>
              <a:gd name="T47" fmla="*/ 30 h 42"/>
              <a:gd name="T48" fmla="*/ 17 w 66"/>
              <a:gd name="T49" fmla="*/ 31 h 42"/>
              <a:gd name="T50" fmla="*/ 16 w 66"/>
              <a:gd name="T51" fmla="*/ 36 h 42"/>
              <a:gd name="T52" fmla="*/ 17 w 66"/>
              <a:gd name="T53" fmla="*/ 38 h 42"/>
              <a:gd name="T54" fmla="*/ 21 w 66"/>
              <a:gd name="T55" fmla="*/ 36 h 42"/>
              <a:gd name="T56" fmla="*/ 20 w 66"/>
              <a:gd name="T57" fmla="*/ 28 h 42"/>
              <a:gd name="T58" fmla="*/ 25 w 66"/>
              <a:gd name="T59" fmla="*/ 20 h 42"/>
              <a:gd name="T60" fmla="*/ 36 w 66"/>
              <a:gd name="T61" fmla="*/ 20 h 42"/>
              <a:gd name="T62" fmla="*/ 34 w 66"/>
              <a:gd name="T63" fmla="*/ 14 h 42"/>
              <a:gd name="T64" fmla="*/ 42 w 66"/>
              <a:gd name="T65" fmla="*/ 19 h 42"/>
              <a:gd name="T66" fmla="*/ 45 w 66"/>
              <a:gd name="T67" fmla="*/ 20 h 42"/>
              <a:gd name="T68" fmla="*/ 51 w 66"/>
              <a:gd name="T69" fmla="*/ 23 h 42"/>
              <a:gd name="T70" fmla="*/ 64 w 66"/>
              <a:gd name="T71" fmla="*/ 26 h 42"/>
              <a:gd name="T72" fmla="*/ 64 w 66"/>
              <a:gd name="T73" fmla="*/ 20 h 42"/>
              <a:gd name="T74" fmla="*/ 10 w 66"/>
              <a:gd name="T75" fmla="*/ 28 h 42"/>
              <a:gd name="T76" fmla="*/ 5 w 66"/>
              <a:gd name="T77" fmla="*/ 17 h 42"/>
              <a:gd name="T78" fmla="*/ 11 w 66"/>
              <a:gd name="T79" fmla="*/ 18 h 42"/>
              <a:gd name="T80" fmla="*/ 15 w 66"/>
              <a:gd name="T81" fmla="*/ 24 h 42"/>
              <a:gd name="T82" fmla="*/ 10 w 66"/>
              <a:gd name="T83" fmla="*/ 28 h 42"/>
              <a:gd name="T84" fmla="*/ 56 w 66"/>
              <a:gd name="T85" fmla="*/ 18 h 42"/>
              <a:gd name="T86" fmla="*/ 58 w 66"/>
              <a:gd name="T87" fmla="*/ 18 h 42"/>
              <a:gd name="T88" fmla="*/ 59 w 66"/>
              <a:gd name="T89" fmla="*/ 20 h 42"/>
              <a:gd name="T90" fmla="*/ 56 w 66"/>
              <a:gd name="T91" fmla="*/ 18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6" h="42">
                <a:moveTo>
                  <a:pt x="64" y="20"/>
                </a:moveTo>
                <a:cubicBezTo>
                  <a:pt x="63" y="20"/>
                  <a:pt x="63" y="20"/>
                  <a:pt x="63" y="20"/>
                </a:cubicBezTo>
                <a:cubicBezTo>
                  <a:pt x="59" y="16"/>
                  <a:pt x="59" y="16"/>
                  <a:pt x="59" y="16"/>
                </a:cubicBezTo>
                <a:cubicBezTo>
                  <a:pt x="59" y="16"/>
                  <a:pt x="55" y="17"/>
                  <a:pt x="56" y="12"/>
                </a:cubicBezTo>
                <a:cubicBezTo>
                  <a:pt x="56" y="12"/>
                  <a:pt x="56" y="11"/>
                  <a:pt x="53" y="11"/>
                </a:cubicBezTo>
                <a:cubicBezTo>
                  <a:pt x="45" y="5"/>
                  <a:pt x="45" y="5"/>
                  <a:pt x="45" y="5"/>
                </a:cubicBezTo>
                <a:cubicBezTo>
                  <a:pt x="45" y="5"/>
                  <a:pt x="43" y="3"/>
                  <a:pt x="47" y="2"/>
                </a:cubicBezTo>
                <a:cubicBezTo>
                  <a:pt x="47" y="2"/>
                  <a:pt x="51" y="1"/>
                  <a:pt x="46" y="0"/>
                </a:cubicBezTo>
                <a:cubicBezTo>
                  <a:pt x="46" y="0"/>
                  <a:pt x="40" y="1"/>
                  <a:pt x="40" y="2"/>
                </a:cubicBezTo>
                <a:cubicBezTo>
                  <a:pt x="40" y="2"/>
                  <a:pt x="39" y="7"/>
                  <a:pt x="43" y="6"/>
                </a:cubicBezTo>
                <a:cubicBezTo>
                  <a:pt x="43" y="6"/>
                  <a:pt x="50" y="11"/>
                  <a:pt x="51" y="12"/>
                </a:cubicBezTo>
                <a:cubicBezTo>
                  <a:pt x="51" y="12"/>
                  <a:pt x="50" y="16"/>
                  <a:pt x="51" y="18"/>
                </a:cubicBezTo>
                <a:cubicBezTo>
                  <a:pt x="51" y="18"/>
                  <a:pt x="50" y="19"/>
                  <a:pt x="47" y="17"/>
                </a:cubicBezTo>
                <a:cubicBezTo>
                  <a:pt x="47" y="17"/>
                  <a:pt x="29" y="9"/>
                  <a:pt x="29" y="6"/>
                </a:cubicBezTo>
                <a:cubicBezTo>
                  <a:pt x="29" y="6"/>
                  <a:pt x="25" y="6"/>
                  <a:pt x="23" y="7"/>
                </a:cubicBezTo>
                <a:cubicBezTo>
                  <a:pt x="23" y="7"/>
                  <a:pt x="23" y="11"/>
                  <a:pt x="24" y="11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7" y="16"/>
                  <a:pt x="23" y="14"/>
                </a:cubicBezTo>
                <a:cubicBezTo>
                  <a:pt x="23" y="14"/>
                  <a:pt x="18" y="15"/>
                  <a:pt x="21" y="19"/>
                </a:cubicBezTo>
                <a:cubicBezTo>
                  <a:pt x="21" y="19"/>
                  <a:pt x="23" y="23"/>
                  <a:pt x="20" y="25"/>
                </a:cubicBezTo>
                <a:cubicBezTo>
                  <a:pt x="20" y="25"/>
                  <a:pt x="20" y="16"/>
                  <a:pt x="7" y="5"/>
                </a:cubicBezTo>
                <a:cubicBezTo>
                  <a:pt x="7" y="5"/>
                  <a:pt x="3" y="6"/>
                  <a:pt x="1" y="24"/>
                </a:cubicBezTo>
                <a:cubicBezTo>
                  <a:pt x="1" y="24"/>
                  <a:pt x="0" y="32"/>
                  <a:pt x="8" y="31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30"/>
                  <a:pt x="16" y="29"/>
                  <a:pt x="17" y="31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4" y="37"/>
                  <a:pt x="17" y="38"/>
                </a:cubicBezTo>
                <a:cubicBezTo>
                  <a:pt x="17" y="38"/>
                  <a:pt x="19" y="42"/>
                  <a:pt x="21" y="36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6" y="29"/>
                  <a:pt x="25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20"/>
                  <a:pt x="39" y="18"/>
                  <a:pt x="34" y="14"/>
                </a:cubicBezTo>
                <a:cubicBezTo>
                  <a:pt x="34" y="14"/>
                  <a:pt x="40" y="17"/>
                  <a:pt x="42" y="19"/>
                </a:cubicBezTo>
                <a:cubicBezTo>
                  <a:pt x="42" y="19"/>
                  <a:pt x="42" y="20"/>
                  <a:pt x="45" y="20"/>
                </a:cubicBezTo>
                <a:cubicBezTo>
                  <a:pt x="45" y="20"/>
                  <a:pt x="46" y="22"/>
                  <a:pt x="51" y="23"/>
                </a:cubicBezTo>
                <a:cubicBezTo>
                  <a:pt x="51" y="23"/>
                  <a:pt x="52" y="26"/>
                  <a:pt x="64" y="26"/>
                </a:cubicBezTo>
                <a:cubicBezTo>
                  <a:pt x="64" y="26"/>
                  <a:pt x="66" y="22"/>
                  <a:pt x="64" y="20"/>
                </a:cubicBezTo>
                <a:close/>
                <a:moveTo>
                  <a:pt x="10" y="28"/>
                </a:moveTo>
                <a:cubicBezTo>
                  <a:pt x="2" y="28"/>
                  <a:pt x="5" y="17"/>
                  <a:pt x="5" y="17"/>
                </a:cubicBezTo>
                <a:cubicBezTo>
                  <a:pt x="5" y="11"/>
                  <a:pt x="11" y="18"/>
                  <a:pt x="11" y="18"/>
                </a:cubicBezTo>
                <a:cubicBezTo>
                  <a:pt x="15" y="24"/>
                  <a:pt x="15" y="24"/>
                  <a:pt x="15" y="24"/>
                </a:cubicBezTo>
                <a:cubicBezTo>
                  <a:pt x="18" y="29"/>
                  <a:pt x="10" y="28"/>
                  <a:pt x="10" y="28"/>
                </a:cubicBezTo>
                <a:close/>
                <a:moveTo>
                  <a:pt x="56" y="18"/>
                </a:moveTo>
                <a:cubicBezTo>
                  <a:pt x="56" y="18"/>
                  <a:pt x="57" y="18"/>
                  <a:pt x="58" y="18"/>
                </a:cubicBezTo>
                <a:cubicBezTo>
                  <a:pt x="59" y="20"/>
                  <a:pt x="59" y="20"/>
                  <a:pt x="59" y="20"/>
                </a:cubicBezTo>
                <a:cubicBezTo>
                  <a:pt x="59" y="20"/>
                  <a:pt x="54" y="20"/>
                  <a:pt x="56" y="18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3" name="Freeform 58"/>
          <p:cNvSpPr>
            <a:spLocks noEditPoints="1"/>
          </p:cNvSpPr>
          <p:nvPr>
            <p:custDataLst>
              <p:tags r:id="rId55"/>
            </p:custDataLst>
          </p:nvPr>
        </p:nvSpPr>
        <p:spPr bwMode="auto">
          <a:xfrm>
            <a:off x="11233150" y="88265"/>
            <a:ext cx="17145" cy="36830"/>
          </a:xfrm>
          <a:custGeom>
            <a:avLst/>
            <a:gdLst>
              <a:gd name="T0" fmla="*/ 22 w 29"/>
              <a:gd name="T1" fmla="*/ 41 h 63"/>
              <a:gd name="T2" fmla="*/ 23 w 29"/>
              <a:gd name="T3" fmla="*/ 30 h 63"/>
              <a:gd name="T4" fmla="*/ 21 w 29"/>
              <a:gd name="T5" fmla="*/ 28 h 63"/>
              <a:gd name="T6" fmla="*/ 21 w 29"/>
              <a:gd name="T7" fmla="*/ 26 h 63"/>
              <a:gd name="T8" fmla="*/ 19 w 29"/>
              <a:gd name="T9" fmla="*/ 25 h 63"/>
              <a:gd name="T10" fmla="*/ 15 w 29"/>
              <a:gd name="T11" fmla="*/ 24 h 63"/>
              <a:gd name="T12" fmla="*/ 15 w 29"/>
              <a:gd name="T13" fmla="*/ 21 h 63"/>
              <a:gd name="T14" fmla="*/ 20 w 29"/>
              <a:gd name="T15" fmla="*/ 14 h 63"/>
              <a:gd name="T16" fmla="*/ 19 w 29"/>
              <a:gd name="T17" fmla="*/ 5 h 63"/>
              <a:gd name="T18" fmla="*/ 17 w 29"/>
              <a:gd name="T19" fmla="*/ 4 h 63"/>
              <a:gd name="T20" fmla="*/ 16 w 29"/>
              <a:gd name="T21" fmla="*/ 7 h 63"/>
              <a:gd name="T22" fmla="*/ 12 w 29"/>
              <a:gd name="T23" fmla="*/ 14 h 63"/>
              <a:gd name="T24" fmla="*/ 11 w 29"/>
              <a:gd name="T25" fmla="*/ 4 h 63"/>
              <a:gd name="T26" fmla="*/ 9 w 29"/>
              <a:gd name="T27" fmla="*/ 1 h 63"/>
              <a:gd name="T28" fmla="*/ 8 w 29"/>
              <a:gd name="T29" fmla="*/ 4 h 63"/>
              <a:gd name="T30" fmla="*/ 8 w 29"/>
              <a:gd name="T31" fmla="*/ 23 h 63"/>
              <a:gd name="T32" fmla="*/ 5 w 29"/>
              <a:gd name="T33" fmla="*/ 28 h 63"/>
              <a:gd name="T34" fmla="*/ 4 w 29"/>
              <a:gd name="T35" fmla="*/ 32 h 63"/>
              <a:gd name="T36" fmla="*/ 9 w 29"/>
              <a:gd name="T37" fmla="*/ 33 h 63"/>
              <a:gd name="T38" fmla="*/ 9 w 29"/>
              <a:gd name="T39" fmla="*/ 45 h 63"/>
              <a:gd name="T40" fmla="*/ 9 w 29"/>
              <a:gd name="T41" fmla="*/ 48 h 63"/>
              <a:gd name="T42" fmla="*/ 14 w 29"/>
              <a:gd name="T43" fmla="*/ 49 h 63"/>
              <a:gd name="T44" fmla="*/ 17 w 29"/>
              <a:gd name="T45" fmla="*/ 43 h 63"/>
              <a:gd name="T46" fmla="*/ 18 w 29"/>
              <a:gd name="T47" fmla="*/ 44 h 63"/>
              <a:gd name="T48" fmla="*/ 19 w 29"/>
              <a:gd name="T49" fmla="*/ 49 h 63"/>
              <a:gd name="T50" fmla="*/ 16 w 29"/>
              <a:gd name="T51" fmla="*/ 55 h 63"/>
              <a:gd name="T52" fmla="*/ 14 w 29"/>
              <a:gd name="T53" fmla="*/ 57 h 63"/>
              <a:gd name="T54" fmla="*/ 16 w 29"/>
              <a:gd name="T55" fmla="*/ 62 h 63"/>
              <a:gd name="T56" fmla="*/ 19 w 29"/>
              <a:gd name="T57" fmla="*/ 59 h 63"/>
              <a:gd name="T58" fmla="*/ 19 w 29"/>
              <a:gd name="T59" fmla="*/ 55 h 63"/>
              <a:gd name="T60" fmla="*/ 29 w 29"/>
              <a:gd name="T61" fmla="*/ 56 h 63"/>
              <a:gd name="T62" fmla="*/ 27 w 29"/>
              <a:gd name="T63" fmla="*/ 51 h 63"/>
              <a:gd name="T64" fmla="*/ 22 w 29"/>
              <a:gd name="T65" fmla="*/ 41 h 63"/>
              <a:gd name="T66" fmla="*/ 15 w 29"/>
              <a:gd name="T67" fmla="*/ 39 h 63"/>
              <a:gd name="T68" fmla="*/ 13 w 29"/>
              <a:gd name="T69" fmla="*/ 42 h 63"/>
              <a:gd name="T70" fmla="*/ 12 w 29"/>
              <a:gd name="T71" fmla="*/ 32 h 63"/>
              <a:gd name="T72" fmla="*/ 13 w 29"/>
              <a:gd name="T73" fmla="*/ 27 h 63"/>
              <a:gd name="T74" fmla="*/ 15 w 29"/>
              <a:gd name="T75" fmla="*/ 34 h 63"/>
              <a:gd name="T76" fmla="*/ 15 w 29"/>
              <a:gd name="T77" fmla="*/ 3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9" h="63">
                <a:moveTo>
                  <a:pt x="22" y="41"/>
                </a:moveTo>
                <a:cubicBezTo>
                  <a:pt x="22" y="41"/>
                  <a:pt x="20" y="39"/>
                  <a:pt x="23" y="30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6"/>
                  <a:pt x="21" y="26"/>
                  <a:pt x="21" y="26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7" y="23"/>
                  <a:pt x="15" y="24"/>
                </a:cubicBezTo>
                <a:cubicBezTo>
                  <a:pt x="15" y="24"/>
                  <a:pt x="13" y="25"/>
                  <a:pt x="15" y="21"/>
                </a:cubicBezTo>
                <a:cubicBezTo>
                  <a:pt x="20" y="14"/>
                  <a:pt x="20" y="14"/>
                  <a:pt x="20" y="14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20" y="3"/>
                  <a:pt x="17" y="4"/>
                </a:cubicBezTo>
                <a:cubicBezTo>
                  <a:pt x="17" y="4"/>
                  <a:pt x="17" y="5"/>
                  <a:pt x="16" y="7"/>
                </a:cubicBezTo>
                <a:cubicBezTo>
                  <a:pt x="14" y="9"/>
                  <a:pt x="13" y="12"/>
                  <a:pt x="12" y="14"/>
                </a:cubicBezTo>
                <a:cubicBezTo>
                  <a:pt x="12" y="14"/>
                  <a:pt x="12" y="6"/>
                  <a:pt x="11" y="4"/>
                </a:cubicBezTo>
                <a:cubicBezTo>
                  <a:pt x="9" y="1"/>
                  <a:pt x="9" y="1"/>
                  <a:pt x="9" y="1"/>
                </a:cubicBezTo>
                <a:cubicBezTo>
                  <a:pt x="9" y="1"/>
                  <a:pt x="6" y="0"/>
                  <a:pt x="8" y="4"/>
                </a:cubicBezTo>
                <a:cubicBezTo>
                  <a:pt x="8" y="23"/>
                  <a:pt x="8" y="23"/>
                  <a:pt x="8" y="23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0" y="29"/>
                  <a:pt x="4" y="32"/>
                </a:cubicBezTo>
                <a:cubicBezTo>
                  <a:pt x="9" y="33"/>
                  <a:pt x="9" y="33"/>
                  <a:pt x="9" y="33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8"/>
                  <a:pt x="9" y="48"/>
                  <a:pt x="9" y="48"/>
                </a:cubicBezTo>
                <a:cubicBezTo>
                  <a:pt x="14" y="49"/>
                  <a:pt x="14" y="49"/>
                  <a:pt x="14" y="49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3"/>
                  <a:pt x="18" y="43"/>
                  <a:pt x="18" y="44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49"/>
                  <a:pt x="17" y="54"/>
                  <a:pt x="16" y="55"/>
                </a:cubicBezTo>
                <a:cubicBezTo>
                  <a:pt x="16" y="55"/>
                  <a:pt x="16" y="55"/>
                  <a:pt x="14" y="57"/>
                </a:cubicBezTo>
                <a:cubicBezTo>
                  <a:pt x="14" y="57"/>
                  <a:pt x="10" y="62"/>
                  <a:pt x="16" y="62"/>
                </a:cubicBezTo>
                <a:cubicBezTo>
                  <a:pt x="16" y="62"/>
                  <a:pt x="19" y="63"/>
                  <a:pt x="19" y="59"/>
                </a:cubicBezTo>
                <a:cubicBezTo>
                  <a:pt x="19" y="55"/>
                  <a:pt x="19" y="55"/>
                  <a:pt x="19" y="55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56"/>
                  <a:pt x="29" y="54"/>
                  <a:pt x="27" y="51"/>
                </a:cubicBezTo>
                <a:lnTo>
                  <a:pt x="22" y="41"/>
                </a:lnTo>
                <a:close/>
                <a:moveTo>
                  <a:pt x="15" y="39"/>
                </a:moveTo>
                <a:cubicBezTo>
                  <a:pt x="13" y="42"/>
                  <a:pt x="13" y="42"/>
                  <a:pt x="13" y="42"/>
                </a:cubicBezTo>
                <a:cubicBezTo>
                  <a:pt x="12" y="32"/>
                  <a:pt x="12" y="32"/>
                  <a:pt x="12" y="32"/>
                </a:cubicBezTo>
                <a:cubicBezTo>
                  <a:pt x="11" y="29"/>
                  <a:pt x="13" y="27"/>
                  <a:pt x="13" y="27"/>
                </a:cubicBezTo>
                <a:cubicBezTo>
                  <a:pt x="14" y="29"/>
                  <a:pt x="15" y="34"/>
                  <a:pt x="15" y="34"/>
                </a:cubicBezTo>
                <a:cubicBezTo>
                  <a:pt x="15" y="37"/>
                  <a:pt x="15" y="39"/>
                  <a:pt x="15" y="3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9" name="Freeform 59"/>
          <p:cNvSpPr/>
          <p:nvPr>
            <p:custDataLst>
              <p:tags r:id="rId56"/>
            </p:custDataLst>
          </p:nvPr>
        </p:nvSpPr>
        <p:spPr bwMode="auto">
          <a:xfrm>
            <a:off x="11246485" y="112395"/>
            <a:ext cx="6985" cy="5080"/>
          </a:xfrm>
          <a:custGeom>
            <a:avLst/>
            <a:gdLst>
              <a:gd name="T0" fmla="*/ 9 w 12"/>
              <a:gd name="T1" fmla="*/ 0 h 9"/>
              <a:gd name="T2" fmla="*/ 3 w 12"/>
              <a:gd name="T3" fmla="*/ 1 h 9"/>
              <a:gd name="T4" fmla="*/ 3 w 12"/>
              <a:gd name="T5" fmla="*/ 3 h 9"/>
              <a:gd name="T6" fmla="*/ 9 w 12"/>
              <a:gd name="T7" fmla="*/ 6 h 9"/>
              <a:gd name="T8" fmla="*/ 12 w 12"/>
              <a:gd name="T9" fmla="*/ 5 h 9"/>
              <a:gd name="T10" fmla="*/ 12 w 12"/>
              <a:gd name="T11" fmla="*/ 2 h 9"/>
              <a:gd name="T12" fmla="*/ 9 w 12"/>
              <a:gd name="T13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9">
                <a:moveTo>
                  <a:pt x="9" y="0"/>
                </a:moveTo>
                <a:cubicBezTo>
                  <a:pt x="3" y="1"/>
                  <a:pt x="3" y="1"/>
                  <a:pt x="3" y="1"/>
                </a:cubicBezTo>
                <a:cubicBezTo>
                  <a:pt x="3" y="1"/>
                  <a:pt x="0" y="3"/>
                  <a:pt x="3" y="3"/>
                </a:cubicBezTo>
                <a:cubicBezTo>
                  <a:pt x="3" y="3"/>
                  <a:pt x="7" y="4"/>
                  <a:pt x="9" y="6"/>
                </a:cubicBezTo>
                <a:cubicBezTo>
                  <a:pt x="9" y="6"/>
                  <a:pt x="11" y="9"/>
                  <a:pt x="12" y="5"/>
                </a:cubicBezTo>
                <a:cubicBezTo>
                  <a:pt x="12" y="2"/>
                  <a:pt x="12" y="2"/>
                  <a:pt x="12" y="2"/>
                </a:cubicBezTo>
                <a:cubicBezTo>
                  <a:pt x="12" y="2"/>
                  <a:pt x="12" y="0"/>
                  <a:pt x="9" y="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0" name="Freeform 60"/>
          <p:cNvSpPr/>
          <p:nvPr>
            <p:custDataLst>
              <p:tags r:id="rId57"/>
            </p:custDataLst>
          </p:nvPr>
        </p:nvSpPr>
        <p:spPr bwMode="auto">
          <a:xfrm>
            <a:off x="11260455" y="276225"/>
            <a:ext cx="6350" cy="20320"/>
          </a:xfrm>
          <a:custGeom>
            <a:avLst/>
            <a:gdLst>
              <a:gd name="T0" fmla="*/ 19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4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9 w 29"/>
              <a:gd name="T13" fmla="*/ 93 h 93"/>
              <a:gd name="T14" fmla="*/ 19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9" y="18"/>
                </a:moveTo>
                <a:lnTo>
                  <a:pt x="8" y="26"/>
                </a:lnTo>
                <a:lnTo>
                  <a:pt x="0" y="16"/>
                </a:lnTo>
                <a:lnTo>
                  <a:pt x="24" y="0"/>
                </a:lnTo>
                <a:lnTo>
                  <a:pt x="29" y="2"/>
                </a:lnTo>
                <a:lnTo>
                  <a:pt x="29" y="93"/>
                </a:lnTo>
                <a:lnTo>
                  <a:pt x="19" y="93"/>
                </a:lnTo>
                <a:lnTo>
                  <a:pt x="19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1" name="Freeform 61"/>
          <p:cNvSpPr/>
          <p:nvPr>
            <p:custDataLst>
              <p:tags r:id="rId58"/>
            </p:custDataLst>
          </p:nvPr>
        </p:nvSpPr>
        <p:spPr bwMode="auto">
          <a:xfrm>
            <a:off x="11318240" y="276225"/>
            <a:ext cx="6350" cy="20320"/>
          </a:xfrm>
          <a:custGeom>
            <a:avLst/>
            <a:gdLst>
              <a:gd name="T0" fmla="*/ 16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1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6 w 29"/>
              <a:gd name="T13" fmla="*/ 93 h 93"/>
              <a:gd name="T14" fmla="*/ 16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6" y="18"/>
                </a:moveTo>
                <a:lnTo>
                  <a:pt x="8" y="26"/>
                </a:lnTo>
                <a:lnTo>
                  <a:pt x="0" y="16"/>
                </a:lnTo>
                <a:lnTo>
                  <a:pt x="21" y="0"/>
                </a:lnTo>
                <a:lnTo>
                  <a:pt x="29" y="2"/>
                </a:lnTo>
                <a:lnTo>
                  <a:pt x="29" y="93"/>
                </a:lnTo>
                <a:lnTo>
                  <a:pt x="16" y="93"/>
                </a:lnTo>
                <a:lnTo>
                  <a:pt x="16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2" name="Freeform 62"/>
          <p:cNvSpPr>
            <a:spLocks noEditPoints="1"/>
          </p:cNvSpPr>
          <p:nvPr>
            <p:custDataLst>
              <p:tags r:id="rId59"/>
            </p:custDataLst>
          </p:nvPr>
        </p:nvSpPr>
        <p:spPr bwMode="auto">
          <a:xfrm>
            <a:off x="11276965" y="276225"/>
            <a:ext cx="12065" cy="20320"/>
          </a:xfrm>
          <a:custGeom>
            <a:avLst/>
            <a:gdLst>
              <a:gd name="T0" fmla="*/ 16 w 21"/>
              <a:gd name="T1" fmla="*/ 10 h 35"/>
              <a:gd name="T2" fmla="*/ 16 w 21"/>
              <a:gd name="T3" fmla="*/ 13 h 35"/>
              <a:gd name="T4" fmla="*/ 15 w 21"/>
              <a:gd name="T5" fmla="*/ 16 h 35"/>
              <a:gd name="T6" fmla="*/ 11 w 21"/>
              <a:gd name="T7" fmla="*/ 17 h 35"/>
              <a:gd name="T8" fmla="*/ 9 w 21"/>
              <a:gd name="T9" fmla="*/ 17 h 35"/>
              <a:gd name="T10" fmla="*/ 7 w 21"/>
              <a:gd name="T11" fmla="*/ 16 h 35"/>
              <a:gd name="T12" fmla="*/ 5 w 21"/>
              <a:gd name="T13" fmla="*/ 14 h 35"/>
              <a:gd name="T14" fmla="*/ 5 w 21"/>
              <a:gd name="T15" fmla="*/ 11 h 35"/>
              <a:gd name="T16" fmla="*/ 5 w 21"/>
              <a:gd name="T17" fmla="*/ 8 h 35"/>
              <a:gd name="T18" fmla="*/ 7 w 21"/>
              <a:gd name="T19" fmla="*/ 6 h 35"/>
              <a:gd name="T20" fmla="*/ 8 w 21"/>
              <a:gd name="T21" fmla="*/ 5 h 35"/>
              <a:gd name="T22" fmla="*/ 11 w 21"/>
              <a:gd name="T23" fmla="*/ 4 h 35"/>
              <a:gd name="T24" fmla="*/ 14 w 21"/>
              <a:gd name="T25" fmla="*/ 5 h 35"/>
              <a:gd name="T26" fmla="*/ 16 w 21"/>
              <a:gd name="T27" fmla="*/ 7 h 35"/>
              <a:gd name="T28" fmla="*/ 16 w 21"/>
              <a:gd name="T29" fmla="*/ 10 h 35"/>
              <a:gd name="T30" fmla="*/ 16 w 21"/>
              <a:gd name="T31" fmla="*/ 23 h 35"/>
              <a:gd name="T32" fmla="*/ 16 w 21"/>
              <a:gd name="T33" fmla="*/ 25 h 35"/>
              <a:gd name="T34" fmla="*/ 15 w 21"/>
              <a:gd name="T35" fmla="*/ 27 h 35"/>
              <a:gd name="T36" fmla="*/ 14 w 21"/>
              <a:gd name="T37" fmla="*/ 29 h 35"/>
              <a:gd name="T38" fmla="*/ 12 w 21"/>
              <a:gd name="T39" fmla="*/ 30 h 35"/>
              <a:gd name="T40" fmla="*/ 9 w 21"/>
              <a:gd name="T41" fmla="*/ 30 h 35"/>
              <a:gd name="T42" fmla="*/ 7 w 21"/>
              <a:gd name="T43" fmla="*/ 29 h 35"/>
              <a:gd name="T44" fmla="*/ 5 w 21"/>
              <a:gd name="T45" fmla="*/ 28 h 35"/>
              <a:gd name="T46" fmla="*/ 5 w 21"/>
              <a:gd name="T47" fmla="*/ 26 h 35"/>
              <a:gd name="T48" fmla="*/ 0 w 21"/>
              <a:gd name="T49" fmla="*/ 26 h 35"/>
              <a:gd name="T50" fmla="*/ 1 w 21"/>
              <a:gd name="T51" fmla="*/ 28 h 35"/>
              <a:gd name="T52" fmla="*/ 2 w 21"/>
              <a:gd name="T53" fmla="*/ 31 h 35"/>
              <a:gd name="T54" fmla="*/ 4 w 21"/>
              <a:gd name="T55" fmla="*/ 33 h 35"/>
              <a:gd name="T56" fmla="*/ 7 w 21"/>
              <a:gd name="T57" fmla="*/ 34 h 35"/>
              <a:gd name="T58" fmla="*/ 10 w 21"/>
              <a:gd name="T59" fmla="*/ 35 h 35"/>
              <a:gd name="T60" fmla="*/ 14 w 21"/>
              <a:gd name="T61" fmla="*/ 34 h 35"/>
              <a:gd name="T62" fmla="*/ 17 w 21"/>
              <a:gd name="T63" fmla="*/ 33 h 35"/>
              <a:gd name="T64" fmla="*/ 19 w 21"/>
              <a:gd name="T65" fmla="*/ 31 h 35"/>
              <a:gd name="T66" fmla="*/ 20 w 21"/>
              <a:gd name="T67" fmla="*/ 28 h 35"/>
              <a:gd name="T68" fmla="*/ 21 w 21"/>
              <a:gd name="T69" fmla="*/ 25 h 35"/>
              <a:gd name="T70" fmla="*/ 21 w 21"/>
              <a:gd name="T71" fmla="*/ 21 h 35"/>
              <a:gd name="T72" fmla="*/ 21 w 21"/>
              <a:gd name="T73" fmla="*/ 11 h 35"/>
              <a:gd name="T74" fmla="*/ 20 w 21"/>
              <a:gd name="T75" fmla="*/ 7 h 35"/>
              <a:gd name="T76" fmla="*/ 19 w 21"/>
              <a:gd name="T77" fmla="*/ 3 h 35"/>
              <a:gd name="T78" fmla="*/ 15 w 21"/>
              <a:gd name="T79" fmla="*/ 1 h 35"/>
              <a:gd name="T80" fmla="*/ 10 w 21"/>
              <a:gd name="T81" fmla="*/ 0 h 35"/>
              <a:gd name="T82" fmla="*/ 7 w 21"/>
              <a:gd name="T83" fmla="*/ 0 h 35"/>
              <a:gd name="T84" fmla="*/ 3 w 21"/>
              <a:gd name="T85" fmla="*/ 2 h 35"/>
              <a:gd name="T86" fmla="*/ 1 w 21"/>
              <a:gd name="T87" fmla="*/ 5 h 35"/>
              <a:gd name="T88" fmla="*/ 1 w 21"/>
              <a:gd name="T89" fmla="*/ 8 h 35"/>
              <a:gd name="T90" fmla="*/ 0 w 21"/>
              <a:gd name="T91" fmla="*/ 11 h 35"/>
              <a:gd name="T92" fmla="*/ 1 w 21"/>
              <a:gd name="T93" fmla="*/ 16 h 35"/>
              <a:gd name="T94" fmla="*/ 3 w 21"/>
              <a:gd name="T95" fmla="*/ 19 h 35"/>
              <a:gd name="T96" fmla="*/ 6 w 21"/>
              <a:gd name="T97" fmla="*/ 21 h 35"/>
              <a:gd name="T98" fmla="*/ 11 w 21"/>
              <a:gd name="T99" fmla="*/ 21 h 35"/>
              <a:gd name="T100" fmla="*/ 13 w 21"/>
              <a:gd name="T101" fmla="*/ 21 h 35"/>
              <a:gd name="T102" fmla="*/ 15 w 21"/>
              <a:gd name="T103" fmla="*/ 21 h 35"/>
              <a:gd name="T104" fmla="*/ 16 w 21"/>
              <a:gd name="T105" fmla="*/ 20 h 35"/>
              <a:gd name="T106" fmla="*/ 16 w 21"/>
              <a:gd name="T107" fmla="*/ 2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1" h="35">
                <a:moveTo>
                  <a:pt x="16" y="10"/>
                </a:moveTo>
                <a:cubicBezTo>
                  <a:pt x="16" y="11"/>
                  <a:pt x="16" y="12"/>
                  <a:pt x="16" y="13"/>
                </a:cubicBezTo>
                <a:cubicBezTo>
                  <a:pt x="16" y="14"/>
                  <a:pt x="15" y="15"/>
                  <a:pt x="15" y="16"/>
                </a:cubicBezTo>
                <a:cubicBezTo>
                  <a:pt x="14" y="17"/>
                  <a:pt x="13" y="17"/>
                  <a:pt x="11" y="17"/>
                </a:cubicBezTo>
                <a:cubicBezTo>
                  <a:pt x="10" y="17"/>
                  <a:pt x="10" y="17"/>
                  <a:pt x="9" y="17"/>
                </a:cubicBezTo>
                <a:cubicBezTo>
                  <a:pt x="8" y="17"/>
                  <a:pt x="7" y="16"/>
                  <a:pt x="7" y="16"/>
                </a:cubicBezTo>
                <a:cubicBezTo>
                  <a:pt x="6" y="15"/>
                  <a:pt x="6" y="15"/>
                  <a:pt x="5" y="14"/>
                </a:cubicBezTo>
                <a:cubicBezTo>
                  <a:pt x="5" y="13"/>
                  <a:pt x="5" y="12"/>
                  <a:pt x="5" y="11"/>
                </a:cubicBezTo>
                <a:cubicBezTo>
                  <a:pt x="5" y="9"/>
                  <a:pt x="5" y="8"/>
                  <a:pt x="5" y="8"/>
                </a:cubicBezTo>
                <a:cubicBezTo>
                  <a:pt x="6" y="7"/>
                  <a:pt x="6" y="6"/>
                  <a:pt x="7" y="6"/>
                </a:cubicBezTo>
                <a:cubicBezTo>
                  <a:pt x="7" y="5"/>
                  <a:pt x="8" y="5"/>
                  <a:pt x="8" y="5"/>
                </a:cubicBezTo>
                <a:cubicBezTo>
                  <a:pt x="9" y="4"/>
                  <a:pt x="10" y="4"/>
                  <a:pt x="11" y="4"/>
                </a:cubicBezTo>
                <a:cubicBezTo>
                  <a:pt x="12" y="4"/>
                  <a:pt x="13" y="5"/>
                  <a:pt x="14" y="5"/>
                </a:cubicBezTo>
                <a:cubicBezTo>
                  <a:pt x="15" y="6"/>
                  <a:pt x="15" y="6"/>
                  <a:pt x="16" y="7"/>
                </a:cubicBezTo>
                <a:cubicBezTo>
                  <a:pt x="16" y="8"/>
                  <a:pt x="16" y="9"/>
                  <a:pt x="16" y="10"/>
                </a:cubicBezTo>
                <a:close/>
                <a:moveTo>
                  <a:pt x="16" y="23"/>
                </a:moveTo>
                <a:cubicBezTo>
                  <a:pt x="16" y="23"/>
                  <a:pt x="16" y="24"/>
                  <a:pt x="16" y="25"/>
                </a:cubicBezTo>
                <a:cubicBezTo>
                  <a:pt x="16" y="26"/>
                  <a:pt x="16" y="27"/>
                  <a:pt x="15" y="27"/>
                </a:cubicBezTo>
                <a:cubicBezTo>
                  <a:pt x="15" y="28"/>
                  <a:pt x="15" y="28"/>
                  <a:pt x="14" y="29"/>
                </a:cubicBezTo>
                <a:cubicBezTo>
                  <a:pt x="13" y="29"/>
                  <a:pt x="13" y="30"/>
                  <a:pt x="12" y="30"/>
                </a:cubicBezTo>
                <a:cubicBezTo>
                  <a:pt x="11" y="30"/>
                  <a:pt x="10" y="30"/>
                  <a:pt x="9" y="30"/>
                </a:cubicBezTo>
                <a:cubicBezTo>
                  <a:pt x="8" y="30"/>
                  <a:pt x="7" y="30"/>
                  <a:pt x="7" y="29"/>
                </a:cubicBezTo>
                <a:cubicBezTo>
                  <a:pt x="6" y="29"/>
                  <a:pt x="5" y="28"/>
                  <a:pt x="5" y="28"/>
                </a:cubicBezTo>
                <a:cubicBezTo>
                  <a:pt x="5" y="27"/>
                  <a:pt x="5" y="26"/>
                  <a:pt x="5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1" y="28"/>
                  <a:pt x="1" y="28"/>
                  <a:pt x="1" y="28"/>
                </a:cubicBezTo>
                <a:cubicBezTo>
                  <a:pt x="1" y="29"/>
                  <a:pt x="1" y="30"/>
                  <a:pt x="2" y="31"/>
                </a:cubicBezTo>
                <a:cubicBezTo>
                  <a:pt x="2" y="32"/>
                  <a:pt x="3" y="32"/>
                  <a:pt x="4" y="33"/>
                </a:cubicBezTo>
                <a:cubicBezTo>
                  <a:pt x="4" y="34"/>
                  <a:pt x="5" y="34"/>
                  <a:pt x="7" y="34"/>
                </a:cubicBezTo>
                <a:cubicBezTo>
                  <a:pt x="8" y="35"/>
                  <a:pt x="9" y="35"/>
                  <a:pt x="10" y="35"/>
                </a:cubicBezTo>
                <a:cubicBezTo>
                  <a:pt x="12" y="35"/>
                  <a:pt x="13" y="35"/>
                  <a:pt x="14" y="34"/>
                </a:cubicBezTo>
                <a:cubicBezTo>
                  <a:pt x="15" y="34"/>
                  <a:pt x="16" y="33"/>
                  <a:pt x="17" y="33"/>
                </a:cubicBezTo>
                <a:cubicBezTo>
                  <a:pt x="17" y="32"/>
                  <a:pt x="18" y="32"/>
                  <a:pt x="19" y="31"/>
                </a:cubicBezTo>
                <a:cubicBezTo>
                  <a:pt x="19" y="30"/>
                  <a:pt x="20" y="29"/>
                  <a:pt x="20" y="28"/>
                </a:cubicBezTo>
                <a:cubicBezTo>
                  <a:pt x="20" y="27"/>
                  <a:pt x="21" y="26"/>
                  <a:pt x="21" y="25"/>
                </a:cubicBezTo>
                <a:cubicBezTo>
                  <a:pt x="21" y="24"/>
                  <a:pt x="21" y="23"/>
                  <a:pt x="21" y="2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0"/>
                  <a:pt x="21" y="8"/>
                  <a:pt x="20" y="7"/>
                </a:cubicBezTo>
                <a:cubicBezTo>
                  <a:pt x="20" y="6"/>
                  <a:pt x="19" y="5"/>
                  <a:pt x="19" y="3"/>
                </a:cubicBezTo>
                <a:cubicBezTo>
                  <a:pt x="18" y="2"/>
                  <a:pt x="17" y="2"/>
                  <a:pt x="15" y="1"/>
                </a:cubicBezTo>
                <a:cubicBezTo>
                  <a:pt x="14" y="0"/>
                  <a:pt x="12" y="0"/>
                  <a:pt x="10" y="0"/>
                </a:cubicBezTo>
                <a:cubicBezTo>
                  <a:pt x="9" y="0"/>
                  <a:pt x="8" y="0"/>
                  <a:pt x="7" y="0"/>
                </a:cubicBezTo>
                <a:cubicBezTo>
                  <a:pt x="5" y="1"/>
                  <a:pt x="4" y="1"/>
                  <a:pt x="3" y="2"/>
                </a:cubicBezTo>
                <a:cubicBezTo>
                  <a:pt x="3" y="3"/>
                  <a:pt x="2" y="4"/>
                  <a:pt x="1" y="5"/>
                </a:cubicBezTo>
                <a:cubicBezTo>
                  <a:pt x="1" y="6"/>
                  <a:pt x="1" y="7"/>
                  <a:pt x="1" y="8"/>
                </a:cubicBezTo>
                <a:cubicBezTo>
                  <a:pt x="0" y="9"/>
                  <a:pt x="0" y="10"/>
                  <a:pt x="0" y="11"/>
                </a:cubicBezTo>
                <a:cubicBezTo>
                  <a:pt x="0" y="13"/>
                  <a:pt x="0" y="15"/>
                  <a:pt x="1" y="16"/>
                </a:cubicBezTo>
                <a:cubicBezTo>
                  <a:pt x="1" y="17"/>
                  <a:pt x="2" y="18"/>
                  <a:pt x="3" y="19"/>
                </a:cubicBezTo>
                <a:cubicBezTo>
                  <a:pt x="3" y="19"/>
                  <a:pt x="4" y="20"/>
                  <a:pt x="6" y="21"/>
                </a:cubicBezTo>
                <a:cubicBezTo>
                  <a:pt x="7" y="21"/>
                  <a:pt x="9" y="22"/>
                  <a:pt x="11" y="21"/>
                </a:cubicBezTo>
                <a:cubicBezTo>
                  <a:pt x="12" y="21"/>
                  <a:pt x="13" y="21"/>
                  <a:pt x="13" y="21"/>
                </a:cubicBezTo>
                <a:cubicBezTo>
                  <a:pt x="14" y="21"/>
                  <a:pt x="15" y="21"/>
                  <a:pt x="15" y="21"/>
                </a:cubicBezTo>
                <a:cubicBezTo>
                  <a:pt x="15" y="20"/>
                  <a:pt x="16" y="20"/>
                  <a:pt x="16" y="20"/>
                </a:cubicBezTo>
                <a:lnTo>
                  <a:pt x="16" y="2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3" name="Freeform 63"/>
          <p:cNvSpPr>
            <a:spLocks noEditPoints="1"/>
          </p:cNvSpPr>
          <p:nvPr>
            <p:custDataLst>
              <p:tags r:id="rId60"/>
            </p:custDataLst>
          </p:nvPr>
        </p:nvSpPr>
        <p:spPr bwMode="auto">
          <a:xfrm>
            <a:off x="11298555" y="275590"/>
            <a:ext cx="13335" cy="20955"/>
          </a:xfrm>
          <a:custGeom>
            <a:avLst/>
            <a:gdLst>
              <a:gd name="T0" fmla="*/ 18 w 23"/>
              <a:gd name="T1" fmla="*/ 20 h 36"/>
              <a:gd name="T2" fmla="*/ 17 w 23"/>
              <a:gd name="T3" fmla="*/ 24 h 36"/>
              <a:gd name="T4" fmla="*/ 16 w 23"/>
              <a:gd name="T5" fmla="*/ 28 h 36"/>
              <a:gd name="T6" fmla="*/ 14 w 23"/>
              <a:gd name="T7" fmla="*/ 30 h 36"/>
              <a:gd name="T8" fmla="*/ 11 w 23"/>
              <a:gd name="T9" fmla="*/ 31 h 36"/>
              <a:gd name="T10" fmla="*/ 8 w 23"/>
              <a:gd name="T11" fmla="*/ 30 h 36"/>
              <a:gd name="T12" fmla="*/ 6 w 23"/>
              <a:gd name="T13" fmla="*/ 28 h 36"/>
              <a:gd name="T14" fmla="*/ 5 w 23"/>
              <a:gd name="T15" fmla="*/ 24 h 36"/>
              <a:gd name="T16" fmla="*/ 4 w 23"/>
              <a:gd name="T17" fmla="*/ 18 h 36"/>
              <a:gd name="T18" fmla="*/ 4 w 23"/>
              <a:gd name="T19" fmla="*/ 15 h 36"/>
              <a:gd name="T20" fmla="*/ 5 w 23"/>
              <a:gd name="T21" fmla="*/ 12 h 36"/>
              <a:gd name="T22" fmla="*/ 6 w 23"/>
              <a:gd name="T23" fmla="*/ 8 h 36"/>
              <a:gd name="T24" fmla="*/ 8 w 23"/>
              <a:gd name="T25" fmla="*/ 6 h 36"/>
              <a:gd name="T26" fmla="*/ 11 w 23"/>
              <a:gd name="T27" fmla="*/ 5 h 36"/>
              <a:gd name="T28" fmla="*/ 14 w 23"/>
              <a:gd name="T29" fmla="*/ 6 h 36"/>
              <a:gd name="T30" fmla="*/ 16 w 23"/>
              <a:gd name="T31" fmla="*/ 8 h 36"/>
              <a:gd name="T32" fmla="*/ 17 w 23"/>
              <a:gd name="T33" fmla="*/ 12 h 36"/>
              <a:gd name="T34" fmla="*/ 18 w 23"/>
              <a:gd name="T35" fmla="*/ 17 h 36"/>
              <a:gd name="T36" fmla="*/ 18 w 23"/>
              <a:gd name="T37" fmla="*/ 20 h 36"/>
              <a:gd name="T38" fmla="*/ 22 w 23"/>
              <a:gd name="T39" fmla="*/ 15 h 36"/>
              <a:gd name="T40" fmla="*/ 22 w 23"/>
              <a:gd name="T41" fmla="*/ 10 h 36"/>
              <a:gd name="T42" fmla="*/ 20 w 23"/>
              <a:gd name="T43" fmla="*/ 6 h 36"/>
              <a:gd name="T44" fmla="*/ 18 w 23"/>
              <a:gd name="T45" fmla="*/ 3 h 36"/>
              <a:gd name="T46" fmla="*/ 14 w 23"/>
              <a:gd name="T47" fmla="*/ 1 h 36"/>
              <a:gd name="T48" fmla="*/ 11 w 23"/>
              <a:gd name="T49" fmla="*/ 0 h 36"/>
              <a:gd name="T50" fmla="*/ 7 w 23"/>
              <a:gd name="T51" fmla="*/ 1 h 36"/>
              <a:gd name="T52" fmla="*/ 4 w 23"/>
              <a:gd name="T53" fmla="*/ 4 h 36"/>
              <a:gd name="T54" fmla="*/ 1 w 23"/>
              <a:gd name="T55" fmla="*/ 7 h 36"/>
              <a:gd name="T56" fmla="*/ 0 w 23"/>
              <a:gd name="T57" fmla="*/ 11 h 36"/>
              <a:gd name="T58" fmla="*/ 0 w 23"/>
              <a:gd name="T59" fmla="*/ 15 h 36"/>
              <a:gd name="T60" fmla="*/ 0 w 23"/>
              <a:gd name="T61" fmla="*/ 20 h 36"/>
              <a:gd name="T62" fmla="*/ 0 w 23"/>
              <a:gd name="T63" fmla="*/ 25 h 36"/>
              <a:gd name="T64" fmla="*/ 1 w 23"/>
              <a:gd name="T65" fmla="*/ 29 h 36"/>
              <a:gd name="T66" fmla="*/ 3 w 23"/>
              <a:gd name="T67" fmla="*/ 32 h 36"/>
              <a:gd name="T68" fmla="*/ 7 w 23"/>
              <a:gd name="T69" fmla="*/ 35 h 36"/>
              <a:gd name="T70" fmla="*/ 11 w 23"/>
              <a:gd name="T71" fmla="*/ 36 h 36"/>
              <a:gd name="T72" fmla="*/ 15 w 23"/>
              <a:gd name="T73" fmla="*/ 35 h 36"/>
              <a:gd name="T74" fmla="*/ 18 w 23"/>
              <a:gd name="T75" fmla="*/ 33 h 36"/>
              <a:gd name="T76" fmla="*/ 20 w 23"/>
              <a:gd name="T77" fmla="*/ 31 h 36"/>
              <a:gd name="T78" fmla="*/ 22 w 23"/>
              <a:gd name="T79" fmla="*/ 27 h 36"/>
              <a:gd name="T80" fmla="*/ 22 w 23"/>
              <a:gd name="T81" fmla="*/ 23 h 36"/>
              <a:gd name="T82" fmla="*/ 23 w 23"/>
              <a:gd name="T83" fmla="*/ 20 h 36"/>
              <a:gd name="T84" fmla="*/ 22 w 23"/>
              <a:gd name="T85" fmla="*/ 15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" h="36">
                <a:moveTo>
                  <a:pt x="18" y="20"/>
                </a:moveTo>
                <a:cubicBezTo>
                  <a:pt x="18" y="21"/>
                  <a:pt x="18" y="22"/>
                  <a:pt x="17" y="24"/>
                </a:cubicBezTo>
                <a:cubicBezTo>
                  <a:pt x="17" y="25"/>
                  <a:pt x="17" y="27"/>
                  <a:pt x="16" y="28"/>
                </a:cubicBezTo>
                <a:cubicBezTo>
                  <a:pt x="16" y="29"/>
                  <a:pt x="15" y="30"/>
                  <a:pt x="14" y="30"/>
                </a:cubicBezTo>
                <a:cubicBezTo>
                  <a:pt x="13" y="31"/>
                  <a:pt x="12" y="31"/>
                  <a:pt x="11" y="31"/>
                </a:cubicBezTo>
                <a:cubicBezTo>
                  <a:pt x="10" y="31"/>
                  <a:pt x="9" y="31"/>
                  <a:pt x="8" y="30"/>
                </a:cubicBezTo>
                <a:cubicBezTo>
                  <a:pt x="7" y="29"/>
                  <a:pt x="6" y="29"/>
                  <a:pt x="6" y="28"/>
                </a:cubicBezTo>
                <a:cubicBezTo>
                  <a:pt x="5" y="27"/>
                  <a:pt x="5" y="25"/>
                  <a:pt x="5" y="24"/>
                </a:cubicBezTo>
                <a:cubicBezTo>
                  <a:pt x="4" y="22"/>
                  <a:pt x="4" y="21"/>
                  <a:pt x="4" y="18"/>
                </a:cubicBezTo>
                <a:cubicBezTo>
                  <a:pt x="4" y="17"/>
                  <a:pt x="4" y="16"/>
                  <a:pt x="4" y="15"/>
                </a:cubicBezTo>
                <a:cubicBezTo>
                  <a:pt x="4" y="14"/>
                  <a:pt x="4" y="13"/>
                  <a:pt x="5" y="12"/>
                </a:cubicBezTo>
                <a:cubicBezTo>
                  <a:pt x="5" y="11"/>
                  <a:pt x="5" y="10"/>
                  <a:pt x="6" y="8"/>
                </a:cubicBezTo>
                <a:cubicBezTo>
                  <a:pt x="6" y="7"/>
                  <a:pt x="7" y="7"/>
                  <a:pt x="8" y="6"/>
                </a:cubicBezTo>
                <a:cubicBezTo>
                  <a:pt x="9" y="5"/>
                  <a:pt x="10" y="5"/>
                  <a:pt x="11" y="5"/>
                </a:cubicBezTo>
                <a:cubicBezTo>
                  <a:pt x="12" y="5"/>
                  <a:pt x="13" y="6"/>
                  <a:pt x="14" y="6"/>
                </a:cubicBezTo>
                <a:cubicBezTo>
                  <a:pt x="15" y="7"/>
                  <a:pt x="15" y="7"/>
                  <a:pt x="16" y="8"/>
                </a:cubicBezTo>
                <a:cubicBezTo>
                  <a:pt x="17" y="9"/>
                  <a:pt x="17" y="10"/>
                  <a:pt x="17" y="12"/>
                </a:cubicBezTo>
                <a:cubicBezTo>
                  <a:pt x="18" y="13"/>
                  <a:pt x="18" y="15"/>
                  <a:pt x="18" y="17"/>
                </a:cubicBezTo>
                <a:cubicBezTo>
                  <a:pt x="18" y="18"/>
                  <a:pt x="18" y="19"/>
                  <a:pt x="18" y="20"/>
                </a:cubicBezTo>
                <a:close/>
                <a:moveTo>
                  <a:pt x="22" y="15"/>
                </a:moveTo>
                <a:cubicBezTo>
                  <a:pt x="22" y="13"/>
                  <a:pt x="22" y="12"/>
                  <a:pt x="22" y="10"/>
                </a:cubicBezTo>
                <a:cubicBezTo>
                  <a:pt x="22" y="9"/>
                  <a:pt x="21" y="7"/>
                  <a:pt x="20" y="6"/>
                </a:cubicBezTo>
                <a:cubicBezTo>
                  <a:pt x="20" y="5"/>
                  <a:pt x="19" y="4"/>
                  <a:pt x="18" y="3"/>
                </a:cubicBezTo>
                <a:cubicBezTo>
                  <a:pt x="17" y="2"/>
                  <a:pt x="16" y="1"/>
                  <a:pt x="14" y="1"/>
                </a:cubicBezTo>
                <a:cubicBezTo>
                  <a:pt x="13" y="1"/>
                  <a:pt x="12" y="0"/>
                  <a:pt x="11" y="0"/>
                </a:cubicBezTo>
                <a:cubicBezTo>
                  <a:pt x="10" y="0"/>
                  <a:pt x="8" y="1"/>
                  <a:pt x="7" y="1"/>
                </a:cubicBezTo>
                <a:cubicBezTo>
                  <a:pt x="5" y="2"/>
                  <a:pt x="4" y="3"/>
                  <a:pt x="4" y="4"/>
                </a:cubicBezTo>
                <a:cubicBezTo>
                  <a:pt x="3" y="5"/>
                  <a:pt x="2" y="6"/>
                  <a:pt x="1" y="7"/>
                </a:cubicBezTo>
                <a:cubicBezTo>
                  <a:pt x="1" y="8"/>
                  <a:pt x="0" y="10"/>
                  <a:pt x="0" y="11"/>
                </a:cubicBezTo>
                <a:cubicBezTo>
                  <a:pt x="0" y="13"/>
                  <a:pt x="0" y="14"/>
                  <a:pt x="0" y="15"/>
                </a:cubicBezTo>
                <a:cubicBezTo>
                  <a:pt x="0" y="16"/>
                  <a:pt x="0" y="18"/>
                  <a:pt x="0" y="20"/>
                </a:cubicBezTo>
                <a:cubicBezTo>
                  <a:pt x="0" y="22"/>
                  <a:pt x="0" y="23"/>
                  <a:pt x="0" y="25"/>
                </a:cubicBezTo>
                <a:cubicBezTo>
                  <a:pt x="0" y="26"/>
                  <a:pt x="1" y="28"/>
                  <a:pt x="1" y="29"/>
                </a:cubicBezTo>
                <a:cubicBezTo>
                  <a:pt x="2" y="30"/>
                  <a:pt x="3" y="31"/>
                  <a:pt x="3" y="32"/>
                </a:cubicBezTo>
                <a:cubicBezTo>
                  <a:pt x="4" y="34"/>
                  <a:pt x="5" y="34"/>
                  <a:pt x="7" y="35"/>
                </a:cubicBezTo>
                <a:cubicBezTo>
                  <a:pt x="8" y="35"/>
                  <a:pt x="10" y="36"/>
                  <a:pt x="11" y="36"/>
                </a:cubicBezTo>
                <a:cubicBezTo>
                  <a:pt x="13" y="36"/>
                  <a:pt x="14" y="35"/>
                  <a:pt x="15" y="35"/>
                </a:cubicBezTo>
                <a:cubicBezTo>
                  <a:pt x="16" y="35"/>
                  <a:pt x="17" y="34"/>
                  <a:pt x="18" y="33"/>
                </a:cubicBezTo>
                <a:cubicBezTo>
                  <a:pt x="19" y="33"/>
                  <a:pt x="20" y="32"/>
                  <a:pt x="20" y="31"/>
                </a:cubicBezTo>
                <a:cubicBezTo>
                  <a:pt x="21" y="30"/>
                  <a:pt x="21" y="28"/>
                  <a:pt x="22" y="27"/>
                </a:cubicBezTo>
                <a:cubicBezTo>
                  <a:pt x="22" y="26"/>
                  <a:pt x="22" y="25"/>
                  <a:pt x="22" y="23"/>
                </a:cubicBezTo>
                <a:cubicBezTo>
                  <a:pt x="22" y="21"/>
                  <a:pt x="23" y="20"/>
                  <a:pt x="23" y="20"/>
                </a:cubicBezTo>
                <a:cubicBezTo>
                  <a:pt x="23" y="18"/>
                  <a:pt x="23" y="16"/>
                  <a:pt x="22" y="1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  <p:custDataLst>
              <p:tags r:id="rId61"/>
            </p:custDataLst>
          </p:nvPr>
        </p:nvSpPr>
        <p:spPr>
          <a:xfrm>
            <a:off x="5132070" y="521017"/>
            <a:ext cx="1978025" cy="890905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5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6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5"/>
          <p:cNvSpPr/>
          <p:nvPr>
            <p:custDataLst>
              <p:tags r:id="rId2"/>
            </p:custDataLst>
          </p:nvPr>
        </p:nvSpPr>
        <p:spPr bwMode="auto">
          <a:xfrm>
            <a:off x="11557635" y="107315"/>
            <a:ext cx="23495" cy="72390"/>
          </a:xfrm>
          <a:custGeom>
            <a:avLst/>
            <a:gdLst>
              <a:gd name="T0" fmla="*/ 0 w 40"/>
              <a:gd name="T1" fmla="*/ 117 h 124"/>
              <a:gd name="T2" fmla="*/ 7 w 40"/>
              <a:gd name="T3" fmla="*/ 122 h 124"/>
              <a:gd name="T4" fmla="*/ 23 w 40"/>
              <a:gd name="T5" fmla="*/ 95 h 124"/>
              <a:gd name="T6" fmla="*/ 39 w 40"/>
              <a:gd name="T7" fmla="*/ 34 h 124"/>
              <a:gd name="T8" fmla="*/ 15 w 40"/>
              <a:gd name="T9" fmla="*/ 0 h 124"/>
              <a:gd name="T10" fmla="*/ 7 w 40"/>
              <a:gd name="T11" fmla="*/ 7 h 124"/>
              <a:gd name="T12" fmla="*/ 12 w 40"/>
              <a:gd name="T13" fmla="*/ 42 h 124"/>
              <a:gd name="T14" fmla="*/ 6 w 40"/>
              <a:gd name="T15" fmla="*/ 95 h 124"/>
              <a:gd name="T16" fmla="*/ 0 w 40"/>
              <a:gd name="T17" fmla="*/ 117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" h="124">
                <a:moveTo>
                  <a:pt x="0" y="117"/>
                </a:moveTo>
                <a:cubicBezTo>
                  <a:pt x="0" y="117"/>
                  <a:pt x="0" y="124"/>
                  <a:pt x="7" y="122"/>
                </a:cubicBezTo>
                <a:cubicBezTo>
                  <a:pt x="7" y="122"/>
                  <a:pt x="23" y="109"/>
                  <a:pt x="23" y="95"/>
                </a:cubicBezTo>
                <a:cubicBezTo>
                  <a:pt x="23" y="95"/>
                  <a:pt x="29" y="51"/>
                  <a:pt x="39" y="34"/>
                </a:cubicBezTo>
                <a:cubicBezTo>
                  <a:pt x="39" y="34"/>
                  <a:pt x="40" y="23"/>
                  <a:pt x="15" y="0"/>
                </a:cubicBezTo>
                <a:cubicBezTo>
                  <a:pt x="15" y="0"/>
                  <a:pt x="7" y="2"/>
                  <a:pt x="7" y="7"/>
                </a:cubicBezTo>
                <a:cubicBezTo>
                  <a:pt x="8" y="11"/>
                  <a:pt x="19" y="16"/>
                  <a:pt x="12" y="42"/>
                </a:cubicBezTo>
                <a:cubicBezTo>
                  <a:pt x="6" y="95"/>
                  <a:pt x="6" y="95"/>
                  <a:pt x="6" y="95"/>
                </a:cubicBezTo>
                <a:cubicBezTo>
                  <a:pt x="6" y="95"/>
                  <a:pt x="6" y="111"/>
                  <a:pt x="0" y="117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6" name="Freeform 6"/>
          <p:cNvSpPr/>
          <p:nvPr>
            <p:custDataLst>
              <p:tags r:id="rId3"/>
            </p:custDataLst>
          </p:nvPr>
        </p:nvSpPr>
        <p:spPr bwMode="auto">
          <a:xfrm>
            <a:off x="11584305" y="172085"/>
            <a:ext cx="44450" cy="46355"/>
          </a:xfrm>
          <a:custGeom>
            <a:avLst/>
            <a:gdLst>
              <a:gd name="T0" fmla="*/ 71 w 77"/>
              <a:gd name="T1" fmla="*/ 34 h 79"/>
              <a:gd name="T2" fmla="*/ 46 w 77"/>
              <a:gd name="T3" fmla="*/ 6 h 79"/>
              <a:gd name="T4" fmla="*/ 36 w 77"/>
              <a:gd name="T5" fmla="*/ 13 h 79"/>
              <a:gd name="T6" fmla="*/ 3 w 77"/>
              <a:gd name="T7" fmla="*/ 66 h 79"/>
              <a:gd name="T8" fmla="*/ 14 w 77"/>
              <a:gd name="T9" fmla="*/ 70 h 79"/>
              <a:gd name="T10" fmla="*/ 62 w 77"/>
              <a:gd name="T11" fmla="*/ 48 h 79"/>
              <a:gd name="T12" fmla="*/ 71 w 77"/>
              <a:gd name="T13" fmla="*/ 34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" h="79">
                <a:moveTo>
                  <a:pt x="71" y="34"/>
                </a:moveTo>
                <a:cubicBezTo>
                  <a:pt x="46" y="6"/>
                  <a:pt x="46" y="6"/>
                  <a:pt x="46" y="6"/>
                </a:cubicBezTo>
                <a:cubicBezTo>
                  <a:pt x="46" y="6"/>
                  <a:pt x="34" y="0"/>
                  <a:pt x="36" y="13"/>
                </a:cubicBezTo>
                <a:cubicBezTo>
                  <a:pt x="36" y="13"/>
                  <a:pt x="24" y="55"/>
                  <a:pt x="3" y="66"/>
                </a:cubicBezTo>
                <a:cubicBezTo>
                  <a:pt x="3" y="66"/>
                  <a:pt x="0" y="79"/>
                  <a:pt x="14" y="70"/>
                </a:cubicBezTo>
                <a:cubicBezTo>
                  <a:pt x="14" y="70"/>
                  <a:pt x="51" y="47"/>
                  <a:pt x="62" y="48"/>
                </a:cubicBezTo>
                <a:cubicBezTo>
                  <a:pt x="62" y="48"/>
                  <a:pt x="77" y="44"/>
                  <a:pt x="71" y="3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7" name="Freeform 7"/>
          <p:cNvSpPr/>
          <p:nvPr>
            <p:custDataLst>
              <p:tags r:id="rId4"/>
            </p:custDataLst>
          </p:nvPr>
        </p:nvSpPr>
        <p:spPr bwMode="auto">
          <a:xfrm>
            <a:off x="11493500" y="181610"/>
            <a:ext cx="84455" cy="69215"/>
          </a:xfrm>
          <a:custGeom>
            <a:avLst/>
            <a:gdLst>
              <a:gd name="T0" fmla="*/ 141 w 146"/>
              <a:gd name="T1" fmla="*/ 10 h 119"/>
              <a:gd name="T2" fmla="*/ 135 w 146"/>
              <a:gd name="T3" fmla="*/ 3 h 119"/>
              <a:gd name="T4" fmla="*/ 96 w 146"/>
              <a:gd name="T5" fmla="*/ 35 h 119"/>
              <a:gd name="T6" fmla="*/ 61 w 146"/>
              <a:gd name="T7" fmla="*/ 66 h 119"/>
              <a:gd name="T8" fmla="*/ 38 w 146"/>
              <a:gd name="T9" fmla="*/ 83 h 119"/>
              <a:gd name="T10" fmla="*/ 36 w 146"/>
              <a:gd name="T11" fmla="*/ 80 h 119"/>
              <a:gd name="T12" fmla="*/ 32 w 146"/>
              <a:gd name="T13" fmla="*/ 18 h 119"/>
              <a:gd name="T14" fmla="*/ 28 w 146"/>
              <a:gd name="T15" fmla="*/ 28 h 119"/>
              <a:gd name="T16" fmla="*/ 0 w 146"/>
              <a:gd name="T17" fmla="*/ 92 h 119"/>
              <a:gd name="T18" fmla="*/ 22 w 146"/>
              <a:gd name="T19" fmla="*/ 119 h 119"/>
              <a:gd name="T20" fmla="*/ 82 w 146"/>
              <a:gd name="T21" fmla="*/ 88 h 119"/>
              <a:gd name="T22" fmla="*/ 111 w 146"/>
              <a:gd name="T23" fmla="*/ 57 h 119"/>
              <a:gd name="T24" fmla="*/ 141 w 146"/>
              <a:gd name="T25" fmla="*/ 1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6" h="119">
                <a:moveTo>
                  <a:pt x="141" y="10"/>
                </a:moveTo>
                <a:cubicBezTo>
                  <a:pt x="141" y="10"/>
                  <a:pt x="146" y="0"/>
                  <a:pt x="135" y="3"/>
                </a:cubicBezTo>
                <a:cubicBezTo>
                  <a:pt x="135" y="3"/>
                  <a:pt x="112" y="32"/>
                  <a:pt x="96" y="35"/>
                </a:cubicBezTo>
                <a:cubicBezTo>
                  <a:pt x="96" y="35"/>
                  <a:pt x="71" y="61"/>
                  <a:pt x="61" y="66"/>
                </a:cubicBezTo>
                <a:cubicBezTo>
                  <a:pt x="61" y="66"/>
                  <a:pt x="41" y="78"/>
                  <a:pt x="38" y="83"/>
                </a:cubicBezTo>
                <a:cubicBezTo>
                  <a:pt x="36" y="80"/>
                  <a:pt x="36" y="80"/>
                  <a:pt x="36" y="80"/>
                </a:cubicBezTo>
                <a:cubicBezTo>
                  <a:pt x="36" y="80"/>
                  <a:pt x="58" y="28"/>
                  <a:pt x="32" y="18"/>
                </a:cubicBezTo>
                <a:cubicBezTo>
                  <a:pt x="32" y="18"/>
                  <a:pt x="27" y="20"/>
                  <a:pt x="28" y="28"/>
                </a:cubicBezTo>
                <a:cubicBezTo>
                  <a:pt x="28" y="28"/>
                  <a:pt x="12" y="85"/>
                  <a:pt x="0" y="92"/>
                </a:cubicBezTo>
                <a:cubicBezTo>
                  <a:pt x="0" y="92"/>
                  <a:pt x="10" y="109"/>
                  <a:pt x="22" y="119"/>
                </a:cubicBezTo>
                <a:cubicBezTo>
                  <a:pt x="22" y="119"/>
                  <a:pt x="68" y="98"/>
                  <a:pt x="82" y="88"/>
                </a:cubicBezTo>
                <a:cubicBezTo>
                  <a:pt x="82" y="88"/>
                  <a:pt x="105" y="66"/>
                  <a:pt x="111" y="57"/>
                </a:cubicBezTo>
                <a:cubicBezTo>
                  <a:pt x="111" y="57"/>
                  <a:pt x="134" y="26"/>
                  <a:pt x="141" y="1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8" name="Freeform 8"/>
          <p:cNvSpPr/>
          <p:nvPr>
            <p:custDataLst>
              <p:tags r:id="rId5"/>
            </p:custDataLst>
          </p:nvPr>
        </p:nvSpPr>
        <p:spPr bwMode="auto">
          <a:xfrm>
            <a:off x="11809095" y="105410"/>
            <a:ext cx="121920" cy="151765"/>
          </a:xfrm>
          <a:custGeom>
            <a:avLst/>
            <a:gdLst>
              <a:gd name="T0" fmla="*/ 196 w 210"/>
              <a:gd name="T1" fmla="*/ 11 h 260"/>
              <a:gd name="T2" fmla="*/ 184 w 210"/>
              <a:gd name="T3" fmla="*/ 19 h 260"/>
              <a:gd name="T4" fmla="*/ 164 w 210"/>
              <a:gd name="T5" fmla="*/ 30 h 260"/>
              <a:gd name="T6" fmla="*/ 140 w 210"/>
              <a:gd name="T7" fmla="*/ 6 h 260"/>
              <a:gd name="T8" fmla="*/ 126 w 210"/>
              <a:gd name="T9" fmla="*/ 7 h 260"/>
              <a:gd name="T10" fmla="*/ 132 w 210"/>
              <a:gd name="T11" fmla="*/ 35 h 260"/>
              <a:gd name="T12" fmla="*/ 133 w 210"/>
              <a:gd name="T13" fmla="*/ 48 h 260"/>
              <a:gd name="T14" fmla="*/ 90 w 210"/>
              <a:gd name="T15" fmla="*/ 80 h 260"/>
              <a:gd name="T16" fmla="*/ 89 w 210"/>
              <a:gd name="T17" fmla="*/ 54 h 260"/>
              <a:gd name="T18" fmla="*/ 78 w 210"/>
              <a:gd name="T19" fmla="*/ 56 h 260"/>
              <a:gd name="T20" fmla="*/ 79 w 210"/>
              <a:gd name="T21" fmla="*/ 105 h 260"/>
              <a:gd name="T22" fmla="*/ 112 w 210"/>
              <a:gd name="T23" fmla="*/ 109 h 260"/>
              <a:gd name="T24" fmla="*/ 89 w 210"/>
              <a:gd name="T25" fmla="*/ 149 h 260"/>
              <a:gd name="T26" fmla="*/ 14 w 210"/>
              <a:gd name="T27" fmla="*/ 244 h 260"/>
              <a:gd name="T28" fmla="*/ 23 w 210"/>
              <a:gd name="T29" fmla="*/ 252 h 260"/>
              <a:gd name="T30" fmla="*/ 98 w 210"/>
              <a:gd name="T31" fmla="*/ 182 h 260"/>
              <a:gd name="T32" fmla="*/ 170 w 210"/>
              <a:gd name="T33" fmla="*/ 55 h 260"/>
              <a:gd name="T34" fmla="*/ 210 w 210"/>
              <a:gd name="T35" fmla="*/ 27 h 260"/>
              <a:gd name="T36" fmla="*/ 196 w 210"/>
              <a:gd name="T37" fmla="*/ 11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0" h="260">
                <a:moveTo>
                  <a:pt x="196" y="11"/>
                </a:moveTo>
                <a:cubicBezTo>
                  <a:pt x="189" y="9"/>
                  <a:pt x="184" y="19"/>
                  <a:pt x="184" y="19"/>
                </a:cubicBezTo>
                <a:cubicBezTo>
                  <a:pt x="164" y="30"/>
                  <a:pt x="164" y="30"/>
                  <a:pt x="164" y="30"/>
                </a:cubicBezTo>
                <a:cubicBezTo>
                  <a:pt x="166" y="23"/>
                  <a:pt x="140" y="6"/>
                  <a:pt x="140" y="6"/>
                </a:cubicBezTo>
                <a:cubicBezTo>
                  <a:pt x="128" y="0"/>
                  <a:pt x="126" y="7"/>
                  <a:pt x="126" y="7"/>
                </a:cubicBezTo>
                <a:cubicBezTo>
                  <a:pt x="122" y="16"/>
                  <a:pt x="132" y="35"/>
                  <a:pt x="132" y="35"/>
                </a:cubicBezTo>
                <a:cubicBezTo>
                  <a:pt x="133" y="48"/>
                  <a:pt x="133" y="48"/>
                  <a:pt x="133" y="48"/>
                </a:cubicBezTo>
                <a:cubicBezTo>
                  <a:pt x="90" y="80"/>
                  <a:pt x="90" y="80"/>
                  <a:pt x="90" y="80"/>
                </a:cubicBezTo>
                <a:cubicBezTo>
                  <a:pt x="75" y="73"/>
                  <a:pt x="89" y="54"/>
                  <a:pt x="89" y="54"/>
                </a:cubicBezTo>
                <a:cubicBezTo>
                  <a:pt x="87" y="39"/>
                  <a:pt x="78" y="56"/>
                  <a:pt x="78" y="56"/>
                </a:cubicBezTo>
                <a:cubicBezTo>
                  <a:pt x="67" y="81"/>
                  <a:pt x="79" y="105"/>
                  <a:pt x="79" y="105"/>
                </a:cubicBezTo>
                <a:cubicBezTo>
                  <a:pt x="90" y="123"/>
                  <a:pt x="108" y="112"/>
                  <a:pt x="112" y="109"/>
                </a:cubicBezTo>
                <a:cubicBezTo>
                  <a:pt x="106" y="115"/>
                  <a:pt x="89" y="149"/>
                  <a:pt x="89" y="149"/>
                </a:cubicBezTo>
                <a:cubicBezTo>
                  <a:pt x="68" y="204"/>
                  <a:pt x="14" y="244"/>
                  <a:pt x="14" y="244"/>
                </a:cubicBezTo>
                <a:cubicBezTo>
                  <a:pt x="0" y="260"/>
                  <a:pt x="23" y="252"/>
                  <a:pt x="23" y="252"/>
                </a:cubicBezTo>
                <a:cubicBezTo>
                  <a:pt x="44" y="243"/>
                  <a:pt x="98" y="182"/>
                  <a:pt x="98" y="182"/>
                </a:cubicBezTo>
                <a:cubicBezTo>
                  <a:pt x="175" y="91"/>
                  <a:pt x="170" y="55"/>
                  <a:pt x="170" y="55"/>
                </a:cubicBezTo>
                <a:cubicBezTo>
                  <a:pt x="188" y="47"/>
                  <a:pt x="210" y="27"/>
                  <a:pt x="210" y="27"/>
                </a:cubicBezTo>
                <a:lnTo>
                  <a:pt x="196" y="11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Freeform 9"/>
          <p:cNvSpPr/>
          <p:nvPr>
            <p:custDataLst>
              <p:tags r:id="rId6"/>
            </p:custDataLst>
          </p:nvPr>
        </p:nvSpPr>
        <p:spPr bwMode="auto">
          <a:xfrm>
            <a:off x="11912600" y="187960"/>
            <a:ext cx="33655" cy="58420"/>
          </a:xfrm>
          <a:custGeom>
            <a:avLst/>
            <a:gdLst>
              <a:gd name="T0" fmla="*/ 9 w 58"/>
              <a:gd name="T1" fmla="*/ 23 h 101"/>
              <a:gd name="T2" fmla="*/ 9 w 58"/>
              <a:gd name="T3" fmla="*/ 86 h 101"/>
              <a:gd name="T4" fmla="*/ 14 w 58"/>
              <a:gd name="T5" fmla="*/ 96 h 101"/>
              <a:gd name="T6" fmla="*/ 51 w 58"/>
              <a:gd name="T7" fmla="*/ 50 h 101"/>
              <a:gd name="T8" fmla="*/ 21 w 58"/>
              <a:gd name="T9" fmla="*/ 11 h 101"/>
              <a:gd name="T10" fmla="*/ 9 w 58"/>
              <a:gd name="T11" fmla="*/ 23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101">
                <a:moveTo>
                  <a:pt x="9" y="23"/>
                </a:moveTo>
                <a:cubicBezTo>
                  <a:pt x="9" y="23"/>
                  <a:pt x="23" y="73"/>
                  <a:pt x="9" y="86"/>
                </a:cubicBezTo>
                <a:cubicBezTo>
                  <a:pt x="9" y="86"/>
                  <a:pt x="0" y="101"/>
                  <a:pt x="14" y="96"/>
                </a:cubicBezTo>
                <a:cubicBezTo>
                  <a:pt x="14" y="96"/>
                  <a:pt x="35" y="62"/>
                  <a:pt x="51" y="50"/>
                </a:cubicBezTo>
                <a:cubicBezTo>
                  <a:pt x="51" y="50"/>
                  <a:pt x="58" y="24"/>
                  <a:pt x="21" y="11"/>
                </a:cubicBezTo>
                <a:cubicBezTo>
                  <a:pt x="21" y="11"/>
                  <a:pt x="1" y="0"/>
                  <a:pt x="9" y="2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Freeform 10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11993245" y="60960"/>
            <a:ext cx="126365" cy="217170"/>
          </a:xfrm>
          <a:custGeom>
            <a:avLst/>
            <a:gdLst>
              <a:gd name="T0" fmla="*/ 140 w 218"/>
              <a:gd name="T1" fmla="*/ 7 h 373"/>
              <a:gd name="T2" fmla="*/ 135 w 218"/>
              <a:gd name="T3" fmla="*/ 15 h 373"/>
              <a:gd name="T4" fmla="*/ 112 w 218"/>
              <a:gd name="T5" fmla="*/ 34 h 373"/>
              <a:gd name="T6" fmla="*/ 88 w 218"/>
              <a:gd name="T7" fmla="*/ 44 h 373"/>
              <a:gd name="T8" fmla="*/ 78 w 218"/>
              <a:gd name="T9" fmla="*/ 59 h 373"/>
              <a:gd name="T10" fmla="*/ 39 w 218"/>
              <a:gd name="T11" fmla="*/ 96 h 373"/>
              <a:gd name="T12" fmla="*/ 22 w 218"/>
              <a:gd name="T13" fmla="*/ 82 h 373"/>
              <a:gd name="T14" fmla="*/ 11 w 218"/>
              <a:gd name="T15" fmla="*/ 90 h 373"/>
              <a:gd name="T16" fmla="*/ 17 w 218"/>
              <a:gd name="T17" fmla="*/ 125 h 373"/>
              <a:gd name="T18" fmla="*/ 43 w 218"/>
              <a:gd name="T19" fmla="*/ 111 h 373"/>
              <a:gd name="T20" fmla="*/ 83 w 218"/>
              <a:gd name="T21" fmla="*/ 70 h 373"/>
              <a:gd name="T22" fmla="*/ 112 w 218"/>
              <a:gd name="T23" fmla="*/ 78 h 373"/>
              <a:gd name="T24" fmla="*/ 103 w 218"/>
              <a:gd name="T25" fmla="*/ 99 h 373"/>
              <a:gd name="T26" fmla="*/ 28 w 218"/>
              <a:gd name="T27" fmla="*/ 189 h 373"/>
              <a:gd name="T28" fmla="*/ 27 w 218"/>
              <a:gd name="T29" fmla="*/ 220 h 373"/>
              <a:gd name="T30" fmla="*/ 51 w 218"/>
              <a:gd name="T31" fmla="*/ 220 h 373"/>
              <a:gd name="T32" fmla="*/ 76 w 218"/>
              <a:gd name="T33" fmla="*/ 194 h 373"/>
              <a:gd name="T34" fmla="*/ 67 w 218"/>
              <a:gd name="T35" fmla="*/ 231 h 373"/>
              <a:gd name="T36" fmla="*/ 90 w 218"/>
              <a:gd name="T37" fmla="*/ 244 h 373"/>
              <a:gd name="T38" fmla="*/ 125 w 218"/>
              <a:gd name="T39" fmla="*/ 255 h 373"/>
              <a:gd name="T40" fmla="*/ 3 w 218"/>
              <a:gd name="T41" fmla="*/ 309 h 373"/>
              <a:gd name="T42" fmla="*/ 102 w 218"/>
              <a:gd name="T43" fmla="*/ 361 h 373"/>
              <a:gd name="T44" fmla="*/ 148 w 218"/>
              <a:gd name="T45" fmla="*/ 325 h 373"/>
              <a:gd name="T46" fmla="*/ 149 w 218"/>
              <a:gd name="T47" fmla="*/ 288 h 373"/>
              <a:gd name="T48" fmla="*/ 154 w 218"/>
              <a:gd name="T49" fmla="*/ 280 h 373"/>
              <a:gd name="T50" fmla="*/ 179 w 218"/>
              <a:gd name="T51" fmla="*/ 286 h 373"/>
              <a:gd name="T52" fmla="*/ 193 w 218"/>
              <a:gd name="T53" fmla="*/ 286 h 373"/>
              <a:gd name="T54" fmla="*/ 188 w 218"/>
              <a:gd name="T55" fmla="*/ 262 h 373"/>
              <a:gd name="T56" fmla="*/ 142 w 218"/>
              <a:gd name="T57" fmla="*/ 256 h 373"/>
              <a:gd name="T58" fmla="*/ 99 w 218"/>
              <a:gd name="T59" fmla="*/ 224 h 373"/>
              <a:gd name="T60" fmla="*/ 114 w 218"/>
              <a:gd name="T61" fmla="*/ 162 h 373"/>
              <a:gd name="T62" fmla="*/ 75 w 218"/>
              <a:gd name="T63" fmla="*/ 168 h 373"/>
              <a:gd name="T64" fmla="*/ 111 w 218"/>
              <a:gd name="T65" fmla="*/ 129 h 373"/>
              <a:gd name="T66" fmla="*/ 120 w 218"/>
              <a:gd name="T67" fmla="*/ 111 h 373"/>
              <a:gd name="T68" fmla="*/ 141 w 218"/>
              <a:gd name="T69" fmla="*/ 80 h 373"/>
              <a:gd name="T70" fmla="*/ 172 w 218"/>
              <a:gd name="T71" fmla="*/ 13 h 373"/>
              <a:gd name="T72" fmla="*/ 140 w 218"/>
              <a:gd name="T73" fmla="*/ 7 h 373"/>
              <a:gd name="T74" fmla="*/ 129 w 218"/>
              <a:gd name="T75" fmla="*/ 314 h 373"/>
              <a:gd name="T76" fmla="*/ 63 w 218"/>
              <a:gd name="T77" fmla="*/ 330 h 373"/>
              <a:gd name="T78" fmla="*/ 79 w 218"/>
              <a:gd name="T79" fmla="*/ 301 h 373"/>
              <a:gd name="T80" fmla="*/ 114 w 218"/>
              <a:gd name="T81" fmla="*/ 283 h 373"/>
              <a:gd name="T82" fmla="*/ 129 w 218"/>
              <a:gd name="T83" fmla="*/ 314 h 373"/>
              <a:gd name="T84" fmla="*/ 119 w 218"/>
              <a:gd name="T85" fmla="*/ 50 h 373"/>
              <a:gd name="T86" fmla="*/ 123 w 218"/>
              <a:gd name="T87" fmla="*/ 42 h 373"/>
              <a:gd name="T88" fmla="*/ 136 w 218"/>
              <a:gd name="T89" fmla="*/ 33 h 373"/>
              <a:gd name="T90" fmla="*/ 119 w 218"/>
              <a:gd name="T91" fmla="*/ 50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18" h="373">
                <a:moveTo>
                  <a:pt x="140" y="7"/>
                </a:moveTo>
                <a:cubicBezTo>
                  <a:pt x="135" y="15"/>
                  <a:pt x="135" y="15"/>
                  <a:pt x="135" y="15"/>
                </a:cubicBezTo>
                <a:cubicBezTo>
                  <a:pt x="112" y="34"/>
                  <a:pt x="112" y="34"/>
                  <a:pt x="112" y="34"/>
                </a:cubicBezTo>
                <a:cubicBezTo>
                  <a:pt x="112" y="34"/>
                  <a:pt x="113" y="52"/>
                  <a:pt x="88" y="44"/>
                </a:cubicBezTo>
                <a:cubicBezTo>
                  <a:pt x="88" y="44"/>
                  <a:pt x="79" y="44"/>
                  <a:pt x="78" y="59"/>
                </a:cubicBezTo>
                <a:cubicBezTo>
                  <a:pt x="39" y="96"/>
                  <a:pt x="39" y="96"/>
                  <a:pt x="39" y="96"/>
                </a:cubicBezTo>
                <a:cubicBezTo>
                  <a:pt x="39" y="96"/>
                  <a:pt x="26" y="107"/>
                  <a:pt x="22" y="82"/>
                </a:cubicBezTo>
                <a:cubicBezTo>
                  <a:pt x="22" y="82"/>
                  <a:pt x="18" y="63"/>
                  <a:pt x="11" y="90"/>
                </a:cubicBezTo>
                <a:cubicBezTo>
                  <a:pt x="11" y="90"/>
                  <a:pt x="10" y="120"/>
                  <a:pt x="17" y="125"/>
                </a:cubicBezTo>
                <a:cubicBezTo>
                  <a:pt x="17" y="125"/>
                  <a:pt x="41" y="132"/>
                  <a:pt x="43" y="111"/>
                </a:cubicBezTo>
                <a:cubicBezTo>
                  <a:pt x="43" y="111"/>
                  <a:pt x="78" y="76"/>
                  <a:pt x="83" y="70"/>
                </a:cubicBezTo>
                <a:cubicBezTo>
                  <a:pt x="83" y="70"/>
                  <a:pt x="104" y="82"/>
                  <a:pt x="112" y="78"/>
                </a:cubicBezTo>
                <a:cubicBezTo>
                  <a:pt x="112" y="78"/>
                  <a:pt x="120" y="81"/>
                  <a:pt x="103" y="99"/>
                </a:cubicBezTo>
                <a:cubicBezTo>
                  <a:pt x="103" y="99"/>
                  <a:pt x="44" y="188"/>
                  <a:pt x="28" y="189"/>
                </a:cubicBezTo>
                <a:cubicBezTo>
                  <a:pt x="28" y="189"/>
                  <a:pt x="21" y="209"/>
                  <a:pt x="27" y="220"/>
                </a:cubicBezTo>
                <a:cubicBezTo>
                  <a:pt x="27" y="220"/>
                  <a:pt x="47" y="225"/>
                  <a:pt x="51" y="220"/>
                </a:cubicBezTo>
                <a:cubicBezTo>
                  <a:pt x="76" y="194"/>
                  <a:pt x="76" y="194"/>
                  <a:pt x="76" y="194"/>
                </a:cubicBezTo>
                <a:cubicBezTo>
                  <a:pt x="76" y="194"/>
                  <a:pt x="80" y="207"/>
                  <a:pt x="67" y="231"/>
                </a:cubicBezTo>
                <a:cubicBezTo>
                  <a:pt x="67" y="231"/>
                  <a:pt x="66" y="257"/>
                  <a:pt x="90" y="244"/>
                </a:cubicBezTo>
                <a:cubicBezTo>
                  <a:pt x="90" y="244"/>
                  <a:pt x="118" y="236"/>
                  <a:pt x="125" y="255"/>
                </a:cubicBezTo>
                <a:cubicBezTo>
                  <a:pt x="125" y="255"/>
                  <a:pt x="77" y="246"/>
                  <a:pt x="3" y="309"/>
                </a:cubicBezTo>
                <a:cubicBezTo>
                  <a:pt x="3" y="309"/>
                  <a:pt x="0" y="332"/>
                  <a:pt x="102" y="361"/>
                </a:cubicBezTo>
                <a:cubicBezTo>
                  <a:pt x="102" y="361"/>
                  <a:pt x="143" y="373"/>
                  <a:pt x="148" y="325"/>
                </a:cubicBezTo>
                <a:cubicBezTo>
                  <a:pt x="149" y="288"/>
                  <a:pt x="149" y="288"/>
                  <a:pt x="149" y="288"/>
                </a:cubicBezTo>
                <a:cubicBezTo>
                  <a:pt x="149" y="288"/>
                  <a:pt x="143" y="283"/>
                  <a:pt x="154" y="280"/>
                </a:cubicBezTo>
                <a:cubicBezTo>
                  <a:pt x="179" y="286"/>
                  <a:pt x="179" y="286"/>
                  <a:pt x="179" y="286"/>
                </a:cubicBezTo>
                <a:cubicBezTo>
                  <a:pt x="179" y="286"/>
                  <a:pt x="186" y="300"/>
                  <a:pt x="193" y="286"/>
                </a:cubicBezTo>
                <a:cubicBezTo>
                  <a:pt x="193" y="286"/>
                  <a:pt x="218" y="277"/>
                  <a:pt x="188" y="262"/>
                </a:cubicBezTo>
                <a:cubicBezTo>
                  <a:pt x="142" y="256"/>
                  <a:pt x="142" y="256"/>
                  <a:pt x="142" y="256"/>
                </a:cubicBezTo>
                <a:cubicBezTo>
                  <a:pt x="142" y="256"/>
                  <a:pt x="151" y="228"/>
                  <a:pt x="99" y="224"/>
                </a:cubicBezTo>
                <a:cubicBezTo>
                  <a:pt x="114" y="162"/>
                  <a:pt x="114" y="162"/>
                  <a:pt x="114" y="162"/>
                </a:cubicBezTo>
                <a:cubicBezTo>
                  <a:pt x="114" y="162"/>
                  <a:pt x="102" y="141"/>
                  <a:pt x="75" y="168"/>
                </a:cubicBezTo>
                <a:cubicBezTo>
                  <a:pt x="75" y="168"/>
                  <a:pt x="98" y="137"/>
                  <a:pt x="111" y="129"/>
                </a:cubicBezTo>
                <a:cubicBezTo>
                  <a:pt x="111" y="129"/>
                  <a:pt x="118" y="129"/>
                  <a:pt x="120" y="111"/>
                </a:cubicBezTo>
                <a:cubicBezTo>
                  <a:pt x="120" y="111"/>
                  <a:pt x="130" y="109"/>
                  <a:pt x="141" y="80"/>
                </a:cubicBezTo>
                <a:cubicBezTo>
                  <a:pt x="141" y="80"/>
                  <a:pt x="157" y="80"/>
                  <a:pt x="172" y="13"/>
                </a:cubicBezTo>
                <a:cubicBezTo>
                  <a:pt x="172" y="13"/>
                  <a:pt x="152" y="0"/>
                  <a:pt x="140" y="7"/>
                </a:cubicBezTo>
                <a:close/>
                <a:moveTo>
                  <a:pt x="129" y="314"/>
                </a:moveTo>
                <a:cubicBezTo>
                  <a:pt x="123" y="356"/>
                  <a:pt x="63" y="330"/>
                  <a:pt x="63" y="330"/>
                </a:cubicBezTo>
                <a:cubicBezTo>
                  <a:pt x="32" y="324"/>
                  <a:pt x="79" y="301"/>
                  <a:pt x="79" y="301"/>
                </a:cubicBezTo>
                <a:cubicBezTo>
                  <a:pt x="114" y="283"/>
                  <a:pt x="114" y="283"/>
                  <a:pt x="114" y="283"/>
                </a:cubicBezTo>
                <a:cubicBezTo>
                  <a:pt x="145" y="270"/>
                  <a:pt x="129" y="314"/>
                  <a:pt x="129" y="314"/>
                </a:cubicBezTo>
                <a:close/>
                <a:moveTo>
                  <a:pt x="119" y="50"/>
                </a:moveTo>
                <a:cubicBezTo>
                  <a:pt x="119" y="50"/>
                  <a:pt x="118" y="45"/>
                  <a:pt x="123" y="42"/>
                </a:cubicBezTo>
                <a:cubicBezTo>
                  <a:pt x="136" y="33"/>
                  <a:pt x="136" y="33"/>
                  <a:pt x="136" y="33"/>
                </a:cubicBezTo>
                <a:cubicBezTo>
                  <a:pt x="136" y="33"/>
                  <a:pt x="128" y="63"/>
                  <a:pt x="11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Freeform 11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11667490" y="67945"/>
            <a:ext cx="114300" cy="203835"/>
          </a:xfrm>
          <a:custGeom>
            <a:avLst/>
            <a:gdLst>
              <a:gd name="T0" fmla="*/ 115 w 197"/>
              <a:gd name="T1" fmla="*/ 250 h 350"/>
              <a:gd name="T2" fmla="*/ 144 w 197"/>
              <a:gd name="T3" fmla="*/ 194 h 350"/>
              <a:gd name="T4" fmla="*/ 141 w 197"/>
              <a:gd name="T5" fmla="*/ 178 h 350"/>
              <a:gd name="T6" fmla="*/ 145 w 197"/>
              <a:gd name="T7" fmla="*/ 168 h 350"/>
              <a:gd name="T8" fmla="*/ 137 w 197"/>
              <a:gd name="T9" fmla="*/ 162 h 350"/>
              <a:gd name="T10" fmla="*/ 119 w 197"/>
              <a:gd name="T11" fmla="*/ 145 h 350"/>
              <a:gd name="T12" fmla="*/ 129 w 197"/>
              <a:gd name="T13" fmla="*/ 132 h 350"/>
              <a:gd name="T14" fmla="*/ 171 w 197"/>
              <a:gd name="T15" fmla="*/ 107 h 350"/>
              <a:gd name="T16" fmla="*/ 191 w 197"/>
              <a:gd name="T17" fmla="*/ 60 h 350"/>
              <a:gd name="T18" fmla="*/ 181 w 197"/>
              <a:gd name="T19" fmla="*/ 46 h 350"/>
              <a:gd name="T20" fmla="*/ 168 w 197"/>
              <a:gd name="T21" fmla="*/ 62 h 350"/>
              <a:gd name="T22" fmla="*/ 133 w 197"/>
              <a:gd name="T23" fmla="*/ 90 h 350"/>
              <a:gd name="T24" fmla="*/ 151 w 197"/>
              <a:gd name="T25" fmla="*/ 35 h 350"/>
              <a:gd name="T26" fmla="*/ 149 w 197"/>
              <a:gd name="T27" fmla="*/ 15 h 350"/>
              <a:gd name="T28" fmla="*/ 137 w 197"/>
              <a:gd name="T29" fmla="*/ 30 h 350"/>
              <a:gd name="T30" fmla="*/ 90 w 197"/>
              <a:gd name="T31" fmla="*/ 123 h 350"/>
              <a:gd name="T32" fmla="*/ 60 w 197"/>
              <a:gd name="T33" fmla="*/ 138 h 350"/>
              <a:gd name="T34" fmla="*/ 45 w 197"/>
              <a:gd name="T35" fmla="*/ 154 h 350"/>
              <a:gd name="T36" fmla="*/ 69 w 197"/>
              <a:gd name="T37" fmla="*/ 173 h 350"/>
              <a:gd name="T38" fmla="*/ 41 w 197"/>
              <a:gd name="T39" fmla="*/ 234 h 350"/>
              <a:gd name="T40" fmla="*/ 32 w 197"/>
              <a:gd name="T41" fmla="*/ 251 h 350"/>
              <a:gd name="T42" fmla="*/ 52 w 197"/>
              <a:gd name="T43" fmla="*/ 265 h 350"/>
              <a:gd name="T44" fmla="*/ 85 w 197"/>
              <a:gd name="T45" fmla="*/ 246 h 350"/>
              <a:gd name="T46" fmla="*/ 88 w 197"/>
              <a:gd name="T47" fmla="*/ 253 h 350"/>
              <a:gd name="T48" fmla="*/ 78 w 197"/>
              <a:gd name="T49" fmla="*/ 281 h 350"/>
              <a:gd name="T50" fmla="*/ 48 w 197"/>
              <a:gd name="T51" fmla="*/ 302 h 350"/>
              <a:gd name="T52" fmla="*/ 34 w 197"/>
              <a:gd name="T53" fmla="*/ 306 h 350"/>
              <a:gd name="T54" fmla="*/ 31 w 197"/>
              <a:gd name="T55" fmla="*/ 339 h 350"/>
              <a:gd name="T56" fmla="*/ 51 w 197"/>
              <a:gd name="T57" fmla="*/ 332 h 350"/>
              <a:gd name="T58" fmla="*/ 65 w 197"/>
              <a:gd name="T59" fmla="*/ 309 h 350"/>
              <a:gd name="T60" fmla="*/ 108 w 197"/>
              <a:gd name="T61" fmla="*/ 342 h 350"/>
              <a:gd name="T62" fmla="*/ 115 w 197"/>
              <a:gd name="T63" fmla="*/ 309 h 350"/>
              <a:gd name="T64" fmla="*/ 115 w 197"/>
              <a:gd name="T65" fmla="*/ 250 h 350"/>
              <a:gd name="T66" fmla="*/ 85 w 197"/>
              <a:gd name="T67" fmla="*/ 220 h 350"/>
              <a:gd name="T68" fmla="*/ 66 w 197"/>
              <a:gd name="T69" fmla="*/ 232 h 350"/>
              <a:gd name="T70" fmla="*/ 82 w 197"/>
              <a:gd name="T71" fmla="*/ 178 h 350"/>
              <a:gd name="T72" fmla="*/ 106 w 197"/>
              <a:gd name="T73" fmla="*/ 154 h 350"/>
              <a:gd name="T74" fmla="*/ 95 w 197"/>
              <a:gd name="T75" fmla="*/ 197 h 350"/>
              <a:gd name="T76" fmla="*/ 85 w 197"/>
              <a:gd name="T77" fmla="*/ 220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7" h="350">
                <a:moveTo>
                  <a:pt x="115" y="250"/>
                </a:moveTo>
                <a:cubicBezTo>
                  <a:pt x="115" y="250"/>
                  <a:pt x="109" y="233"/>
                  <a:pt x="144" y="194"/>
                </a:cubicBezTo>
                <a:cubicBezTo>
                  <a:pt x="141" y="178"/>
                  <a:pt x="141" y="178"/>
                  <a:pt x="141" y="178"/>
                </a:cubicBezTo>
                <a:cubicBezTo>
                  <a:pt x="145" y="168"/>
                  <a:pt x="145" y="168"/>
                  <a:pt x="145" y="168"/>
                </a:cubicBezTo>
                <a:cubicBezTo>
                  <a:pt x="137" y="162"/>
                  <a:pt x="137" y="162"/>
                  <a:pt x="137" y="162"/>
                </a:cubicBezTo>
                <a:cubicBezTo>
                  <a:pt x="137" y="162"/>
                  <a:pt x="136" y="145"/>
                  <a:pt x="119" y="145"/>
                </a:cubicBezTo>
                <a:cubicBezTo>
                  <a:pt x="119" y="145"/>
                  <a:pt x="110" y="143"/>
                  <a:pt x="129" y="132"/>
                </a:cubicBezTo>
                <a:cubicBezTo>
                  <a:pt x="171" y="107"/>
                  <a:pt x="171" y="107"/>
                  <a:pt x="171" y="107"/>
                </a:cubicBezTo>
                <a:cubicBezTo>
                  <a:pt x="191" y="60"/>
                  <a:pt x="191" y="60"/>
                  <a:pt x="191" y="60"/>
                </a:cubicBezTo>
                <a:cubicBezTo>
                  <a:pt x="191" y="60"/>
                  <a:pt x="197" y="52"/>
                  <a:pt x="181" y="46"/>
                </a:cubicBezTo>
                <a:cubicBezTo>
                  <a:pt x="181" y="46"/>
                  <a:pt x="179" y="56"/>
                  <a:pt x="168" y="62"/>
                </a:cubicBezTo>
                <a:cubicBezTo>
                  <a:pt x="157" y="67"/>
                  <a:pt x="141" y="81"/>
                  <a:pt x="133" y="90"/>
                </a:cubicBezTo>
                <a:cubicBezTo>
                  <a:pt x="133" y="90"/>
                  <a:pt x="150" y="45"/>
                  <a:pt x="151" y="35"/>
                </a:cubicBezTo>
                <a:cubicBezTo>
                  <a:pt x="149" y="15"/>
                  <a:pt x="149" y="15"/>
                  <a:pt x="149" y="15"/>
                </a:cubicBezTo>
                <a:cubicBezTo>
                  <a:pt x="149" y="15"/>
                  <a:pt x="138" y="0"/>
                  <a:pt x="137" y="30"/>
                </a:cubicBezTo>
                <a:cubicBezTo>
                  <a:pt x="90" y="123"/>
                  <a:pt x="90" y="123"/>
                  <a:pt x="90" y="123"/>
                </a:cubicBezTo>
                <a:cubicBezTo>
                  <a:pt x="60" y="138"/>
                  <a:pt x="60" y="138"/>
                  <a:pt x="60" y="138"/>
                </a:cubicBezTo>
                <a:cubicBezTo>
                  <a:pt x="60" y="138"/>
                  <a:pt x="32" y="132"/>
                  <a:pt x="45" y="154"/>
                </a:cubicBezTo>
                <a:cubicBezTo>
                  <a:pt x="69" y="173"/>
                  <a:pt x="69" y="173"/>
                  <a:pt x="69" y="173"/>
                </a:cubicBezTo>
                <a:cubicBezTo>
                  <a:pt x="41" y="234"/>
                  <a:pt x="41" y="234"/>
                  <a:pt x="41" y="234"/>
                </a:cubicBezTo>
                <a:cubicBezTo>
                  <a:pt x="32" y="251"/>
                  <a:pt x="32" y="251"/>
                  <a:pt x="32" y="251"/>
                </a:cubicBezTo>
                <a:cubicBezTo>
                  <a:pt x="52" y="265"/>
                  <a:pt x="52" y="265"/>
                  <a:pt x="52" y="265"/>
                </a:cubicBezTo>
                <a:cubicBezTo>
                  <a:pt x="85" y="246"/>
                  <a:pt x="85" y="246"/>
                  <a:pt x="85" y="246"/>
                </a:cubicBezTo>
                <a:cubicBezTo>
                  <a:pt x="85" y="246"/>
                  <a:pt x="89" y="246"/>
                  <a:pt x="88" y="253"/>
                </a:cubicBezTo>
                <a:cubicBezTo>
                  <a:pt x="78" y="281"/>
                  <a:pt x="78" y="281"/>
                  <a:pt x="78" y="281"/>
                </a:cubicBezTo>
                <a:cubicBezTo>
                  <a:pt x="78" y="281"/>
                  <a:pt x="56" y="303"/>
                  <a:pt x="48" y="302"/>
                </a:cubicBezTo>
                <a:cubicBezTo>
                  <a:pt x="48" y="302"/>
                  <a:pt x="45" y="302"/>
                  <a:pt x="34" y="306"/>
                </a:cubicBezTo>
                <a:cubicBezTo>
                  <a:pt x="34" y="306"/>
                  <a:pt x="0" y="323"/>
                  <a:pt x="31" y="339"/>
                </a:cubicBezTo>
                <a:cubicBezTo>
                  <a:pt x="31" y="339"/>
                  <a:pt x="41" y="350"/>
                  <a:pt x="51" y="332"/>
                </a:cubicBezTo>
                <a:cubicBezTo>
                  <a:pt x="65" y="309"/>
                  <a:pt x="65" y="309"/>
                  <a:pt x="65" y="309"/>
                </a:cubicBezTo>
                <a:cubicBezTo>
                  <a:pt x="108" y="342"/>
                  <a:pt x="108" y="342"/>
                  <a:pt x="108" y="342"/>
                </a:cubicBezTo>
                <a:cubicBezTo>
                  <a:pt x="108" y="342"/>
                  <a:pt x="117" y="330"/>
                  <a:pt x="115" y="309"/>
                </a:cubicBezTo>
                <a:lnTo>
                  <a:pt x="115" y="250"/>
                </a:lnTo>
                <a:close/>
                <a:moveTo>
                  <a:pt x="85" y="220"/>
                </a:moveTo>
                <a:cubicBezTo>
                  <a:pt x="66" y="232"/>
                  <a:pt x="66" y="232"/>
                  <a:pt x="66" y="232"/>
                </a:cubicBezTo>
                <a:cubicBezTo>
                  <a:pt x="82" y="178"/>
                  <a:pt x="82" y="178"/>
                  <a:pt x="82" y="178"/>
                </a:cubicBezTo>
                <a:cubicBezTo>
                  <a:pt x="87" y="161"/>
                  <a:pt x="106" y="154"/>
                  <a:pt x="106" y="154"/>
                </a:cubicBezTo>
                <a:cubicBezTo>
                  <a:pt x="105" y="170"/>
                  <a:pt x="95" y="197"/>
                  <a:pt x="95" y="197"/>
                </a:cubicBezTo>
                <a:cubicBezTo>
                  <a:pt x="90" y="212"/>
                  <a:pt x="85" y="220"/>
                  <a:pt x="85" y="22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12"/>
          <p:cNvSpPr/>
          <p:nvPr>
            <p:custDataLst>
              <p:tags r:id="rId9"/>
            </p:custDataLst>
          </p:nvPr>
        </p:nvSpPr>
        <p:spPr bwMode="auto">
          <a:xfrm>
            <a:off x="11731625" y="220980"/>
            <a:ext cx="40640" cy="36195"/>
          </a:xfrm>
          <a:custGeom>
            <a:avLst/>
            <a:gdLst>
              <a:gd name="T0" fmla="*/ 51 w 70"/>
              <a:gd name="T1" fmla="*/ 9 h 62"/>
              <a:gd name="T2" fmla="*/ 22 w 70"/>
              <a:gd name="T3" fmla="*/ 0 h 62"/>
              <a:gd name="T4" fmla="*/ 18 w 70"/>
              <a:gd name="T5" fmla="*/ 12 h 62"/>
              <a:gd name="T6" fmla="*/ 37 w 70"/>
              <a:gd name="T7" fmla="*/ 39 h 62"/>
              <a:gd name="T8" fmla="*/ 57 w 70"/>
              <a:gd name="T9" fmla="*/ 44 h 62"/>
              <a:gd name="T10" fmla="*/ 64 w 70"/>
              <a:gd name="T11" fmla="*/ 30 h 62"/>
              <a:gd name="T12" fmla="*/ 51 w 70"/>
              <a:gd name="T13" fmla="*/ 9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" h="62">
                <a:moveTo>
                  <a:pt x="51" y="9"/>
                </a:moveTo>
                <a:cubicBezTo>
                  <a:pt x="22" y="0"/>
                  <a:pt x="22" y="0"/>
                  <a:pt x="22" y="0"/>
                </a:cubicBezTo>
                <a:cubicBezTo>
                  <a:pt x="22" y="0"/>
                  <a:pt x="0" y="1"/>
                  <a:pt x="18" y="12"/>
                </a:cubicBezTo>
                <a:cubicBezTo>
                  <a:pt x="18" y="12"/>
                  <a:pt x="32" y="27"/>
                  <a:pt x="37" y="39"/>
                </a:cubicBezTo>
                <a:cubicBezTo>
                  <a:pt x="37" y="39"/>
                  <a:pt x="42" y="62"/>
                  <a:pt x="57" y="44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0"/>
                  <a:pt x="70" y="17"/>
                  <a:pt x="51" y="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Freeform 13"/>
          <p:cNvSpPr/>
          <p:nvPr>
            <p:custDataLst>
              <p:tags r:id="rId10"/>
            </p:custDataLst>
          </p:nvPr>
        </p:nvSpPr>
        <p:spPr bwMode="auto">
          <a:xfrm>
            <a:off x="11506200" y="298450"/>
            <a:ext cx="22860" cy="2921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0 w 39"/>
              <a:gd name="T11" fmla="*/ 50 h 50"/>
              <a:gd name="T12" fmla="*/ 7 w 39"/>
              <a:gd name="T13" fmla="*/ 48 h 50"/>
              <a:gd name="T14" fmla="*/ 4 w 39"/>
              <a:gd name="T15" fmla="*/ 50 h 50"/>
              <a:gd name="T16" fmla="*/ 2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2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0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4" y="49"/>
                  <a:pt x="4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3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2" y="20"/>
                  <a:pt x="2" y="13"/>
                </a:cubicBezTo>
                <a:cubicBezTo>
                  <a:pt x="2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Freeform 14"/>
          <p:cNvSpPr/>
          <p:nvPr>
            <p:custDataLst>
              <p:tags r:id="rId11"/>
            </p:custDataLst>
          </p:nvPr>
        </p:nvSpPr>
        <p:spPr bwMode="auto">
          <a:xfrm>
            <a:off x="11532870" y="299085"/>
            <a:ext cx="34290" cy="27940"/>
          </a:xfrm>
          <a:custGeom>
            <a:avLst/>
            <a:gdLst>
              <a:gd name="T0" fmla="*/ 0 w 59"/>
              <a:gd name="T1" fmla="*/ 47 h 48"/>
              <a:gd name="T2" fmla="*/ 8 w 59"/>
              <a:gd name="T3" fmla="*/ 40 h 48"/>
              <a:gd name="T4" fmla="*/ 8 w 59"/>
              <a:gd name="T5" fmla="*/ 8 h 48"/>
              <a:gd name="T6" fmla="*/ 0 w 59"/>
              <a:gd name="T7" fmla="*/ 2 h 48"/>
              <a:gd name="T8" fmla="*/ 0 w 59"/>
              <a:gd name="T9" fmla="*/ 0 h 48"/>
              <a:gd name="T10" fmla="*/ 24 w 59"/>
              <a:gd name="T11" fmla="*/ 0 h 48"/>
              <a:gd name="T12" fmla="*/ 24 w 59"/>
              <a:gd name="T13" fmla="*/ 2 h 48"/>
              <a:gd name="T14" fmla="*/ 17 w 59"/>
              <a:gd name="T15" fmla="*/ 8 h 48"/>
              <a:gd name="T16" fmla="*/ 17 w 59"/>
              <a:gd name="T17" fmla="*/ 22 h 48"/>
              <a:gd name="T18" fmla="*/ 43 w 59"/>
              <a:gd name="T19" fmla="*/ 22 h 48"/>
              <a:gd name="T20" fmla="*/ 43 w 59"/>
              <a:gd name="T21" fmla="*/ 8 h 48"/>
              <a:gd name="T22" fmla="*/ 35 w 59"/>
              <a:gd name="T23" fmla="*/ 2 h 48"/>
              <a:gd name="T24" fmla="*/ 35 w 59"/>
              <a:gd name="T25" fmla="*/ 0 h 48"/>
              <a:gd name="T26" fmla="*/ 59 w 59"/>
              <a:gd name="T27" fmla="*/ 0 h 48"/>
              <a:gd name="T28" fmla="*/ 59 w 59"/>
              <a:gd name="T29" fmla="*/ 2 h 48"/>
              <a:gd name="T30" fmla="*/ 52 w 59"/>
              <a:gd name="T31" fmla="*/ 8 h 48"/>
              <a:gd name="T32" fmla="*/ 52 w 59"/>
              <a:gd name="T33" fmla="*/ 41 h 48"/>
              <a:gd name="T34" fmla="*/ 59 w 59"/>
              <a:gd name="T35" fmla="*/ 47 h 48"/>
              <a:gd name="T36" fmla="*/ 59 w 59"/>
              <a:gd name="T37" fmla="*/ 48 h 48"/>
              <a:gd name="T38" fmla="*/ 35 w 59"/>
              <a:gd name="T39" fmla="*/ 48 h 48"/>
              <a:gd name="T40" fmla="*/ 35 w 59"/>
              <a:gd name="T41" fmla="*/ 47 h 48"/>
              <a:gd name="T42" fmla="*/ 43 w 59"/>
              <a:gd name="T43" fmla="*/ 40 h 48"/>
              <a:gd name="T44" fmla="*/ 43 w 59"/>
              <a:gd name="T45" fmla="*/ 26 h 48"/>
              <a:gd name="T46" fmla="*/ 17 w 59"/>
              <a:gd name="T47" fmla="*/ 26 h 48"/>
              <a:gd name="T48" fmla="*/ 17 w 59"/>
              <a:gd name="T49" fmla="*/ 41 h 48"/>
              <a:gd name="T50" fmla="*/ 24 w 59"/>
              <a:gd name="T51" fmla="*/ 47 h 48"/>
              <a:gd name="T52" fmla="*/ 24 w 59"/>
              <a:gd name="T53" fmla="*/ 48 h 48"/>
              <a:gd name="T54" fmla="*/ 0 w 59"/>
              <a:gd name="T55" fmla="*/ 48 h 48"/>
              <a:gd name="T56" fmla="*/ 0 w 59"/>
              <a:gd name="T5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9" h="48">
                <a:moveTo>
                  <a:pt x="0" y="47"/>
                </a:moveTo>
                <a:cubicBezTo>
                  <a:pt x="7" y="47"/>
                  <a:pt x="8" y="45"/>
                  <a:pt x="8" y="40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22"/>
                  <a:pt x="17" y="22"/>
                  <a:pt x="17" y="22"/>
                </a:cubicBezTo>
                <a:cubicBezTo>
                  <a:pt x="43" y="22"/>
                  <a:pt x="43" y="22"/>
                  <a:pt x="43" y="22"/>
                </a:cubicBezTo>
                <a:cubicBezTo>
                  <a:pt x="43" y="8"/>
                  <a:pt x="43" y="8"/>
                  <a:pt x="43" y="8"/>
                </a:cubicBezTo>
                <a:cubicBezTo>
                  <a:pt x="43" y="3"/>
                  <a:pt x="42" y="2"/>
                  <a:pt x="35" y="2"/>
                </a:cubicBezTo>
                <a:cubicBezTo>
                  <a:pt x="35" y="0"/>
                  <a:pt x="35" y="0"/>
                  <a:pt x="35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2"/>
                  <a:pt x="59" y="2"/>
                  <a:pt x="59" y="2"/>
                </a:cubicBezTo>
                <a:cubicBezTo>
                  <a:pt x="53" y="2"/>
                  <a:pt x="52" y="3"/>
                  <a:pt x="52" y="8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5"/>
                  <a:pt x="53" y="47"/>
                  <a:pt x="59" y="47"/>
                </a:cubicBezTo>
                <a:cubicBezTo>
                  <a:pt x="59" y="48"/>
                  <a:pt x="59" y="48"/>
                  <a:pt x="59" y="48"/>
                </a:cubicBezTo>
                <a:cubicBezTo>
                  <a:pt x="35" y="48"/>
                  <a:pt x="35" y="48"/>
                  <a:pt x="35" y="48"/>
                </a:cubicBezTo>
                <a:cubicBezTo>
                  <a:pt x="35" y="47"/>
                  <a:pt x="35" y="47"/>
                  <a:pt x="35" y="47"/>
                </a:cubicBezTo>
                <a:cubicBezTo>
                  <a:pt x="43" y="47"/>
                  <a:pt x="43" y="45"/>
                  <a:pt x="43" y="40"/>
                </a:cubicBezTo>
                <a:cubicBezTo>
                  <a:pt x="43" y="26"/>
                  <a:pt x="43" y="26"/>
                  <a:pt x="43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41"/>
                  <a:pt x="17" y="41"/>
                  <a:pt x="17" y="41"/>
                </a:cubicBezTo>
                <a:cubicBezTo>
                  <a:pt x="17" y="45"/>
                  <a:pt x="17" y="47"/>
                  <a:pt x="24" y="47"/>
                </a:cubicBezTo>
                <a:cubicBezTo>
                  <a:pt x="24" y="48"/>
                  <a:pt x="24" y="48"/>
                  <a:pt x="24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Freeform 15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11568430" y="299085"/>
            <a:ext cx="35560" cy="27940"/>
          </a:xfrm>
          <a:custGeom>
            <a:avLst/>
            <a:gdLst>
              <a:gd name="T0" fmla="*/ 18 w 61"/>
              <a:gd name="T1" fmla="*/ 30 h 48"/>
              <a:gd name="T2" fmla="*/ 28 w 61"/>
              <a:gd name="T3" fmla="*/ 10 h 48"/>
              <a:gd name="T4" fmla="*/ 38 w 61"/>
              <a:gd name="T5" fmla="*/ 30 h 48"/>
              <a:gd name="T6" fmla="*/ 18 w 61"/>
              <a:gd name="T7" fmla="*/ 30 h 48"/>
              <a:gd name="T8" fmla="*/ 61 w 61"/>
              <a:gd name="T9" fmla="*/ 47 h 48"/>
              <a:gd name="T10" fmla="*/ 53 w 61"/>
              <a:gd name="T11" fmla="*/ 41 h 48"/>
              <a:gd name="T12" fmla="*/ 31 w 61"/>
              <a:gd name="T13" fmla="*/ 0 h 48"/>
              <a:gd name="T14" fmla="*/ 29 w 61"/>
              <a:gd name="T15" fmla="*/ 0 h 48"/>
              <a:gd name="T16" fmla="*/ 11 w 61"/>
              <a:gd name="T17" fmla="*/ 35 h 48"/>
              <a:gd name="T18" fmla="*/ 5 w 61"/>
              <a:gd name="T19" fmla="*/ 45 h 48"/>
              <a:gd name="T20" fmla="*/ 0 w 61"/>
              <a:gd name="T21" fmla="*/ 47 h 48"/>
              <a:gd name="T22" fmla="*/ 0 w 61"/>
              <a:gd name="T23" fmla="*/ 48 h 48"/>
              <a:gd name="T24" fmla="*/ 18 w 61"/>
              <a:gd name="T25" fmla="*/ 48 h 48"/>
              <a:gd name="T26" fmla="*/ 18 w 61"/>
              <a:gd name="T27" fmla="*/ 47 h 48"/>
              <a:gd name="T28" fmla="*/ 12 w 61"/>
              <a:gd name="T29" fmla="*/ 44 h 48"/>
              <a:gd name="T30" fmla="*/ 12 w 61"/>
              <a:gd name="T31" fmla="*/ 41 h 48"/>
              <a:gd name="T32" fmla="*/ 16 w 61"/>
              <a:gd name="T33" fmla="*/ 33 h 48"/>
              <a:gd name="T34" fmla="*/ 39 w 61"/>
              <a:gd name="T35" fmla="*/ 33 h 48"/>
              <a:gd name="T36" fmla="*/ 43 w 61"/>
              <a:gd name="T37" fmla="*/ 40 h 48"/>
              <a:gd name="T38" fmla="*/ 44 w 61"/>
              <a:gd name="T39" fmla="*/ 44 h 48"/>
              <a:gd name="T40" fmla="*/ 38 w 61"/>
              <a:gd name="T41" fmla="*/ 47 h 48"/>
              <a:gd name="T42" fmla="*/ 38 w 61"/>
              <a:gd name="T43" fmla="*/ 48 h 48"/>
              <a:gd name="T44" fmla="*/ 61 w 61"/>
              <a:gd name="T45" fmla="*/ 48 h 48"/>
              <a:gd name="T46" fmla="*/ 61 w 61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1" h="48">
                <a:moveTo>
                  <a:pt x="18" y="30"/>
                </a:moveTo>
                <a:cubicBezTo>
                  <a:pt x="28" y="10"/>
                  <a:pt x="28" y="10"/>
                  <a:pt x="28" y="10"/>
                </a:cubicBezTo>
                <a:cubicBezTo>
                  <a:pt x="38" y="30"/>
                  <a:pt x="38" y="30"/>
                  <a:pt x="38" y="30"/>
                </a:cubicBezTo>
                <a:lnTo>
                  <a:pt x="18" y="30"/>
                </a:lnTo>
                <a:close/>
                <a:moveTo>
                  <a:pt x="61" y="47"/>
                </a:moveTo>
                <a:cubicBezTo>
                  <a:pt x="57" y="47"/>
                  <a:pt x="55" y="46"/>
                  <a:pt x="53" y="41"/>
                </a:cubicBezTo>
                <a:cubicBezTo>
                  <a:pt x="31" y="0"/>
                  <a:pt x="31" y="0"/>
                  <a:pt x="31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11" y="35"/>
                  <a:pt x="11" y="35"/>
                  <a:pt x="11" y="35"/>
                </a:cubicBezTo>
                <a:cubicBezTo>
                  <a:pt x="10" y="38"/>
                  <a:pt x="7" y="44"/>
                  <a:pt x="5" y="45"/>
                </a:cubicBezTo>
                <a:cubicBezTo>
                  <a:pt x="3" y="47"/>
                  <a:pt x="2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18" y="48"/>
                  <a:pt x="18" y="48"/>
                  <a:pt x="18" y="48"/>
                </a:cubicBezTo>
                <a:cubicBezTo>
                  <a:pt x="18" y="47"/>
                  <a:pt x="18" y="47"/>
                  <a:pt x="18" y="47"/>
                </a:cubicBezTo>
                <a:cubicBezTo>
                  <a:pt x="16" y="47"/>
                  <a:pt x="12" y="47"/>
                  <a:pt x="12" y="44"/>
                </a:cubicBezTo>
                <a:cubicBezTo>
                  <a:pt x="12" y="43"/>
                  <a:pt x="12" y="42"/>
                  <a:pt x="12" y="41"/>
                </a:cubicBezTo>
                <a:cubicBezTo>
                  <a:pt x="16" y="33"/>
                  <a:pt x="16" y="33"/>
                  <a:pt x="16" y="33"/>
                </a:cubicBezTo>
                <a:cubicBezTo>
                  <a:pt x="39" y="33"/>
                  <a:pt x="39" y="33"/>
                  <a:pt x="39" y="33"/>
                </a:cubicBezTo>
                <a:cubicBezTo>
                  <a:pt x="43" y="40"/>
                  <a:pt x="43" y="40"/>
                  <a:pt x="43" y="40"/>
                </a:cubicBezTo>
                <a:cubicBezTo>
                  <a:pt x="43" y="41"/>
                  <a:pt x="44" y="43"/>
                  <a:pt x="44" y="44"/>
                </a:cubicBezTo>
                <a:cubicBezTo>
                  <a:pt x="44" y="47"/>
                  <a:pt x="42" y="47"/>
                  <a:pt x="38" y="47"/>
                </a:cubicBezTo>
                <a:cubicBezTo>
                  <a:pt x="38" y="48"/>
                  <a:pt x="38" y="48"/>
                  <a:pt x="38" y="48"/>
                </a:cubicBezTo>
                <a:cubicBezTo>
                  <a:pt x="61" y="48"/>
                  <a:pt x="61" y="48"/>
                  <a:pt x="61" y="48"/>
                </a:cubicBezTo>
                <a:lnTo>
                  <a:pt x="61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Freeform 16"/>
          <p:cNvSpPr/>
          <p:nvPr>
            <p:custDataLst>
              <p:tags r:id="rId13"/>
            </p:custDataLst>
          </p:nvPr>
        </p:nvSpPr>
        <p:spPr bwMode="auto">
          <a:xfrm>
            <a:off x="11605260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Freeform 17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11641455" y="299085"/>
            <a:ext cx="33655" cy="27940"/>
          </a:xfrm>
          <a:custGeom>
            <a:avLst/>
            <a:gdLst>
              <a:gd name="T0" fmla="*/ 17 w 58"/>
              <a:gd name="T1" fmla="*/ 6 h 48"/>
              <a:gd name="T2" fmla="*/ 21 w 58"/>
              <a:gd name="T3" fmla="*/ 3 h 48"/>
              <a:gd name="T4" fmla="*/ 41 w 58"/>
              <a:gd name="T5" fmla="*/ 8 h 48"/>
              <a:gd name="T6" fmla="*/ 49 w 58"/>
              <a:gd name="T7" fmla="*/ 25 h 48"/>
              <a:gd name="T8" fmla="*/ 22 w 58"/>
              <a:gd name="T9" fmla="*/ 46 h 48"/>
              <a:gd name="T10" fmla="*/ 17 w 58"/>
              <a:gd name="T11" fmla="*/ 43 h 48"/>
              <a:gd name="T12" fmla="*/ 17 w 58"/>
              <a:gd name="T13" fmla="*/ 6 h 48"/>
              <a:gd name="T14" fmla="*/ 0 w 58"/>
              <a:gd name="T15" fmla="*/ 48 h 48"/>
              <a:gd name="T16" fmla="*/ 25 w 58"/>
              <a:gd name="T17" fmla="*/ 48 h 48"/>
              <a:gd name="T18" fmla="*/ 58 w 58"/>
              <a:gd name="T19" fmla="*/ 25 h 48"/>
              <a:gd name="T20" fmla="*/ 23 w 58"/>
              <a:gd name="T21" fmla="*/ 0 h 48"/>
              <a:gd name="T22" fmla="*/ 0 w 58"/>
              <a:gd name="T23" fmla="*/ 0 h 48"/>
              <a:gd name="T24" fmla="*/ 0 w 58"/>
              <a:gd name="T25" fmla="*/ 2 h 48"/>
              <a:gd name="T26" fmla="*/ 8 w 58"/>
              <a:gd name="T27" fmla="*/ 8 h 48"/>
              <a:gd name="T28" fmla="*/ 8 w 58"/>
              <a:gd name="T29" fmla="*/ 41 h 48"/>
              <a:gd name="T30" fmla="*/ 0 w 58"/>
              <a:gd name="T31" fmla="*/ 47 h 48"/>
              <a:gd name="T32" fmla="*/ 0 w 58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8" h="48">
                <a:moveTo>
                  <a:pt x="17" y="6"/>
                </a:moveTo>
                <a:cubicBezTo>
                  <a:pt x="17" y="5"/>
                  <a:pt x="17" y="3"/>
                  <a:pt x="21" y="3"/>
                </a:cubicBezTo>
                <a:cubicBezTo>
                  <a:pt x="32" y="3"/>
                  <a:pt x="36" y="5"/>
                  <a:pt x="41" y="8"/>
                </a:cubicBezTo>
                <a:cubicBezTo>
                  <a:pt x="47" y="13"/>
                  <a:pt x="49" y="19"/>
                  <a:pt x="49" y="25"/>
                </a:cubicBezTo>
                <a:cubicBezTo>
                  <a:pt x="49" y="46"/>
                  <a:pt x="27" y="46"/>
                  <a:pt x="22" y="46"/>
                </a:cubicBezTo>
                <a:cubicBezTo>
                  <a:pt x="18" y="46"/>
                  <a:pt x="17" y="45"/>
                  <a:pt x="17" y="43"/>
                </a:cubicBezTo>
                <a:lnTo>
                  <a:pt x="17" y="6"/>
                </a:lnTo>
                <a:close/>
                <a:moveTo>
                  <a:pt x="0" y="48"/>
                </a:moveTo>
                <a:cubicBezTo>
                  <a:pt x="25" y="48"/>
                  <a:pt x="25" y="48"/>
                  <a:pt x="25" y="48"/>
                </a:cubicBezTo>
                <a:cubicBezTo>
                  <a:pt x="51" y="48"/>
                  <a:pt x="58" y="34"/>
                  <a:pt x="58" y="25"/>
                </a:cubicBezTo>
                <a:cubicBezTo>
                  <a:pt x="58" y="8"/>
                  <a:pt x="44" y="0"/>
                  <a:pt x="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7" y="2"/>
                  <a:pt x="8" y="3"/>
                  <a:pt x="8" y="8"/>
                </a:cubicBezTo>
                <a:cubicBezTo>
                  <a:pt x="8" y="41"/>
                  <a:pt x="8" y="41"/>
                  <a:pt x="8" y="41"/>
                </a:cubicBezTo>
                <a:cubicBezTo>
                  <a:pt x="8" y="46"/>
                  <a:pt x="7" y="47"/>
                  <a:pt x="0" y="47"/>
                </a:cubicBezTo>
                <a:lnTo>
                  <a:pt x="0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Freeform 18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11678920" y="298450"/>
            <a:ext cx="33020" cy="29210"/>
          </a:xfrm>
          <a:custGeom>
            <a:avLst/>
            <a:gdLst>
              <a:gd name="T0" fmla="*/ 29 w 57"/>
              <a:gd name="T1" fmla="*/ 48 h 50"/>
              <a:gd name="T2" fmla="*/ 10 w 57"/>
              <a:gd name="T3" fmla="*/ 25 h 50"/>
              <a:gd name="T4" fmla="*/ 29 w 57"/>
              <a:gd name="T5" fmla="*/ 3 h 50"/>
              <a:gd name="T6" fmla="*/ 47 w 57"/>
              <a:gd name="T7" fmla="*/ 25 h 50"/>
              <a:gd name="T8" fmla="*/ 29 w 57"/>
              <a:gd name="T9" fmla="*/ 48 h 50"/>
              <a:gd name="T10" fmla="*/ 29 w 57"/>
              <a:gd name="T11" fmla="*/ 50 h 50"/>
              <a:gd name="T12" fmla="*/ 57 w 57"/>
              <a:gd name="T13" fmla="*/ 26 h 50"/>
              <a:gd name="T14" fmla="*/ 29 w 57"/>
              <a:gd name="T15" fmla="*/ 0 h 50"/>
              <a:gd name="T16" fmla="*/ 0 w 57"/>
              <a:gd name="T17" fmla="*/ 26 h 50"/>
              <a:gd name="T18" fmla="*/ 29 w 57"/>
              <a:gd name="T19" fmla="*/ 5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" h="50">
                <a:moveTo>
                  <a:pt x="29" y="48"/>
                </a:moveTo>
                <a:cubicBezTo>
                  <a:pt x="19" y="48"/>
                  <a:pt x="10" y="41"/>
                  <a:pt x="10" y="25"/>
                </a:cubicBezTo>
                <a:cubicBezTo>
                  <a:pt x="10" y="9"/>
                  <a:pt x="20" y="3"/>
                  <a:pt x="29" y="3"/>
                </a:cubicBezTo>
                <a:cubicBezTo>
                  <a:pt x="38" y="3"/>
                  <a:pt x="47" y="9"/>
                  <a:pt x="47" y="25"/>
                </a:cubicBezTo>
                <a:cubicBezTo>
                  <a:pt x="47" y="41"/>
                  <a:pt x="38" y="48"/>
                  <a:pt x="29" y="48"/>
                </a:cubicBezTo>
                <a:close/>
                <a:moveTo>
                  <a:pt x="29" y="50"/>
                </a:moveTo>
                <a:cubicBezTo>
                  <a:pt x="44" y="50"/>
                  <a:pt x="57" y="41"/>
                  <a:pt x="57" y="26"/>
                </a:cubicBezTo>
                <a:cubicBezTo>
                  <a:pt x="57" y="9"/>
                  <a:pt x="43" y="0"/>
                  <a:pt x="29" y="0"/>
                </a:cubicBezTo>
                <a:cubicBezTo>
                  <a:pt x="14" y="0"/>
                  <a:pt x="0" y="9"/>
                  <a:pt x="0" y="26"/>
                </a:cubicBezTo>
                <a:cubicBezTo>
                  <a:pt x="0" y="41"/>
                  <a:pt x="13" y="50"/>
                  <a:pt x="2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Freeform 19"/>
          <p:cNvSpPr/>
          <p:nvPr>
            <p:custDataLst>
              <p:tags r:id="rId16"/>
            </p:custDataLst>
          </p:nvPr>
        </p:nvSpPr>
        <p:spPr bwMode="auto">
          <a:xfrm>
            <a:off x="11714480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3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1 w 60"/>
              <a:gd name="T15" fmla="*/ 47 h 49"/>
              <a:gd name="T16" fmla="*/ 21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9 w 60"/>
              <a:gd name="T23" fmla="*/ 38 h 49"/>
              <a:gd name="T24" fmla="*/ 9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1" y="47"/>
                </a:cubicBezTo>
                <a:cubicBezTo>
                  <a:pt x="21" y="48"/>
                  <a:pt x="21" y="48"/>
                  <a:pt x="21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9" y="46"/>
                  <a:pt x="9" y="38"/>
                </a:cubicBezTo>
                <a:cubicBezTo>
                  <a:pt x="9" y="6"/>
                  <a:pt x="9" y="6"/>
                  <a:pt x="9" y="6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Freeform 20"/>
          <p:cNvSpPr/>
          <p:nvPr>
            <p:custDataLst>
              <p:tags r:id="rId17"/>
            </p:custDataLst>
          </p:nvPr>
        </p:nvSpPr>
        <p:spPr bwMode="auto">
          <a:xfrm>
            <a:off x="11751945" y="298450"/>
            <a:ext cx="33655" cy="29210"/>
          </a:xfrm>
          <a:custGeom>
            <a:avLst/>
            <a:gdLst>
              <a:gd name="T0" fmla="*/ 58 w 58"/>
              <a:gd name="T1" fmla="*/ 25 h 50"/>
              <a:gd name="T2" fmla="*/ 52 w 58"/>
              <a:gd name="T3" fmla="*/ 31 h 50"/>
              <a:gd name="T4" fmla="*/ 52 w 58"/>
              <a:gd name="T5" fmla="*/ 45 h 50"/>
              <a:gd name="T6" fmla="*/ 31 w 58"/>
              <a:gd name="T7" fmla="*/ 50 h 50"/>
              <a:gd name="T8" fmla="*/ 7 w 58"/>
              <a:gd name="T9" fmla="*/ 43 h 50"/>
              <a:gd name="T10" fmla="*/ 0 w 58"/>
              <a:gd name="T11" fmla="*/ 25 h 50"/>
              <a:gd name="T12" fmla="*/ 29 w 58"/>
              <a:gd name="T13" fmla="*/ 0 h 50"/>
              <a:gd name="T14" fmla="*/ 45 w 58"/>
              <a:gd name="T15" fmla="*/ 3 h 50"/>
              <a:gd name="T16" fmla="*/ 49 w 58"/>
              <a:gd name="T17" fmla="*/ 0 h 50"/>
              <a:gd name="T18" fmla="*/ 51 w 58"/>
              <a:gd name="T19" fmla="*/ 0 h 50"/>
              <a:gd name="T20" fmla="*/ 52 w 58"/>
              <a:gd name="T21" fmla="*/ 16 h 50"/>
              <a:gd name="T22" fmla="*/ 50 w 58"/>
              <a:gd name="T23" fmla="*/ 16 h 50"/>
              <a:gd name="T24" fmla="*/ 31 w 58"/>
              <a:gd name="T25" fmla="*/ 3 h 50"/>
              <a:gd name="T26" fmla="*/ 9 w 58"/>
              <a:gd name="T27" fmla="*/ 26 h 50"/>
              <a:gd name="T28" fmla="*/ 32 w 58"/>
              <a:gd name="T29" fmla="*/ 48 h 50"/>
              <a:gd name="T30" fmla="*/ 44 w 58"/>
              <a:gd name="T31" fmla="*/ 43 h 50"/>
              <a:gd name="T32" fmla="*/ 44 w 58"/>
              <a:gd name="T33" fmla="*/ 32 h 50"/>
              <a:gd name="T34" fmla="*/ 36 w 58"/>
              <a:gd name="T35" fmla="*/ 25 h 50"/>
              <a:gd name="T36" fmla="*/ 36 w 58"/>
              <a:gd name="T37" fmla="*/ 24 h 50"/>
              <a:gd name="T38" fmla="*/ 58 w 58"/>
              <a:gd name="T39" fmla="*/ 24 h 50"/>
              <a:gd name="T40" fmla="*/ 58 w 58"/>
              <a:gd name="T41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8" h="50">
                <a:moveTo>
                  <a:pt x="58" y="25"/>
                </a:moveTo>
                <a:cubicBezTo>
                  <a:pt x="55" y="25"/>
                  <a:pt x="52" y="26"/>
                  <a:pt x="52" y="31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6"/>
                  <a:pt x="41" y="50"/>
                  <a:pt x="31" y="50"/>
                </a:cubicBezTo>
                <a:cubicBezTo>
                  <a:pt x="23" y="50"/>
                  <a:pt x="13" y="48"/>
                  <a:pt x="7" y="43"/>
                </a:cubicBezTo>
                <a:cubicBezTo>
                  <a:pt x="2" y="38"/>
                  <a:pt x="0" y="34"/>
                  <a:pt x="0" y="25"/>
                </a:cubicBezTo>
                <a:cubicBezTo>
                  <a:pt x="0" y="13"/>
                  <a:pt x="11" y="0"/>
                  <a:pt x="29" y="0"/>
                </a:cubicBezTo>
                <a:cubicBezTo>
                  <a:pt x="38" y="0"/>
                  <a:pt x="42" y="3"/>
                  <a:pt x="45" y="3"/>
                </a:cubicBezTo>
                <a:cubicBezTo>
                  <a:pt x="46" y="3"/>
                  <a:pt x="48" y="2"/>
                  <a:pt x="49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16"/>
                  <a:pt x="52" y="16"/>
                  <a:pt x="52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47" y="11"/>
                  <a:pt x="43" y="3"/>
                  <a:pt x="31" y="3"/>
                </a:cubicBezTo>
                <a:cubicBezTo>
                  <a:pt x="22" y="3"/>
                  <a:pt x="9" y="8"/>
                  <a:pt x="9" y="26"/>
                </a:cubicBezTo>
                <a:cubicBezTo>
                  <a:pt x="9" y="39"/>
                  <a:pt x="19" y="48"/>
                  <a:pt x="32" y="48"/>
                </a:cubicBezTo>
                <a:cubicBezTo>
                  <a:pt x="38" y="48"/>
                  <a:pt x="44" y="46"/>
                  <a:pt x="44" y="43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26"/>
                  <a:pt x="42" y="25"/>
                  <a:pt x="36" y="25"/>
                </a:cubicBezTo>
                <a:cubicBezTo>
                  <a:pt x="36" y="24"/>
                  <a:pt x="36" y="24"/>
                  <a:pt x="36" y="24"/>
                </a:cubicBezTo>
                <a:cubicBezTo>
                  <a:pt x="58" y="24"/>
                  <a:pt x="58" y="24"/>
                  <a:pt x="58" y="24"/>
                </a:cubicBezTo>
                <a:lnTo>
                  <a:pt x="58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Freeform 21"/>
          <p:cNvSpPr/>
          <p:nvPr>
            <p:custDataLst>
              <p:tags r:id="rId18"/>
            </p:custDataLst>
          </p:nvPr>
        </p:nvSpPr>
        <p:spPr bwMode="auto">
          <a:xfrm>
            <a:off x="11799570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30 h 49"/>
              <a:gd name="T6" fmla="*/ 30 w 60"/>
              <a:gd name="T7" fmla="*/ 49 h 49"/>
              <a:gd name="T8" fmla="*/ 8 w 60"/>
              <a:gd name="T9" fmla="*/ 31 h 49"/>
              <a:gd name="T10" fmla="*/ 8 w 60"/>
              <a:gd name="T11" fmla="*/ 8 h 49"/>
              <a:gd name="T12" fmla="*/ 0 w 60"/>
              <a:gd name="T13" fmla="*/ 2 h 49"/>
              <a:gd name="T14" fmla="*/ 0 w 60"/>
              <a:gd name="T15" fmla="*/ 0 h 49"/>
              <a:gd name="T16" fmla="*/ 25 w 60"/>
              <a:gd name="T17" fmla="*/ 0 h 49"/>
              <a:gd name="T18" fmla="*/ 25 w 60"/>
              <a:gd name="T19" fmla="*/ 2 h 49"/>
              <a:gd name="T20" fmla="*/ 17 w 60"/>
              <a:gd name="T21" fmla="*/ 8 h 49"/>
              <a:gd name="T22" fmla="*/ 17 w 60"/>
              <a:gd name="T23" fmla="*/ 32 h 49"/>
              <a:gd name="T24" fmla="*/ 32 w 60"/>
              <a:gd name="T25" fmla="*/ 46 h 49"/>
              <a:gd name="T26" fmla="*/ 46 w 60"/>
              <a:gd name="T27" fmla="*/ 41 h 49"/>
              <a:gd name="T28" fmla="*/ 48 w 60"/>
              <a:gd name="T29" fmla="*/ 31 h 49"/>
              <a:gd name="T30" fmla="*/ 48 w 60"/>
              <a:gd name="T31" fmla="*/ 11 h 49"/>
              <a:gd name="T32" fmla="*/ 40 w 60"/>
              <a:gd name="T33" fmla="*/ 2 h 49"/>
              <a:gd name="T34" fmla="*/ 40 w 60"/>
              <a:gd name="T35" fmla="*/ 0 h 49"/>
              <a:gd name="T36" fmla="*/ 60 w 60"/>
              <a:gd name="T37" fmla="*/ 0 h 49"/>
              <a:gd name="T38" fmla="*/ 60 w 60"/>
              <a:gd name="T39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4" y="2"/>
                  <a:pt x="52" y="4"/>
                  <a:pt x="52" y="11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6"/>
                  <a:pt x="52" y="49"/>
                  <a:pt x="30" y="49"/>
                </a:cubicBezTo>
                <a:cubicBezTo>
                  <a:pt x="8" y="49"/>
                  <a:pt x="8" y="35"/>
                  <a:pt x="8" y="3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2"/>
                  <a:pt x="25" y="2"/>
                  <a:pt x="25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32"/>
                  <a:pt x="17" y="32"/>
                  <a:pt x="17" y="32"/>
                </a:cubicBezTo>
                <a:cubicBezTo>
                  <a:pt x="17" y="36"/>
                  <a:pt x="17" y="46"/>
                  <a:pt x="32" y="46"/>
                </a:cubicBezTo>
                <a:cubicBezTo>
                  <a:pt x="39" y="46"/>
                  <a:pt x="44" y="44"/>
                  <a:pt x="46" y="41"/>
                </a:cubicBezTo>
                <a:cubicBezTo>
                  <a:pt x="48" y="39"/>
                  <a:pt x="48" y="37"/>
                  <a:pt x="48" y="3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Freeform 22"/>
          <p:cNvSpPr/>
          <p:nvPr>
            <p:custDataLst>
              <p:tags r:id="rId19"/>
            </p:custDataLst>
          </p:nvPr>
        </p:nvSpPr>
        <p:spPr bwMode="auto">
          <a:xfrm>
            <a:off x="11835765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Freeform 23"/>
          <p:cNvSpPr/>
          <p:nvPr>
            <p:custDataLst>
              <p:tags r:id="rId20"/>
            </p:custDataLst>
          </p:nvPr>
        </p:nvSpPr>
        <p:spPr bwMode="auto">
          <a:xfrm>
            <a:off x="11872595" y="299085"/>
            <a:ext cx="15240" cy="2794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Freeform 24"/>
          <p:cNvSpPr/>
          <p:nvPr>
            <p:custDataLst>
              <p:tags r:id="rId21"/>
            </p:custDataLst>
          </p:nvPr>
        </p:nvSpPr>
        <p:spPr bwMode="auto">
          <a:xfrm>
            <a:off x="11889740" y="299085"/>
            <a:ext cx="34290" cy="28575"/>
          </a:xfrm>
          <a:custGeom>
            <a:avLst/>
            <a:gdLst>
              <a:gd name="T0" fmla="*/ 59 w 59"/>
              <a:gd name="T1" fmla="*/ 2 h 49"/>
              <a:gd name="T2" fmla="*/ 51 w 59"/>
              <a:gd name="T3" fmla="*/ 9 h 49"/>
              <a:gd name="T4" fmla="*/ 32 w 59"/>
              <a:gd name="T5" fmla="*/ 49 h 49"/>
              <a:gd name="T6" fmla="*/ 31 w 59"/>
              <a:gd name="T7" fmla="*/ 49 h 49"/>
              <a:gd name="T8" fmla="*/ 9 w 59"/>
              <a:gd name="T9" fmla="*/ 9 h 49"/>
              <a:gd name="T10" fmla="*/ 0 w 59"/>
              <a:gd name="T11" fmla="*/ 2 h 49"/>
              <a:gd name="T12" fmla="*/ 0 w 59"/>
              <a:gd name="T13" fmla="*/ 0 h 49"/>
              <a:gd name="T14" fmla="*/ 23 w 59"/>
              <a:gd name="T15" fmla="*/ 0 h 49"/>
              <a:gd name="T16" fmla="*/ 23 w 59"/>
              <a:gd name="T17" fmla="*/ 2 h 49"/>
              <a:gd name="T18" fmla="*/ 17 w 59"/>
              <a:gd name="T19" fmla="*/ 5 h 49"/>
              <a:gd name="T20" fmla="*/ 20 w 59"/>
              <a:gd name="T21" fmla="*/ 12 h 49"/>
              <a:gd name="T22" fmla="*/ 33 w 59"/>
              <a:gd name="T23" fmla="*/ 37 h 49"/>
              <a:gd name="T24" fmla="*/ 46 w 59"/>
              <a:gd name="T25" fmla="*/ 10 h 49"/>
              <a:gd name="T26" fmla="*/ 48 w 59"/>
              <a:gd name="T27" fmla="*/ 5 h 49"/>
              <a:gd name="T28" fmla="*/ 41 w 59"/>
              <a:gd name="T29" fmla="*/ 2 h 49"/>
              <a:gd name="T30" fmla="*/ 41 w 59"/>
              <a:gd name="T31" fmla="*/ 0 h 49"/>
              <a:gd name="T32" fmla="*/ 59 w 59"/>
              <a:gd name="T33" fmla="*/ 0 h 49"/>
              <a:gd name="T34" fmla="*/ 59 w 59"/>
              <a:gd name="T3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" h="49">
                <a:moveTo>
                  <a:pt x="59" y="2"/>
                </a:moveTo>
                <a:cubicBezTo>
                  <a:pt x="55" y="2"/>
                  <a:pt x="54" y="3"/>
                  <a:pt x="51" y="9"/>
                </a:cubicBezTo>
                <a:cubicBezTo>
                  <a:pt x="32" y="49"/>
                  <a:pt x="32" y="49"/>
                  <a:pt x="32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9" y="9"/>
                  <a:pt x="9" y="9"/>
                  <a:pt x="9" y="9"/>
                </a:cubicBezTo>
                <a:cubicBezTo>
                  <a:pt x="6" y="3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2"/>
                  <a:pt x="23" y="2"/>
                  <a:pt x="23" y="2"/>
                </a:cubicBezTo>
                <a:cubicBezTo>
                  <a:pt x="18" y="2"/>
                  <a:pt x="17" y="2"/>
                  <a:pt x="17" y="5"/>
                </a:cubicBezTo>
                <a:cubicBezTo>
                  <a:pt x="17" y="6"/>
                  <a:pt x="18" y="9"/>
                  <a:pt x="20" y="12"/>
                </a:cubicBezTo>
                <a:cubicBezTo>
                  <a:pt x="33" y="37"/>
                  <a:pt x="33" y="37"/>
                  <a:pt x="33" y="37"/>
                </a:cubicBezTo>
                <a:cubicBezTo>
                  <a:pt x="46" y="10"/>
                  <a:pt x="46" y="10"/>
                  <a:pt x="46" y="10"/>
                </a:cubicBezTo>
                <a:cubicBezTo>
                  <a:pt x="46" y="10"/>
                  <a:pt x="48" y="7"/>
                  <a:pt x="48" y="5"/>
                </a:cubicBezTo>
                <a:cubicBezTo>
                  <a:pt x="48" y="2"/>
                  <a:pt x="45" y="2"/>
                  <a:pt x="41" y="2"/>
                </a:cubicBezTo>
                <a:cubicBezTo>
                  <a:pt x="41" y="0"/>
                  <a:pt x="41" y="0"/>
                  <a:pt x="41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Freeform 25"/>
          <p:cNvSpPr/>
          <p:nvPr>
            <p:custDataLst>
              <p:tags r:id="rId22"/>
            </p:custDataLst>
          </p:nvPr>
        </p:nvSpPr>
        <p:spPr bwMode="auto">
          <a:xfrm>
            <a:off x="11925300" y="299085"/>
            <a:ext cx="29845" cy="27940"/>
          </a:xfrm>
          <a:custGeom>
            <a:avLst/>
            <a:gdLst>
              <a:gd name="T0" fmla="*/ 47 w 51"/>
              <a:gd name="T1" fmla="*/ 48 h 48"/>
              <a:gd name="T2" fmla="*/ 0 w 51"/>
              <a:gd name="T3" fmla="*/ 48 h 48"/>
              <a:gd name="T4" fmla="*/ 0 w 51"/>
              <a:gd name="T5" fmla="*/ 47 h 48"/>
              <a:gd name="T6" fmla="*/ 8 w 51"/>
              <a:gd name="T7" fmla="*/ 41 h 48"/>
              <a:gd name="T8" fmla="*/ 8 w 51"/>
              <a:gd name="T9" fmla="*/ 8 h 48"/>
              <a:gd name="T10" fmla="*/ 0 w 51"/>
              <a:gd name="T11" fmla="*/ 2 h 48"/>
              <a:gd name="T12" fmla="*/ 0 w 51"/>
              <a:gd name="T13" fmla="*/ 0 h 48"/>
              <a:gd name="T14" fmla="*/ 47 w 51"/>
              <a:gd name="T15" fmla="*/ 0 h 48"/>
              <a:gd name="T16" fmla="*/ 47 w 51"/>
              <a:gd name="T17" fmla="*/ 11 h 48"/>
              <a:gd name="T18" fmla="*/ 45 w 51"/>
              <a:gd name="T19" fmla="*/ 11 h 48"/>
              <a:gd name="T20" fmla="*/ 31 w 51"/>
              <a:gd name="T21" fmla="*/ 3 h 48"/>
              <a:gd name="T22" fmla="*/ 20 w 51"/>
              <a:gd name="T23" fmla="*/ 3 h 48"/>
              <a:gd name="T24" fmla="*/ 17 w 51"/>
              <a:gd name="T25" fmla="*/ 6 h 48"/>
              <a:gd name="T26" fmla="*/ 17 w 51"/>
              <a:gd name="T27" fmla="*/ 22 h 48"/>
              <a:gd name="T28" fmla="*/ 30 w 51"/>
              <a:gd name="T29" fmla="*/ 22 h 48"/>
              <a:gd name="T30" fmla="*/ 40 w 51"/>
              <a:gd name="T31" fmla="*/ 15 h 48"/>
              <a:gd name="T32" fmla="*/ 42 w 51"/>
              <a:gd name="T33" fmla="*/ 15 h 48"/>
              <a:gd name="T34" fmla="*/ 42 w 51"/>
              <a:gd name="T35" fmla="*/ 32 h 48"/>
              <a:gd name="T36" fmla="*/ 40 w 51"/>
              <a:gd name="T37" fmla="*/ 32 h 48"/>
              <a:gd name="T38" fmla="*/ 30 w 51"/>
              <a:gd name="T39" fmla="*/ 25 h 48"/>
              <a:gd name="T40" fmla="*/ 17 w 51"/>
              <a:gd name="T41" fmla="*/ 25 h 48"/>
              <a:gd name="T42" fmla="*/ 17 w 51"/>
              <a:gd name="T43" fmla="*/ 43 h 48"/>
              <a:gd name="T44" fmla="*/ 30 w 51"/>
              <a:gd name="T45" fmla="*/ 46 h 48"/>
              <a:gd name="T46" fmla="*/ 49 w 51"/>
              <a:gd name="T47" fmla="*/ 36 h 48"/>
              <a:gd name="T48" fmla="*/ 51 w 51"/>
              <a:gd name="T49" fmla="*/ 36 h 48"/>
              <a:gd name="T50" fmla="*/ 47 w 51"/>
              <a:gd name="T51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1" h="48">
                <a:moveTo>
                  <a:pt x="47" y="48"/>
                </a:move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6" y="47"/>
                  <a:pt x="8" y="46"/>
                  <a:pt x="8" y="4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6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7" y="11"/>
                  <a:pt x="47" y="11"/>
                  <a:pt x="47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3" y="4"/>
                  <a:pt x="41" y="3"/>
                  <a:pt x="31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3"/>
                  <a:pt x="17" y="3"/>
                  <a:pt x="17" y="6"/>
                </a:cubicBezTo>
                <a:cubicBezTo>
                  <a:pt x="17" y="22"/>
                  <a:pt x="17" y="22"/>
                  <a:pt x="17" y="22"/>
                </a:cubicBezTo>
                <a:cubicBezTo>
                  <a:pt x="30" y="22"/>
                  <a:pt x="30" y="22"/>
                  <a:pt x="30" y="22"/>
                </a:cubicBezTo>
                <a:cubicBezTo>
                  <a:pt x="38" y="22"/>
                  <a:pt x="39" y="20"/>
                  <a:pt x="40" y="15"/>
                </a:cubicBezTo>
                <a:cubicBezTo>
                  <a:pt x="42" y="15"/>
                  <a:pt x="42" y="15"/>
                  <a:pt x="42" y="15"/>
                </a:cubicBezTo>
                <a:cubicBezTo>
                  <a:pt x="42" y="32"/>
                  <a:pt x="42" y="32"/>
                  <a:pt x="42" y="32"/>
                </a:cubicBezTo>
                <a:cubicBezTo>
                  <a:pt x="40" y="32"/>
                  <a:pt x="40" y="32"/>
                  <a:pt x="40" y="32"/>
                </a:cubicBezTo>
                <a:cubicBezTo>
                  <a:pt x="39" y="26"/>
                  <a:pt x="37" y="25"/>
                  <a:pt x="30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6"/>
                  <a:pt x="17" y="46"/>
                  <a:pt x="30" y="46"/>
                </a:cubicBezTo>
                <a:cubicBezTo>
                  <a:pt x="41" y="46"/>
                  <a:pt x="45" y="43"/>
                  <a:pt x="49" y="36"/>
                </a:cubicBezTo>
                <a:cubicBezTo>
                  <a:pt x="51" y="36"/>
                  <a:pt x="51" y="36"/>
                  <a:pt x="51" y="36"/>
                </a:cubicBezTo>
                <a:lnTo>
                  <a:pt x="47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Freeform 26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11957050" y="299085"/>
            <a:ext cx="32385" cy="27940"/>
          </a:xfrm>
          <a:custGeom>
            <a:avLst/>
            <a:gdLst>
              <a:gd name="T0" fmla="*/ 16 w 56"/>
              <a:gd name="T1" fmla="*/ 6 h 48"/>
              <a:gd name="T2" fmla="*/ 22 w 56"/>
              <a:gd name="T3" fmla="*/ 3 h 48"/>
              <a:gd name="T4" fmla="*/ 36 w 56"/>
              <a:gd name="T5" fmla="*/ 13 h 48"/>
              <a:gd name="T6" fmla="*/ 16 w 56"/>
              <a:gd name="T7" fmla="*/ 24 h 48"/>
              <a:gd name="T8" fmla="*/ 16 w 56"/>
              <a:gd name="T9" fmla="*/ 6 h 48"/>
              <a:gd name="T10" fmla="*/ 56 w 56"/>
              <a:gd name="T11" fmla="*/ 47 h 48"/>
              <a:gd name="T12" fmla="*/ 48 w 56"/>
              <a:gd name="T13" fmla="*/ 44 h 48"/>
              <a:gd name="T14" fmla="*/ 30 w 56"/>
              <a:gd name="T15" fmla="*/ 25 h 48"/>
              <a:gd name="T16" fmla="*/ 46 w 56"/>
              <a:gd name="T17" fmla="*/ 13 h 48"/>
              <a:gd name="T18" fmla="*/ 24 w 56"/>
              <a:gd name="T19" fmla="*/ 0 h 48"/>
              <a:gd name="T20" fmla="*/ 0 w 56"/>
              <a:gd name="T21" fmla="*/ 0 h 48"/>
              <a:gd name="T22" fmla="*/ 0 w 56"/>
              <a:gd name="T23" fmla="*/ 2 h 48"/>
              <a:gd name="T24" fmla="*/ 7 w 56"/>
              <a:gd name="T25" fmla="*/ 8 h 48"/>
              <a:gd name="T26" fmla="*/ 7 w 56"/>
              <a:gd name="T27" fmla="*/ 40 h 48"/>
              <a:gd name="T28" fmla="*/ 0 w 56"/>
              <a:gd name="T29" fmla="*/ 47 h 48"/>
              <a:gd name="T30" fmla="*/ 0 w 56"/>
              <a:gd name="T31" fmla="*/ 48 h 48"/>
              <a:gd name="T32" fmla="*/ 24 w 56"/>
              <a:gd name="T33" fmla="*/ 48 h 48"/>
              <a:gd name="T34" fmla="*/ 24 w 56"/>
              <a:gd name="T35" fmla="*/ 47 h 48"/>
              <a:gd name="T36" fmla="*/ 16 w 56"/>
              <a:gd name="T37" fmla="*/ 41 h 48"/>
              <a:gd name="T38" fmla="*/ 16 w 56"/>
              <a:gd name="T39" fmla="*/ 26 h 48"/>
              <a:gd name="T40" fmla="*/ 21 w 56"/>
              <a:gd name="T41" fmla="*/ 26 h 48"/>
              <a:gd name="T42" fmla="*/ 42 w 56"/>
              <a:gd name="T43" fmla="*/ 48 h 48"/>
              <a:gd name="T44" fmla="*/ 56 w 56"/>
              <a:gd name="T45" fmla="*/ 48 h 48"/>
              <a:gd name="T46" fmla="*/ 56 w 56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6" h="48">
                <a:moveTo>
                  <a:pt x="16" y="6"/>
                </a:moveTo>
                <a:cubicBezTo>
                  <a:pt x="16" y="4"/>
                  <a:pt x="17" y="3"/>
                  <a:pt x="22" y="3"/>
                </a:cubicBezTo>
                <a:cubicBezTo>
                  <a:pt x="25" y="3"/>
                  <a:pt x="36" y="3"/>
                  <a:pt x="36" y="13"/>
                </a:cubicBezTo>
                <a:cubicBezTo>
                  <a:pt x="36" y="23"/>
                  <a:pt x="23" y="24"/>
                  <a:pt x="16" y="24"/>
                </a:cubicBezTo>
                <a:lnTo>
                  <a:pt x="16" y="6"/>
                </a:lnTo>
                <a:close/>
                <a:moveTo>
                  <a:pt x="56" y="47"/>
                </a:moveTo>
                <a:cubicBezTo>
                  <a:pt x="52" y="47"/>
                  <a:pt x="50" y="46"/>
                  <a:pt x="48" y="44"/>
                </a:cubicBezTo>
                <a:cubicBezTo>
                  <a:pt x="30" y="25"/>
                  <a:pt x="30" y="25"/>
                  <a:pt x="30" y="25"/>
                </a:cubicBezTo>
                <a:cubicBezTo>
                  <a:pt x="35" y="25"/>
                  <a:pt x="46" y="23"/>
                  <a:pt x="46" y="13"/>
                </a:cubicBezTo>
                <a:cubicBezTo>
                  <a:pt x="46" y="2"/>
                  <a:pt x="32" y="0"/>
                  <a:pt x="2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6" y="2"/>
                  <a:pt x="7" y="3"/>
                  <a:pt x="7" y="8"/>
                </a:cubicBezTo>
                <a:cubicBezTo>
                  <a:pt x="7" y="40"/>
                  <a:pt x="7" y="40"/>
                  <a:pt x="7" y="40"/>
                </a:cubicBezTo>
                <a:cubicBezTo>
                  <a:pt x="7" y="45"/>
                  <a:pt x="7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47"/>
                  <a:pt x="24" y="47"/>
                  <a:pt x="24" y="47"/>
                </a:cubicBezTo>
                <a:cubicBezTo>
                  <a:pt x="17" y="47"/>
                  <a:pt x="16" y="45"/>
                  <a:pt x="16" y="41"/>
                </a:cubicBezTo>
                <a:cubicBezTo>
                  <a:pt x="16" y="26"/>
                  <a:pt x="16" y="26"/>
                  <a:pt x="16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42" y="48"/>
                  <a:pt x="42" y="48"/>
                  <a:pt x="42" y="48"/>
                </a:cubicBezTo>
                <a:cubicBezTo>
                  <a:pt x="56" y="48"/>
                  <a:pt x="56" y="48"/>
                  <a:pt x="56" y="48"/>
                </a:cubicBezTo>
                <a:lnTo>
                  <a:pt x="56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Freeform 27"/>
          <p:cNvSpPr/>
          <p:nvPr>
            <p:custDataLst>
              <p:tags r:id="rId24"/>
            </p:custDataLst>
          </p:nvPr>
        </p:nvSpPr>
        <p:spPr bwMode="auto">
          <a:xfrm>
            <a:off x="11991340" y="298450"/>
            <a:ext cx="22860" cy="2921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1 w 39"/>
              <a:gd name="T11" fmla="*/ 50 h 50"/>
              <a:gd name="T12" fmla="*/ 7 w 39"/>
              <a:gd name="T13" fmla="*/ 48 h 50"/>
              <a:gd name="T14" fmla="*/ 5 w 39"/>
              <a:gd name="T15" fmla="*/ 50 h 50"/>
              <a:gd name="T16" fmla="*/ 3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3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1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5" y="49"/>
                  <a:pt x="5" y="50"/>
                </a:cubicBezTo>
                <a:cubicBezTo>
                  <a:pt x="3" y="50"/>
                  <a:pt x="3" y="50"/>
                  <a:pt x="3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4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3" y="20"/>
                  <a:pt x="3" y="13"/>
                </a:cubicBezTo>
                <a:cubicBezTo>
                  <a:pt x="3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3" name="Freeform 28"/>
          <p:cNvSpPr/>
          <p:nvPr>
            <p:custDataLst>
              <p:tags r:id="rId25"/>
            </p:custDataLst>
          </p:nvPr>
        </p:nvSpPr>
        <p:spPr bwMode="auto">
          <a:xfrm>
            <a:off x="12018010" y="299085"/>
            <a:ext cx="15240" cy="2794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Freeform 29"/>
          <p:cNvSpPr/>
          <p:nvPr>
            <p:custDataLst>
              <p:tags r:id="rId26"/>
            </p:custDataLst>
          </p:nvPr>
        </p:nvSpPr>
        <p:spPr bwMode="auto">
          <a:xfrm>
            <a:off x="12035155" y="299085"/>
            <a:ext cx="29210" cy="27940"/>
          </a:xfrm>
          <a:custGeom>
            <a:avLst/>
            <a:gdLst>
              <a:gd name="T0" fmla="*/ 38 w 50"/>
              <a:gd name="T1" fmla="*/ 48 h 48"/>
              <a:gd name="T2" fmla="*/ 13 w 50"/>
              <a:gd name="T3" fmla="*/ 48 h 48"/>
              <a:gd name="T4" fmla="*/ 13 w 50"/>
              <a:gd name="T5" fmla="*/ 47 h 48"/>
              <a:gd name="T6" fmla="*/ 21 w 50"/>
              <a:gd name="T7" fmla="*/ 40 h 48"/>
              <a:gd name="T8" fmla="*/ 21 w 50"/>
              <a:gd name="T9" fmla="*/ 4 h 48"/>
              <a:gd name="T10" fmla="*/ 16 w 50"/>
              <a:gd name="T11" fmla="*/ 4 h 48"/>
              <a:gd name="T12" fmla="*/ 2 w 50"/>
              <a:gd name="T13" fmla="*/ 13 h 48"/>
              <a:gd name="T14" fmla="*/ 0 w 50"/>
              <a:gd name="T15" fmla="*/ 13 h 48"/>
              <a:gd name="T16" fmla="*/ 1 w 50"/>
              <a:gd name="T17" fmla="*/ 0 h 48"/>
              <a:gd name="T18" fmla="*/ 50 w 50"/>
              <a:gd name="T19" fmla="*/ 0 h 48"/>
              <a:gd name="T20" fmla="*/ 50 w 50"/>
              <a:gd name="T21" fmla="*/ 13 h 48"/>
              <a:gd name="T22" fmla="*/ 48 w 50"/>
              <a:gd name="T23" fmla="*/ 13 h 48"/>
              <a:gd name="T24" fmla="*/ 34 w 50"/>
              <a:gd name="T25" fmla="*/ 4 h 48"/>
              <a:gd name="T26" fmla="*/ 30 w 50"/>
              <a:gd name="T27" fmla="*/ 4 h 48"/>
              <a:gd name="T28" fmla="*/ 30 w 50"/>
              <a:gd name="T29" fmla="*/ 41 h 48"/>
              <a:gd name="T30" fmla="*/ 38 w 50"/>
              <a:gd name="T31" fmla="*/ 47 h 48"/>
              <a:gd name="T32" fmla="*/ 38 w 50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0" h="48">
                <a:moveTo>
                  <a:pt x="38" y="48"/>
                </a:moveTo>
                <a:cubicBezTo>
                  <a:pt x="13" y="48"/>
                  <a:pt x="13" y="48"/>
                  <a:pt x="13" y="48"/>
                </a:cubicBezTo>
                <a:cubicBezTo>
                  <a:pt x="13" y="47"/>
                  <a:pt x="13" y="47"/>
                  <a:pt x="13" y="47"/>
                </a:cubicBezTo>
                <a:cubicBezTo>
                  <a:pt x="20" y="47"/>
                  <a:pt x="21" y="45"/>
                  <a:pt x="21" y="40"/>
                </a:cubicBezTo>
                <a:cubicBezTo>
                  <a:pt x="21" y="4"/>
                  <a:pt x="21" y="4"/>
                  <a:pt x="21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6" y="4"/>
                  <a:pt x="4" y="5"/>
                  <a:pt x="2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1" y="0"/>
                  <a:pt x="1" y="0"/>
                  <a:pt x="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0" y="13"/>
                  <a:pt x="50" y="13"/>
                  <a:pt x="50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6" y="5"/>
                  <a:pt x="44" y="4"/>
                  <a:pt x="34" y="4"/>
                </a:cubicBezTo>
                <a:cubicBezTo>
                  <a:pt x="30" y="4"/>
                  <a:pt x="30" y="4"/>
                  <a:pt x="30" y="4"/>
                </a:cubicBezTo>
                <a:cubicBezTo>
                  <a:pt x="30" y="41"/>
                  <a:pt x="30" y="41"/>
                  <a:pt x="30" y="41"/>
                </a:cubicBezTo>
                <a:cubicBezTo>
                  <a:pt x="30" y="45"/>
                  <a:pt x="31" y="47"/>
                  <a:pt x="38" y="47"/>
                </a:cubicBezTo>
                <a:lnTo>
                  <a:pt x="38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Freeform 30"/>
          <p:cNvSpPr/>
          <p:nvPr>
            <p:custDataLst>
              <p:tags r:id="rId27"/>
            </p:custDataLst>
          </p:nvPr>
        </p:nvSpPr>
        <p:spPr bwMode="auto">
          <a:xfrm>
            <a:off x="12066270" y="299085"/>
            <a:ext cx="34290" cy="27940"/>
          </a:xfrm>
          <a:custGeom>
            <a:avLst/>
            <a:gdLst>
              <a:gd name="T0" fmla="*/ 59 w 59"/>
              <a:gd name="T1" fmla="*/ 2 h 48"/>
              <a:gd name="T2" fmla="*/ 47 w 59"/>
              <a:gd name="T3" fmla="*/ 10 h 48"/>
              <a:gd name="T4" fmla="*/ 34 w 59"/>
              <a:gd name="T5" fmla="*/ 26 h 48"/>
              <a:gd name="T6" fmla="*/ 34 w 59"/>
              <a:gd name="T7" fmla="*/ 41 h 48"/>
              <a:gd name="T8" fmla="*/ 43 w 59"/>
              <a:gd name="T9" fmla="*/ 47 h 48"/>
              <a:gd name="T10" fmla="*/ 43 w 59"/>
              <a:gd name="T11" fmla="*/ 48 h 48"/>
              <a:gd name="T12" fmla="*/ 16 w 59"/>
              <a:gd name="T13" fmla="*/ 48 h 48"/>
              <a:gd name="T14" fmla="*/ 16 w 59"/>
              <a:gd name="T15" fmla="*/ 47 h 48"/>
              <a:gd name="T16" fmla="*/ 25 w 59"/>
              <a:gd name="T17" fmla="*/ 40 h 48"/>
              <a:gd name="T18" fmla="*/ 25 w 59"/>
              <a:gd name="T19" fmla="*/ 27 h 48"/>
              <a:gd name="T20" fmla="*/ 14 w 59"/>
              <a:gd name="T21" fmla="*/ 13 h 48"/>
              <a:gd name="T22" fmla="*/ 0 w 59"/>
              <a:gd name="T23" fmla="*/ 2 h 48"/>
              <a:gd name="T24" fmla="*/ 0 w 59"/>
              <a:gd name="T25" fmla="*/ 0 h 48"/>
              <a:gd name="T26" fmla="*/ 24 w 59"/>
              <a:gd name="T27" fmla="*/ 0 h 48"/>
              <a:gd name="T28" fmla="*/ 24 w 59"/>
              <a:gd name="T29" fmla="*/ 2 h 48"/>
              <a:gd name="T30" fmla="*/ 18 w 59"/>
              <a:gd name="T31" fmla="*/ 4 h 48"/>
              <a:gd name="T32" fmla="*/ 19 w 59"/>
              <a:gd name="T33" fmla="*/ 7 h 48"/>
              <a:gd name="T34" fmla="*/ 32 w 59"/>
              <a:gd name="T35" fmla="*/ 23 h 48"/>
              <a:gd name="T36" fmla="*/ 45 w 59"/>
              <a:gd name="T37" fmla="*/ 7 h 48"/>
              <a:gd name="T38" fmla="*/ 46 w 59"/>
              <a:gd name="T39" fmla="*/ 4 h 48"/>
              <a:gd name="T40" fmla="*/ 40 w 59"/>
              <a:gd name="T41" fmla="*/ 2 h 48"/>
              <a:gd name="T42" fmla="*/ 40 w 59"/>
              <a:gd name="T43" fmla="*/ 0 h 48"/>
              <a:gd name="T44" fmla="*/ 59 w 59"/>
              <a:gd name="T45" fmla="*/ 0 h 48"/>
              <a:gd name="T46" fmla="*/ 59 w 59"/>
              <a:gd name="T47" fmla="*/ 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9" h="48">
                <a:moveTo>
                  <a:pt x="59" y="2"/>
                </a:moveTo>
                <a:cubicBezTo>
                  <a:pt x="56" y="2"/>
                  <a:pt x="53" y="2"/>
                  <a:pt x="47" y="10"/>
                </a:cubicBezTo>
                <a:cubicBezTo>
                  <a:pt x="34" y="26"/>
                  <a:pt x="34" y="26"/>
                  <a:pt x="34" y="26"/>
                </a:cubicBezTo>
                <a:cubicBezTo>
                  <a:pt x="34" y="41"/>
                  <a:pt x="34" y="41"/>
                  <a:pt x="34" y="41"/>
                </a:cubicBezTo>
                <a:cubicBezTo>
                  <a:pt x="34" y="46"/>
                  <a:pt x="35" y="47"/>
                  <a:pt x="43" y="47"/>
                </a:cubicBezTo>
                <a:cubicBezTo>
                  <a:pt x="43" y="48"/>
                  <a:pt x="43" y="48"/>
                  <a:pt x="43" y="48"/>
                </a:cubicBezTo>
                <a:cubicBezTo>
                  <a:pt x="16" y="48"/>
                  <a:pt x="16" y="48"/>
                  <a:pt x="16" y="48"/>
                </a:cubicBezTo>
                <a:cubicBezTo>
                  <a:pt x="16" y="47"/>
                  <a:pt x="16" y="47"/>
                  <a:pt x="16" y="47"/>
                </a:cubicBezTo>
                <a:cubicBezTo>
                  <a:pt x="25" y="47"/>
                  <a:pt x="25" y="45"/>
                  <a:pt x="25" y="40"/>
                </a:cubicBezTo>
                <a:cubicBezTo>
                  <a:pt x="25" y="27"/>
                  <a:pt x="25" y="27"/>
                  <a:pt x="25" y="27"/>
                </a:cubicBezTo>
                <a:cubicBezTo>
                  <a:pt x="14" y="13"/>
                  <a:pt x="14" y="13"/>
                  <a:pt x="14" y="13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20" y="2"/>
                  <a:pt x="18" y="2"/>
                  <a:pt x="18" y="4"/>
                </a:cubicBezTo>
                <a:cubicBezTo>
                  <a:pt x="18" y="5"/>
                  <a:pt x="18" y="6"/>
                  <a:pt x="19" y="7"/>
                </a:cubicBezTo>
                <a:cubicBezTo>
                  <a:pt x="32" y="23"/>
                  <a:pt x="32" y="23"/>
                  <a:pt x="32" y="23"/>
                </a:cubicBezTo>
                <a:cubicBezTo>
                  <a:pt x="45" y="7"/>
                  <a:pt x="45" y="7"/>
                  <a:pt x="45" y="7"/>
                </a:cubicBezTo>
                <a:cubicBezTo>
                  <a:pt x="45" y="6"/>
                  <a:pt x="46" y="5"/>
                  <a:pt x="46" y="4"/>
                </a:cubicBezTo>
                <a:cubicBezTo>
                  <a:pt x="46" y="2"/>
                  <a:pt x="42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Freeform 31"/>
          <p:cNvSpPr>
            <a:spLocks noEditPoints="1"/>
          </p:cNvSpPr>
          <p:nvPr>
            <p:custDataLst>
              <p:tags r:id="rId28"/>
            </p:custDataLst>
          </p:nvPr>
        </p:nvSpPr>
        <p:spPr bwMode="auto">
          <a:xfrm>
            <a:off x="11147425" y="66675"/>
            <a:ext cx="294640" cy="299085"/>
          </a:xfrm>
          <a:custGeom>
            <a:avLst/>
            <a:gdLst>
              <a:gd name="T0" fmla="*/ 254 w 508"/>
              <a:gd name="T1" fmla="*/ 0 h 513"/>
              <a:gd name="T2" fmla="*/ 0 w 508"/>
              <a:gd name="T3" fmla="*/ 256 h 513"/>
              <a:gd name="T4" fmla="*/ 254 w 508"/>
              <a:gd name="T5" fmla="*/ 513 h 513"/>
              <a:gd name="T6" fmla="*/ 508 w 508"/>
              <a:gd name="T7" fmla="*/ 256 h 513"/>
              <a:gd name="T8" fmla="*/ 254 w 508"/>
              <a:gd name="T9" fmla="*/ 0 h 513"/>
              <a:gd name="T10" fmla="*/ 254 w 508"/>
              <a:gd name="T11" fmla="*/ 504 h 513"/>
              <a:gd name="T12" fmla="*/ 9 w 508"/>
              <a:gd name="T13" fmla="*/ 256 h 513"/>
              <a:gd name="T14" fmla="*/ 254 w 508"/>
              <a:gd name="T15" fmla="*/ 9 h 513"/>
              <a:gd name="T16" fmla="*/ 499 w 508"/>
              <a:gd name="T17" fmla="*/ 256 h 513"/>
              <a:gd name="T18" fmla="*/ 254 w 508"/>
              <a:gd name="T19" fmla="*/ 504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8" h="513">
                <a:moveTo>
                  <a:pt x="254" y="0"/>
                </a:moveTo>
                <a:cubicBezTo>
                  <a:pt x="114" y="0"/>
                  <a:pt x="0" y="115"/>
                  <a:pt x="0" y="256"/>
                </a:cubicBezTo>
                <a:cubicBezTo>
                  <a:pt x="0" y="398"/>
                  <a:pt x="114" y="513"/>
                  <a:pt x="254" y="513"/>
                </a:cubicBezTo>
                <a:cubicBezTo>
                  <a:pt x="394" y="513"/>
                  <a:pt x="508" y="398"/>
                  <a:pt x="508" y="256"/>
                </a:cubicBezTo>
                <a:cubicBezTo>
                  <a:pt x="508" y="115"/>
                  <a:pt x="394" y="0"/>
                  <a:pt x="254" y="0"/>
                </a:cubicBezTo>
                <a:close/>
                <a:moveTo>
                  <a:pt x="254" y="504"/>
                </a:moveTo>
                <a:cubicBezTo>
                  <a:pt x="119" y="504"/>
                  <a:pt x="9" y="393"/>
                  <a:pt x="9" y="256"/>
                </a:cubicBezTo>
                <a:cubicBezTo>
                  <a:pt x="9" y="119"/>
                  <a:pt x="119" y="9"/>
                  <a:pt x="254" y="9"/>
                </a:cubicBezTo>
                <a:cubicBezTo>
                  <a:pt x="389" y="9"/>
                  <a:pt x="499" y="119"/>
                  <a:pt x="499" y="256"/>
                </a:cubicBezTo>
                <a:cubicBezTo>
                  <a:pt x="499" y="393"/>
                  <a:pt x="389" y="504"/>
                  <a:pt x="254" y="50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Freeform 32"/>
          <p:cNvSpPr/>
          <p:nvPr>
            <p:custDataLst>
              <p:tags r:id="rId29"/>
            </p:custDataLst>
          </p:nvPr>
        </p:nvSpPr>
        <p:spPr bwMode="auto">
          <a:xfrm>
            <a:off x="11267440" y="326390"/>
            <a:ext cx="18415" cy="20320"/>
          </a:xfrm>
          <a:custGeom>
            <a:avLst/>
            <a:gdLst>
              <a:gd name="T0" fmla="*/ 16 w 32"/>
              <a:gd name="T1" fmla="*/ 22 h 35"/>
              <a:gd name="T2" fmla="*/ 17 w 32"/>
              <a:gd name="T3" fmla="*/ 16 h 35"/>
              <a:gd name="T4" fmla="*/ 31 w 32"/>
              <a:gd name="T5" fmla="*/ 18 h 35"/>
              <a:gd name="T6" fmla="*/ 29 w 32"/>
              <a:gd name="T7" fmla="*/ 31 h 35"/>
              <a:gd name="T8" fmla="*/ 23 w 32"/>
              <a:gd name="T9" fmla="*/ 34 h 35"/>
              <a:gd name="T10" fmla="*/ 15 w 32"/>
              <a:gd name="T11" fmla="*/ 34 h 35"/>
              <a:gd name="T12" fmla="*/ 6 w 32"/>
              <a:gd name="T13" fmla="*/ 31 h 35"/>
              <a:gd name="T14" fmla="*/ 1 w 32"/>
              <a:gd name="T15" fmla="*/ 24 h 35"/>
              <a:gd name="T16" fmla="*/ 1 w 32"/>
              <a:gd name="T17" fmla="*/ 15 h 35"/>
              <a:gd name="T18" fmla="*/ 4 w 32"/>
              <a:gd name="T19" fmla="*/ 6 h 35"/>
              <a:gd name="T20" fmla="*/ 11 w 32"/>
              <a:gd name="T21" fmla="*/ 1 h 35"/>
              <a:gd name="T22" fmla="*/ 19 w 32"/>
              <a:gd name="T23" fmla="*/ 1 h 35"/>
              <a:gd name="T24" fmla="*/ 28 w 32"/>
              <a:gd name="T25" fmla="*/ 5 h 35"/>
              <a:gd name="T26" fmla="*/ 32 w 32"/>
              <a:gd name="T27" fmla="*/ 12 h 35"/>
              <a:gd name="T28" fmla="*/ 25 w 32"/>
              <a:gd name="T29" fmla="*/ 12 h 35"/>
              <a:gd name="T30" fmla="*/ 23 w 32"/>
              <a:gd name="T31" fmla="*/ 8 h 35"/>
              <a:gd name="T32" fmla="*/ 18 w 32"/>
              <a:gd name="T33" fmla="*/ 6 h 35"/>
              <a:gd name="T34" fmla="*/ 11 w 32"/>
              <a:gd name="T35" fmla="*/ 8 h 35"/>
              <a:gd name="T36" fmla="*/ 7 w 32"/>
              <a:gd name="T37" fmla="*/ 16 h 35"/>
              <a:gd name="T38" fmla="*/ 9 w 32"/>
              <a:gd name="T39" fmla="*/ 25 h 35"/>
              <a:gd name="T40" fmla="*/ 15 w 32"/>
              <a:gd name="T41" fmla="*/ 29 h 35"/>
              <a:gd name="T42" fmla="*/ 19 w 32"/>
              <a:gd name="T43" fmla="*/ 28 h 35"/>
              <a:gd name="T44" fmla="*/ 23 w 32"/>
              <a:gd name="T45" fmla="*/ 27 h 35"/>
              <a:gd name="T46" fmla="*/ 24 w 32"/>
              <a:gd name="T47" fmla="*/ 23 h 35"/>
              <a:gd name="T48" fmla="*/ 16 w 32"/>
              <a:gd name="T4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2" h="35">
                <a:moveTo>
                  <a:pt x="16" y="22"/>
                </a:moveTo>
                <a:cubicBezTo>
                  <a:pt x="17" y="16"/>
                  <a:pt x="17" y="16"/>
                  <a:pt x="17" y="16"/>
                </a:cubicBezTo>
                <a:cubicBezTo>
                  <a:pt x="31" y="18"/>
                  <a:pt x="31" y="18"/>
                  <a:pt x="31" y="18"/>
                </a:cubicBezTo>
                <a:cubicBezTo>
                  <a:pt x="29" y="31"/>
                  <a:pt x="29" y="31"/>
                  <a:pt x="29" y="31"/>
                </a:cubicBezTo>
                <a:cubicBezTo>
                  <a:pt x="28" y="32"/>
                  <a:pt x="26" y="33"/>
                  <a:pt x="23" y="34"/>
                </a:cubicBezTo>
                <a:cubicBezTo>
                  <a:pt x="20" y="34"/>
                  <a:pt x="17" y="35"/>
                  <a:pt x="15" y="34"/>
                </a:cubicBezTo>
                <a:cubicBezTo>
                  <a:pt x="11" y="34"/>
                  <a:pt x="8" y="33"/>
                  <a:pt x="6" y="31"/>
                </a:cubicBezTo>
                <a:cubicBezTo>
                  <a:pt x="4" y="29"/>
                  <a:pt x="2" y="27"/>
                  <a:pt x="1" y="24"/>
                </a:cubicBezTo>
                <a:cubicBezTo>
                  <a:pt x="0" y="21"/>
                  <a:pt x="0" y="18"/>
                  <a:pt x="1" y="15"/>
                </a:cubicBezTo>
                <a:cubicBezTo>
                  <a:pt x="1" y="11"/>
                  <a:pt x="2" y="9"/>
                  <a:pt x="4" y="6"/>
                </a:cubicBezTo>
                <a:cubicBezTo>
                  <a:pt x="6" y="4"/>
                  <a:pt x="8" y="2"/>
                  <a:pt x="11" y="1"/>
                </a:cubicBezTo>
                <a:cubicBezTo>
                  <a:pt x="14" y="0"/>
                  <a:pt x="16" y="0"/>
                  <a:pt x="19" y="1"/>
                </a:cubicBezTo>
                <a:cubicBezTo>
                  <a:pt x="23" y="1"/>
                  <a:pt x="26" y="2"/>
                  <a:pt x="28" y="5"/>
                </a:cubicBezTo>
                <a:cubicBezTo>
                  <a:pt x="31" y="7"/>
                  <a:pt x="32" y="9"/>
                  <a:pt x="32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4" y="9"/>
                  <a:pt x="23" y="8"/>
                </a:cubicBezTo>
                <a:cubicBezTo>
                  <a:pt x="22" y="7"/>
                  <a:pt x="20" y="6"/>
                  <a:pt x="18" y="6"/>
                </a:cubicBezTo>
                <a:cubicBezTo>
                  <a:pt x="16" y="6"/>
                  <a:pt x="13" y="6"/>
                  <a:pt x="11" y="8"/>
                </a:cubicBezTo>
                <a:cubicBezTo>
                  <a:pt x="9" y="9"/>
                  <a:pt x="8" y="12"/>
                  <a:pt x="7" y="16"/>
                </a:cubicBezTo>
                <a:cubicBezTo>
                  <a:pt x="7" y="19"/>
                  <a:pt x="7" y="22"/>
                  <a:pt x="9" y="25"/>
                </a:cubicBezTo>
                <a:cubicBezTo>
                  <a:pt x="10" y="27"/>
                  <a:pt x="12" y="28"/>
                  <a:pt x="15" y="29"/>
                </a:cubicBezTo>
                <a:cubicBezTo>
                  <a:pt x="16" y="29"/>
                  <a:pt x="18" y="29"/>
                  <a:pt x="19" y="28"/>
                </a:cubicBezTo>
                <a:cubicBezTo>
                  <a:pt x="21" y="28"/>
                  <a:pt x="22" y="28"/>
                  <a:pt x="23" y="27"/>
                </a:cubicBezTo>
                <a:cubicBezTo>
                  <a:pt x="24" y="23"/>
                  <a:pt x="24" y="23"/>
                  <a:pt x="24" y="23"/>
                </a:cubicBezTo>
                <a:lnTo>
                  <a:pt x="16" y="2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Freeform 33"/>
          <p:cNvSpPr/>
          <p:nvPr>
            <p:custDataLst>
              <p:tags r:id="rId30"/>
            </p:custDataLst>
          </p:nvPr>
        </p:nvSpPr>
        <p:spPr bwMode="auto">
          <a:xfrm>
            <a:off x="11245215" y="320040"/>
            <a:ext cx="20955" cy="22860"/>
          </a:xfrm>
          <a:custGeom>
            <a:avLst/>
            <a:gdLst>
              <a:gd name="T0" fmla="*/ 0 w 97"/>
              <a:gd name="T1" fmla="*/ 84 h 105"/>
              <a:gd name="T2" fmla="*/ 30 w 97"/>
              <a:gd name="T3" fmla="*/ 0 h 105"/>
              <a:gd name="T4" fmla="*/ 46 w 97"/>
              <a:gd name="T5" fmla="*/ 6 h 105"/>
              <a:gd name="T6" fmla="*/ 62 w 97"/>
              <a:gd name="T7" fmla="*/ 73 h 105"/>
              <a:gd name="T8" fmla="*/ 81 w 97"/>
              <a:gd name="T9" fmla="*/ 17 h 105"/>
              <a:gd name="T10" fmla="*/ 97 w 97"/>
              <a:gd name="T11" fmla="*/ 22 h 105"/>
              <a:gd name="T12" fmla="*/ 67 w 97"/>
              <a:gd name="T13" fmla="*/ 105 h 105"/>
              <a:gd name="T14" fmla="*/ 49 w 97"/>
              <a:gd name="T15" fmla="*/ 100 h 105"/>
              <a:gd name="T16" fmla="*/ 35 w 97"/>
              <a:gd name="T17" fmla="*/ 35 h 105"/>
              <a:gd name="T18" fmla="*/ 17 w 97"/>
              <a:gd name="T19" fmla="*/ 89 h 105"/>
              <a:gd name="T20" fmla="*/ 0 w 97"/>
              <a:gd name="T21" fmla="*/ 84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7" h="105">
                <a:moveTo>
                  <a:pt x="0" y="84"/>
                </a:moveTo>
                <a:lnTo>
                  <a:pt x="30" y="0"/>
                </a:lnTo>
                <a:lnTo>
                  <a:pt x="46" y="6"/>
                </a:lnTo>
                <a:lnTo>
                  <a:pt x="62" y="73"/>
                </a:lnTo>
                <a:lnTo>
                  <a:pt x="81" y="17"/>
                </a:lnTo>
                <a:lnTo>
                  <a:pt x="97" y="22"/>
                </a:lnTo>
                <a:lnTo>
                  <a:pt x="67" y="105"/>
                </a:lnTo>
                <a:lnTo>
                  <a:pt x="49" y="100"/>
                </a:lnTo>
                <a:lnTo>
                  <a:pt x="35" y="35"/>
                </a:lnTo>
                <a:lnTo>
                  <a:pt x="17" y="89"/>
                </a:lnTo>
                <a:lnTo>
                  <a:pt x="0" y="8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9" name="Freeform 34"/>
          <p:cNvSpPr/>
          <p:nvPr>
            <p:custDataLst>
              <p:tags r:id="rId31"/>
            </p:custDataLst>
          </p:nvPr>
        </p:nvSpPr>
        <p:spPr bwMode="auto">
          <a:xfrm>
            <a:off x="11190605" y="283845"/>
            <a:ext cx="24765" cy="24130"/>
          </a:xfrm>
          <a:custGeom>
            <a:avLst/>
            <a:gdLst>
              <a:gd name="T0" fmla="*/ 0 w 115"/>
              <a:gd name="T1" fmla="*/ 56 h 110"/>
              <a:gd name="T2" fmla="*/ 67 w 115"/>
              <a:gd name="T3" fmla="*/ 0 h 110"/>
              <a:gd name="T4" fmla="*/ 81 w 115"/>
              <a:gd name="T5" fmla="*/ 14 h 110"/>
              <a:gd name="T6" fmla="*/ 59 w 115"/>
              <a:gd name="T7" fmla="*/ 78 h 110"/>
              <a:gd name="T8" fmla="*/ 105 w 115"/>
              <a:gd name="T9" fmla="*/ 40 h 110"/>
              <a:gd name="T10" fmla="*/ 115 w 115"/>
              <a:gd name="T11" fmla="*/ 54 h 110"/>
              <a:gd name="T12" fmla="*/ 46 w 115"/>
              <a:gd name="T13" fmla="*/ 110 h 110"/>
              <a:gd name="T14" fmla="*/ 35 w 115"/>
              <a:gd name="T15" fmla="*/ 97 h 110"/>
              <a:gd name="T16" fmla="*/ 56 w 115"/>
              <a:gd name="T17" fmla="*/ 32 h 110"/>
              <a:gd name="T18" fmla="*/ 11 w 115"/>
              <a:gd name="T19" fmla="*/ 70 h 110"/>
              <a:gd name="T20" fmla="*/ 0 w 115"/>
              <a:gd name="T21" fmla="*/ 56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5" h="110">
                <a:moveTo>
                  <a:pt x="0" y="56"/>
                </a:moveTo>
                <a:lnTo>
                  <a:pt x="67" y="0"/>
                </a:lnTo>
                <a:lnTo>
                  <a:pt x="81" y="14"/>
                </a:lnTo>
                <a:lnTo>
                  <a:pt x="59" y="78"/>
                </a:lnTo>
                <a:lnTo>
                  <a:pt x="105" y="40"/>
                </a:lnTo>
                <a:lnTo>
                  <a:pt x="115" y="54"/>
                </a:lnTo>
                <a:lnTo>
                  <a:pt x="46" y="110"/>
                </a:lnTo>
                <a:lnTo>
                  <a:pt x="35" y="97"/>
                </a:lnTo>
                <a:lnTo>
                  <a:pt x="56" y="32"/>
                </a:lnTo>
                <a:lnTo>
                  <a:pt x="11" y="70"/>
                </a:lnTo>
                <a:lnTo>
                  <a:pt x="0" y="5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0" name="Freeform 35"/>
          <p:cNvSpPr>
            <a:spLocks noEditPoints="1"/>
          </p:cNvSpPr>
          <p:nvPr>
            <p:custDataLst>
              <p:tags r:id="rId32"/>
            </p:custDataLst>
          </p:nvPr>
        </p:nvSpPr>
        <p:spPr bwMode="auto">
          <a:xfrm>
            <a:off x="11225530" y="313055"/>
            <a:ext cx="20320" cy="20320"/>
          </a:xfrm>
          <a:custGeom>
            <a:avLst/>
            <a:gdLst>
              <a:gd name="T0" fmla="*/ 17 w 35"/>
              <a:gd name="T1" fmla="*/ 7 h 35"/>
              <a:gd name="T2" fmla="*/ 24 w 35"/>
              <a:gd name="T3" fmla="*/ 8 h 35"/>
              <a:gd name="T4" fmla="*/ 28 w 35"/>
              <a:gd name="T5" fmla="*/ 14 h 35"/>
              <a:gd name="T6" fmla="*/ 26 w 35"/>
              <a:gd name="T7" fmla="*/ 22 h 35"/>
              <a:gd name="T8" fmla="*/ 19 w 35"/>
              <a:gd name="T9" fmla="*/ 28 h 35"/>
              <a:gd name="T10" fmla="*/ 12 w 35"/>
              <a:gd name="T11" fmla="*/ 27 h 35"/>
              <a:gd name="T12" fmla="*/ 8 w 35"/>
              <a:gd name="T13" fmla="*/ 21 h 35"/>
              <a:gd name="T14" fmla="*/ 10 w 35"/>
              <a:gd name="T15" fmla="*/ 13 h 35"/>
              <a:gd name="T16" fmla="*/ 17 w 35"/>
              <a:gd name="T17" fmla="*/ 7 h 35"/>
              <a:gd name="T18" fmla="*/ 1 w 35"/>
              <a:gd name="T19" fmla="*/ 22 h 35"/>
              <a:gd name="T20" fmla="*/ 9 w 35"/>
              <a:gd name="T21" fmla="*/ 32 h 35"/>
              <a:gd name="T22" fmla="*/ 21 w 35"/>
              <a:gd name="T23" fmla="*/ 34 h 35"/>
              <a:gd name="T24" fmla="*/ 32 w 35"/>
              <a:gd name="T25" fmla="*/ 26 h 35"/>
              <a:gd name="T26" fmla="*/ 35 w 35"/>
              <a:gd name="T27" fmla="*/ 13 h 35"/>
              <a:gd name="T28" fmla="*/ 27 w 35"/>
              <a:gd name="T29" fmla="*/ 3 h 35"/>
              <a:gd name="T30" fmla="*/ 20 w 35"/>
              <a:gd name="T31" fmla="*/ 0 h 35"/>
              <a:gd name="T32" fmla="*/ 15 w 35"/>
              <a:gd name="T33" fmla="*/ 1 h 35"/>
              <a:gd name="T34" fmla="*/ 10 w 35"/>
              <a:gd name="T35" fmla="*/ 3 h 35"/>
              <a:gd name="T36" fmla="*/ 4 w 35"/>
              <a:gd name="T37" fmla="*/ 9 h 35"/>
              <a:gd name="T38" fmla="*/ 1 w 35"/>
              <a:gd name="T3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" h="35">
                <a:moveTo>
                  <a:pt x="17" y="7"/>
                </a:moveTo>
                <a:cubicBezTo>
                  <a:pt x="19" y="6"/>
                  <a:pt x="22" y="6"/>
                  <a:pt x="24" y="8"/>
                </a:cubicBezTo>
                <a:cubicBezTo>
                  <a:pt x="26" y="9"/>
                  <a:pt x="28" y="11"/>
                  <a:pt x="28" y="14"/>
                </a:cubicBezTo>
                <a:cubicBezTo>
                  <a:pt x="29" y="16"/>
                  <a:pt x="28" y="19"/>
                  <a:pt x="26" y="22"/>
                </a:cubicBezTo>
                <a:cubicBezTo>
                  <a:pt x="24" y="25"/>
                  <a:pt x="22" y="27"/>
                  <a:pt x="19" y="28"/>
                </a:cubicBezTo>
                <a:cubicBezTo>
                  <a:pt x="17" y="29"/>
                  <a:pt x="14" y="29"/>
                  <a:pt x="12" y="27"/>
                </a:cubicBezTo>
                <a:cubicBezTo>
                  <a:pt x="10" y="26"/>
                  <a:pt x="8" y="24"/>
                  <a:pt x="8" y="21"/>
                </a:cubicBezTo>
                <a:cubicBezTo>
                  <a:pt x="7" y="19"/>
                  <a:pt x="8" y="16"/>
                  <a:pt x="10" y="13"/>
                </a:cubicBezTo>
                <a:cubicBezTo>
                  <a:pt x="12" y="10"/>
                  <a:pt x="14" y="8"/>
                  <a:pt x="17" y="7"/>
                </a:cubicBezTo>
                <a:close/>
                <a:moveTo>
                  <a:pt x="1" y="22"/>
                </a:moveTo>
                <a:cubicBezTo>
                  <a:pt x="2" y="26"/>
                  <a:pt x="5" y="30"/>
                  <a:pt x="9" y="32"/>
                </a:cubicBezTo>
                <a:cubicBezTo>
                  <a:pt x="13" y="35"/>
                  <a:pt x="17" y="35"/>
                  <a:pt x="21" y="34"/>
                </a:cubicBezTo>
                <a:cubicBezTo>
                  <a:pt x="26" y="33"/>
                  <a:pt x="29" y="30"/>
                  <a:pt x="32" y="26"/>
                </a:cubicBezTo>
                <a:cubicBezTo>
                  <a:pt x="35" y="21"/>
                  <a:pt x="35" y="17"/>
                  <a:pt x="35" y="13"/>
                </a:cubicBezTo>
                <a:cubicBezTo>
                  <a:pt x="34" y="9"/>
                  <a:pt x="31" y="5"/>
                  <a:pt x="27" y="3"/>
                </a:cubicBezTo>
                <a:cubicBezTo>
                  <a:pt x="24" y="2"/>
                  <a:pt x="22" y="1"/>
                  <a:pt x="20" y="0"/>
                </a:cubicBezTo>
                <a:cubicBezTo>
                  <a:pt x="18" y="0"/>
                  <a:pt x="17" y="0"/>
                  <a:pt x="15" y="1"/>
                </a:cubicBezTo>
                <a:cubicBezTo>
                  <a:pt x="13" y="1"/>
                  <a:pt x="11" y="2"/>
                  <a:pt x="10" y="3"/>
                </a:cubicBezTo>
                <a:cubicBezTo>
                  <a:pt x="8" y="4"/>
                  <a:pt x="6" y="7"/>
                  <a:pt x="4" y="9"/>
                </a:cubicBezTo>
                <a:cubicBezTo>
                  <a:pt x="1" y="14"/>
                  <a:pt x="0" y="18"/>
                  <a:pt x="1" y="2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1" name="Freeform 36"/>
          <p:cNvSpPr>
            <a:spLocks noEditPoints="1"/>
          </p:cNvSpPr>
          <p:nvPr>
            <p:custDataLst>
              <p:tags r:id="rId33"/>
            </p:custDataLst>
          </p:nvPr>
        </p:nvSpPr>
        <p:spPr bwMode="auto">
          <a:xfrm>
            <a:off x="11205845" y="298450"/>
            <a:ext cx="21590" cy="22225"/>
          </a:xfrm>
          <a:custGeom>
            <a:avLst/>
            <a:gdLst>
              <a:gd name="T0" fmla="*/ 25 w 37"/>
              <a:gd name="T1" fmla="*/ 11 h 38"/>
              <a:gd name="T2" fmla="*/ 29 w 37"/>
              <a:gd name="T3" fmla="*/ 15 h 38"/>
              <a:gd name="T4" fmla="*/ 31 w 37"/>
              <a:gd name="T5" fmla="*/ 18 h 38"/>
              <a:gd name="T6" fmla="*/ 30 w 37"/>
              <a:gd name="T7" fmla="*/ 21 h 38"/>
              <a:gd name="T8" fmla="*/ 27 w 37"/>
              <a:gd name="T9" fmla="*/ 26 h 38"/>
              <a:gd name="T10" fmla="*/ 22 w 37"/>
              <a:gd name="T11" fmla="*/ 30 h 38"/>
              <a:gd name="T12" fmla="*/ 19 w 37"/>
              <a:gd name="T13" fmla="*/ 32 h 38"/>
              <a:gd name="T14" fmla="*/ 16 w 37"/>
              <a:gd name="T15" fmla="*/ 31 h 38"/>
              <a:gd name="T16" fmla="*/ 13 w 37"/>
              <a:gd name="T17" fmla="*/ 29 h 38"/>
              <a:gd name="T18" fmla="*/ 9 w 37"/>
              <a:gd name="T19" fmla="*/ 25 h 38"/>
              <a:gd name="T20" fmla="*/ 23 w 37"/>
              <a:gd name="T21" fmla="*/ 9 h 38"/>
              <a:gd name="T22" fmla="*/ 25 w 37"/>
              <a:gd name="T23" fmla="*/ 11 h 38"/>
              <a:gd name="T24" fmla="*/ 0 w 37"/>
              <a:gd name="T25" fmla="*/ 25 h 38"/>
              <a:gd name="T26" fmla="*/ 10 w 37"/>
              <a:gd name="T27" fmla="*/ 33 h 38"/>
              <a:gd name="T28" fmla="*/ 15 w 37"/>
              <a:gd name="T29" fmla="*/ 37 h 38"/>
              <a:gd name="T30" fmla="*/ 20 w 37"/>
              <a:gd name="T31" fmla="*/ 38 h 38"/>
              <a:gd name="T32" fmla="*/ 27 w 37"/>
              <a:gd name="T33" fmla="*/ 36 h 38"/>
              <a:gd name="T34" fmla="*/ 32 w 37"/>
              <a:gd name="T35" fmla="*/ 31 h 38"/>
              <a:gd name="T36" fmla="*/ 36 w 37"/>
              <a:gd name="T37" fmla="*/ 24 h 38"/>
              <a:gd name="T38" fmla="*/ 37 w 37"/>
              <a:gd name="T39" fmla="*/ 18 h 38"/>
              <a:gd name="T40" fmla="*/ 35 w 37"/>
              <a:gd name="T41" fmla="*/ 13 h 38"/>
              <a:gd name="T42" fmla="*/ 31 w 37"/>
              <a:gd name="T43" fmla="*/ 8 h 38"/>
              <a:gd name="T44" fmla="*/ 22 w 37"/>
              <a:gd name="T45" fmla="*/ 0 h 38"/>
              <a:gd name="T46" fmla="*/ 0 w 37"/>
              <a:gd name="T47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7" h="38">
                <a:moveTo>
                  <a:pt x="25" y="11"/>
                </a:moveTo>
                <a:cubicBezTo>
                  <a:pt x="28" y="13"/>
                  <a:pt x="29" y="14"/>
                  <a:pt x="29" y="15"/>
                </a:cubicBezTo>
                <a:cubicBezTo>
                  <a:pt x="30" y="16"/>
                  <a:pt x="31" y="17"/>
                  <a:pt x="31" y="18"/>
                </a:cubicBezTo>
                <a:cubicBezTo>
                  <a:pt x="31" y="19"/>
                  <a:pt x="31" y="20"/>
                  <a:pt x="30" y="21"/>
                </a:cubicBezTo>
                <a:cubicBezTo>
                  <a:pt x="30" y="23"/>
                  <a:pt x="28" y="24"/>
                  <a:pt x="27" y="26"/>
                </a:cubicBezTo>
                <a:cubicBezTo>
                  <a:pt x="25" y="28"/>
                  <a:pt x="24" y="29"/>
                  <a:pt x="22" y="30"/>
                </a:cubicBezTo>
                <a:cubicBezTo>
                  <a:pt x="21" y="31"/>
                  <a:pt x="20" y="32"/>
                  <a:pt x="19" y="32"/>
                </a:cubicBezTo>
                <a:cubicBezTo>
                  <a:pt x="18" y="32"/>
                  <a:pt x="17" y="31"/>
                  <a:pt x="16" y="31"/>
                </a:cubicBezTo>
                <a:cubicBezTo>
                  <a:pt x="15" y="31"/>
                  <a:pt x="14" y="30"/>
                  <a:pt x="13" y="29"/>
                </a:cubicBezTo>
                <a:cubicBezTo>
                  <a:pt x="9" y="25"/>
                  <a:pt x="9" y="25"/>
                  <a:pt x="9" y="25"/>
                </a:cubicBezTo>
                <a:cubicBezTo>
                  <a:pt x="23" y="9"/>
                  <a:pt x="23" y="9"/>
                  <a:pt x="23" y="9"/>
                </a:cubicBezTo>
                <a:lnTo>
                  <a:pt x="25" y="11"/>
                </a:lnTo>
                <a:close/>
                <a:moveTo>
                  <a:pt x="0" y="25"/>
                </a:moveTo>
                <a:cubicBezTo>
                  <a:pt x="10" y="33"/>
                  <a:pt x="10" y="33"/>
                  <a:pt x="10" y="33"/>
                </a:cubicBezTo>
                <a:cubicBezTo>
                  <a:pt x="12" y="35"/>
                  <a:pt x="13" y="36"/>
                  <a:pt x="15" y="37"/>
                </a:cubicBezTo>
                <a:cubicBezTo>
                  <a:pt x="17" y="37"/>
                  <a:pt x="18" y="38"/>
                  <a:pt x="20" y="38"/>
                </a:cubicBezTo>
                <a:cubicBezTo>
                  <a:pt x="22" y="38"/>
                  <a:pt x="24" y="37"/>
                  <a:pt x="27" y="36"/>
                </a:cubicBezTo>
                <a:cubicBezTo>
                  <a:pt x="28" y="34"/>
                  <a:pt x="30" y="33"/>
                  <a:pt x="32" y="31"/>
                </a:cubicBezTo>
                <a:cubicBezTo>
                  <a:pt x="34" y="28"/>
                  <a:pt x="35" y="26"/>
                  <a:pt x="36" y="24"/>
                </a:cubicBezTo>
                <a:cubicBezTo>
                  <a:pt x="37" y="22"/>
                  <a:pt x="37" y="20"/>
                  <a:pt x="37" y="18"/>
                </a:cubicBezTo>
                <a:cubicBezTo>
                  <a:pt x="37" y="16"/>
                  <a:pt x="36" y="14"/>
                  <a:pt x="35" y="13"/>
                </a:cubicBezTo>
                <a:cubicBezTo>
                  <a:pt x="35" y="11"/>
                  <a:pt x="33" y="10"/>
                  <a:pt x="31" y="8"/>
                </a:cubicBezTo>
                <a:cubicBezTo>
                  <a:pt x="22" y="0"/>
                  <a:pt x="22" y="0"/>
                  <a:pt x="22" y="0"/>
                </a:cubicBezTo>
                <a:lnTo>
                  <a:pt x="0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2" name="Freeform 37"/>
          <p:cNvSpPr>
            <a:spLocks noEditPoints="1"/>
          </p:cNvSpPr>
          <p:nvPr>
            <p:custDataLst>
              <p:tags r:id="rId34"/>
            </p:custDataLst>
          </p:nvPr>
        </p:nvSpPr>
        <p:spPr bwMode="auto">
          <a:xfrm>
            <a:off x="11178540" y="272415"/>
            <a:ext cx="22225" cy="19685"/>
          </a:xfrm>
          <a:custGeom>
            <a:avLst/>
            <a:gdLst>
              <a:gd name="T0" fmla="*/ 46 w 102"/>
              <a:gd name="T1" fmla="*/ 24 h 91"/>
              <a:gd name="T2" fmla="*/ 80 w 102"/>
              <a:gd name="T3" fmla="*/ 18 h 91"/>
              <a:gd name="T4" fmla="*/ 56 w 102"/>
              <a:gd name="T5" fmla="*/ 45 h 91"/>
              <a:gd name="T6" fmla="*/ 46 w 102"/>
              <a:gd name="T7" fmla="*/ 24 h 91"/>
              <a:gd name="T8" fmla="*/ 102 w 102"/>
              <a:gd name="T9" fmla="*/ 16 h 91"/>
              <a:gd name="T10" fmla="*/ 94 w 102"/>
              <a:gd name="T11" fmla="*/ 0 h 91"/>
              <a:gd name="T12" fmla="*/ 0 w 102"/>
              <a:gd name="T13" fmla="*/ 13 h 91"/>
              <a:gd name="T14" fmla="*/ 8 w 102"/>
              <a:gd name="T15" fmla="*/ 29 h 91"/>
              <a:gd name="T16" fmla="*/ 30 w 102"/>
              <a:gd name="T17" fmla="*/ 26 h 91"/>
              <a:gd name="T18" fmla="*/ 48 w 102"/>
              <a:gd name="T19" fmla="*/ 56 h 91"/>
              <a:gd name="T20" fmla="*/ 32 w 102"/>
              <a:gd name="T21" fmla="*/ 75 h 91"/>
              <a:gd name="T22" fmla="*/ 43 w 102"/>
              <a:gd name="T23" fmla="*/ 91 h 91"/>
              <a:gd name="T24" fmla="*/ 102 w 102"/>
              <a:gd name="T25" fmla="*/ 16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2" h="91">
                <a:moveTo>
                  <a:pt x="46" y="24"/>
                </a:moveTo>
                <a:lnTo>
                  <a:pt x="80" y="18"/>
                </a:lnTo>
                <a:lnTo>
                  <a:pt x="56" y="45"/>
                </a:lnTo>
                <a:lnTo>
                  <a:pt x="46" y="24"/>
                </a:lnTo>
                <a:close/>
                <a:moveTo>
                  <a:pt x="102" y="16"/>
                </a:moveTo>
                <a:lnTo>
                  <a:pt x="94" y="0"/>
                </a:lnTo>
                <a:lnTo>
                  <a:pt x="0" y="13"/>
                </a:lnTo>
                <a:lnTo>
                  <a:pt x="8" y="29"/>
                </a:lnTo>
                <a:lnTo>
                  <a:pt x="30" y="26"/>
                </a:lnTo>
                <a:lnTo>
                  <a:pt x="48" y="56"/>
                </a:lnTo>
                <a:lnTo>
                  <a:pt x="32" y="75"/>
                </a:lnTo>
                <a:lnTo>
                  <a:pt x="43" y="91"/>
                </a:lnTo>
                <a:lnTo>
                  <a:pt x="102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3" name="Freeform 38"/>
          <p:cNvSpPr/>
          <p:nvPr>
            <p:custDataLst>
              <p:tags r:id="rId35"/>
            </p:custDataLst>
          </p:nvPr>
        </p:nvSpPr>
        <p:spPr bwMode="auto">
          <a:xfrm>
            <a:off x="11171555" y="249555"/>
            <a:ext cx="22860" cy="20955"/>
          </a:xfrm>
          <a:custGeom>
            <a:avLst/>
            <a:gdLst>
              <a:gd name="T0" fmla="*/ 0 w 106"/>
              <a:gd name="T1" fmla="*/ 29 h 96"/>
              <a:gd name="T2" fmla="*/ 82 w 106"/>
              <a:gd name="T3" fmla="*/ 0 h 96"/>
              <a:gd name="T4" fmla="*/ 88 w 106"/>
              <a:gd name="T5" fmla="*/ 19 h 96"/>
              <a:gd name="T6" fmla="*/ 56 w 106"/>
              <a:gd name="T7" fmla="*/ 29 h 96"/>
              <a:gd name="T8" fmla="*/ 66 w 106"/>
              <a:gd name="T9" fmla="*/ 62 h 96"/>
              <a:gd name="T10" fmla="*/ 101 w 106"/>
              <a:gd name="T11" fmla="*/ 51 h 96"/>
              <a:gd name="T12" fmla="*/ 106 w 106"/>
              <a:gd name="T13" fmla="*/ 67 h 96"/>
              <a:gd name="T14" fmla="*/ 24 w 106"/>
              <a:gd name="T15" fmla="*/ 96 h 96"/>
              <a:gd name="T16" fmla="*/ 16 w 106"/>
              <a:gd name="T17" fmla="*/ 80 h 96"/>
              <a:gd name="T18" fmla="*/ 53 w 106"/>
              <a:gd name="T19" fmla="*/ 67 h 96"/>
              <a:gd name="T20" fmla="*/ 42 w 106"/>
              <a:gd name="T21" fmla="*/ 35 h 96"/>
              <a:gd name="T22" fmla="*/ 5 w 106"/>
              <a:gd name="T23" fmla="*/ 48 h 96"/>
              <a:gd name="T24" fmla="*/ 0 w 106"/>
              <a:gd name="T25" fmla="*/ 29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6" h="96">
                <a:moveTo>
                  <a:pt x="0" y="29"/>
                </a:moveTo>
                <a:lnTo>
                  <a:pt x="82" y="0"/>
                </a:lnTo>
                <a:lnTo>
                  <a:pt x="88" y="19"/>
                </a:lnTo>
                <a:lnTo>
                  <a:pt x="56" y="29"/>
                </a:lnTo>
                <a:lnTo>
                  <a:pt x="66" y="62"/>
                </a:lnTo>
                <a:lnTo>
                  <a:pt x="101" y="51"/>
                </a:lnTo>
                <a:lnTo>
                  <a:pt x="106" y="67"/>
                </a:lnTo>
                <a:lnTo>
                  <a:pt x="24" y="96"/>
                </a:lnTo>
                <a:lnTo>
                  <a:pt x="16" y="80"/>
                </a:lnTo>
                <a:lnTo>
                  <a:pt x="53" y="67"/>
                </a:lnTo>
                <a:lnTo>
                  <a:pt x="42" y="35"/>
                </a:lnTo>
                <a:lnTo>
                  <a:pt x="5" y="48"/>
                </a:lnTo>
                <a:lnTo>
                  <a:pt x="0" y="2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Freeform 39"/>
          <p:cNvSpPr/>
          <p:nvPr>
            <p:custDataLst>
              <p:tags r:id="rId36"/>
            </p:custDataLst>
          </p:nvPr>
        </p:nvSpPr>
        <p:spPr bwMode="auto">
          <a:xfrm>
            <a:off x="11167110" y="233045"/>
            <a:ext cx="20320" cy="16510"/>
          </a:xfrm>
          <a:custGeom>
            <a:avLst/>
            <a:gdLst>
              <a:gd name="T0" fmla="*/ 9 w 35"/>
              <a:gd name="T1" fmla="*/ 1 h 28"/>
              <a:gd name="T2" fmla="*/ 11 w 35"/>
              <a:gd name="T3" fmla="*/ 8 h 28"/>
              <a:gd name="T4" fmla="*/ 7 w 35"/>
              <a:gd name="T5" fmla="*/ 11 h 28"/>
              <a:gd name="T6" fmla="*/ 6 w 35"/>
              <a:gd name="T7" fmla="*/ 16 h 28"/>
              <a:gd name="T8" fmla="*/ 8 w 35"/>
              <a:gd name="T9" fmla="*/ 20 h 28"/>
              <a:gd name="T10" fmla="*/ 12 w 35"/>
              <a:gd name="T11" fmla="*/ 21 h 28"/>
              <a:gd name="T12" fmla="*/ 14 w 35"/>
              <a:gd name="T13" fmla="*/ 20 h 28"/>
              <a:gd name="T14" fmla="*/ 15 w 35"/>
              <a:gd name="T15" fmla="*/ 18 h 28"/>
              <a:gd name="T16" fmla="*/ 15 w 35"/>
              <a:gd name="T17" fmla="*/ 12 h 28"/>
              <a:gd name="T18" fmla="*/ 17 w 35"/>
              <a:gd name="T19" fmla="*/ 4 h 28"/>
              <a:gd name="T20" fmla="*/ 23 w 35"/>
              <a:gd name="T21" fmla="*/ 0 h 28"/>
              <a:gd name="T22" fmla="*/ 28 w 35"/>
              <a:gd name="T23" fmla="*/ 1 h 28"/>
              <a:gd name="T24" fmla="*/ 32 w 35"/>
              <a:gd name="T25" fmla="*/ 4 h 28"/>
              <a:gd name="T26" fmla="*/ 34 w 35"/>
              <a:gd name="T27" fmla="*/ 10 h 28"/>
              <a:gd name="T28" fmla="*/ 33 w 35"/>
              <a:gd name="T29" fmla="*/ 20 h 28"/>
              <a:gd name="T30" fmla="*/ 27 w 35"/>
              <a:gd name="T31" fmla="*/ 24 h 28"/>
              <a:gd name="T32" fmla="*/ 25 w 35"/>
              <a:gd name="T33" fmla="*/ 18 h 28"/>
              <a:gd name="T34" fmla="*/ 28 w 35"/>
              <a:gd name="T35" fmla="*/ 16 h 28"/>
              <a:gd name="T36" fmla="*/ 29 w 35"/>
              <a:gd name="T37" fmla="*/ 11 h 28"/>
              <a:gd name="T38" fmla="*/ 27 w 35"/>
              <a:gd name="T39" fmla="*/ 7 h 28"/>
              <a:gd name="T40" fmla="*/ 25 w 35"/>
              <a:gd name="T41" fmla="*/ 6 h 28"/>
              <a:gd name="T42" fmla="*/ 23 w 35"/>
              <a:gd name="T43" fmla="*/ 8 h 28"/>
              <a:gd name="T44" fmla="*/ 22 w 35"/>
              <a:gd name="T45" fmla="*/ 14 h 28"/>
              <a:gd name="T46" fmla="*/ 21 w 35"/>
              <a:gd name="T47" fmla="*/ 22 h 28"/>
              <a:gd name="T48" fmla="*/ 18 w 35"/>
              <a:gd name="T49" fmla="*/ 26 h 28"/>
              <a:gd name="T50" fmla="*/ 13 w 35"/>
              <a:gd name="T51" fmla="*/ 28 h 28"/>
              <a:gd name="T52" fmla="*/ 7 w 35"/>
              <a:gd name="T53" fmla="*/ 27 h 28"/>
              <a:gd name="T54" fmla="*/ 3 w 35"/>
              <a:gd name="T55" fmla="*/ 24 h 28"/>
              <a:gd name="T56" fmla="*/ 0 w 35"/>
              <a:gd name="T57" fmla="*/ 17 h 28"/>
              <a:gd name="T58" fmla="*/ 2 w 35"/>
              <a:gd name="T59" fmla="*/ 7 h 28"/>
              <a:gd name="T60" fmla="*/ 9 w 35"/>
              <a:gd name="T61" fmla="*/ 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5" h="28">
                <a:moveTo>
                  <a:pt x="9" y="1"/>
                </a:moveTo>
                <a:cubicBezTo>
                  <a:pt x="11" y="8"/>
                  <a:pt x="11" y="8"/>
                  <a:pt x="11" y="8"/>
                </a:cubicBezTo>
                <a:cubicBezTo>
                  <a:pt x="9" y="8"/>
                  <a:pt x="7" y="10"/>
                  <a:pt x="7" y="11"/>
                </a:cubicBezTo>
                <a:cubicBezTo>
                  <a:pt x="6" y="12"/>
                  <a:pt x="6" y="14"/>
                  <a:pt x="6" y="16"/>
                </a:cubicBezTo>
                <a:cubicBezTo>
                  <a:pt x="6" y="18"/>
                  <a:pt x="7" y="19"/>
                  <a:pt x="8" y="20"/>
                </a:cubicBezTo>
                <a:cubicBezTo>
                  <a:pt x="9" y="21"/>
                  <a:pt x="10" y="22"/>
                  <a:pt x="12" y="21"/>
                </a:cubicBezTo>
                <a:cubicBezTo>
                  <a:pt x="12" y="21"/>
                  <a:pt x="13" y="21"/>
                  <a:pt x="14" y="20"/>
                </a:cubicBezTo>
                <a:cubicBezTo>
                  <a:pt x="14" y="20"/>
                  <a:pt x="14" y="19"/>
                  <a:pt x="15" y="18"/>
                </a:cubicBezTo>
                <a:cubicBezTo>
                  <a:pt x="15" y="17"/>
                  <a:pt x="15" y="15"/>
                  <a:pt x="15" y="12"/>
                </a:cubicBezTo>
                <a:cubicBezTo>
                  <a:pt x="15" y="9"/>
                  <a:pt x="16" y="6"/>
                  <a:pt x="17" y="4"/>
                </a:cubicBezTo>
                <a:cubicBezTo>
                  <a:pt x="18" y="2"/>
                  <a:pt x="20" y="1"/>
                  <a:pt x="23" y="0"/>
                </a:cubicBezTo>
                <a:cubicBezTo>
                  <a:pt x="25" y="0"/>
                  <a:pt x="26" y="0"/>
                  <a:pt x="28" y="1"/>
                </a:cubicBezTo>
                <a:cubicBezTo>
                  <a:pt x="29" y="2"/>
                  <a:pt x="31" y="3"/>
                  <a:pt x="32" y="4"/>
                </a:cubicBezTo>
                <a:cubicBezTo>
                  <a:pt x="33" y="6"/>
                  <a:pt x="34" y="8"/>
                  <a:pt x="34" y="10"/>
                </a:cubicBezTo>
                <a:cubicBezTo>
                  <a:pt x="35" y="14"/>
                  <a:pt x="35" y="18"/>
                  <a:pt x="33" y="20"/>
                </a:cubicBezTo>
                <a:cubicBezTo>
                  <a:pt x="32" y="22"/>
                  <a:pt x="30" y="24"/>
                  <a:pt x="27" y="24"/>
                </a:cubicBezTo>
                <a:cubicBezTo>
                  <a:pt x="25" y="18"/>
                  <a:pt x="25" y="18"/>
                  <a:pt x="25" y="18"/>
                </a:cubicBezTo>
                <a:cubicBezTo>
                  <a:pt x="27" y="17"/>
                  <a:pt x="28" y="17"/>
                  <a:pt x="28" y="16"/>
                </a:cubicBezTo>
                <a:cubicBezTo>
                  <a:pt x="29" y="15"/>
                  <a:pt x="29" y="13"/>
                  <a:pt x="29" y="11"/>
                </a:cubicBezTo>
                <a:cubicBezTo>
                  <a:pt x="28" y="9"/>
                  <a:pt x="28" y="8"/>
                  <a:pt x="27" y="7"/>
                </a:cubicBezTo>
                <a:cubicBezTo>
                  <a:pt x="26" y="7"/>
                  <a:pt x="25" y="6"/>
                  <a:pt x="25" y="6"/>
                </a:cubicBezTo>
                <a:cubicBezTo>
                  <a:pt x="24" y="7"/>
                  <a:pt x="23" y="7"/>
                  <a:pt x="23" y="8"/>
                </a:cubicBezTo>
                <a:cubicBezTo>
                  <a:pt x="22" y="9"/>
                  <a:pt x="22" y="11"/>
                  <a:pt x="22" y="14"/>
                </a:cubicBezTo>
                <a:cubicBezTo>
                  <a:pt x="21" y="17"/>
                  <a:pt x="21" y="20"/>
                  <a:pt x="21" y="22"/>
                </a:cubicBezTo>
                <a:cubicBezTo>
                  <a:pt x="20" y="23"/>
                  <a:pt x="19" y="25"/>
                  <a:pt x="18" y="26"/>
                </a:cubicBezTo>
                <a:cubicBezTo>
                  <a:pt x="17" y="27"/>
                  <a:pt x="15" y="28"/>
                  <a:pt x="13" y="28"/>
                </a:cubicBezTo>
                <a:cubicBezTo>
                  <a:pt x="11" y="28"/>
                  <a:pt x="9" y="28"/>
                  <a:pt x="7" y="27"/>
                </a:cubicBezTo>
                <a:cubicBezTo>
                  <a:pt x="6" y="27"/>
                  <a:pt x="4" y="25"/>
                  <a:pt x="3" y="24"/>
                </a:cubicBezTo>
                <a:cubicBezTo>
                  <a:pt x="2" y="22"/>
                  <a:pt x="1" y="20"/>
                  <a:pt x="0" y="17"/>
                </a:cubicBezTo>
                <a:cubicBezTo>
                  <a:pt x="0" y="13"/>
                  <a:pt x="0" y="9"/>
                  <a:pt x="2" y="7"/>
                </a:cubicBezTo>
                <a:cubicBezTo>
                  <a:pt x="3" y="4"/>
                  <a:pt x="6" y="3"/>
                  <a:pt x="9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Freeform 40"/>
          <p:cNvSpPr/>
          <p:nvPr>
            <p:custDataLst>
              <p:tags r:id="rId37"/>
            </p:custDataLst>
          </p:nvPr>
        </p:nvSpPr>
        <p:spPr bwMode="auto">
          <a:xfrm>
            <a:off x="11298555" y="327025"/>
            <a:ext cx="16510" cy="20320"/>
          </a:xfrm>
          <a:custGeom>
            <a:avLst/>
            <a:gdLst>
              <a:gd name="T0" fmla="*/ 0 w 29"/>
              <a:gd name="T1" fmla="*/ 3 h 35"/>
              <a:gd name="T2" fmla="*/ 7 w 29"/>
              <a:gd name="T3" fmla="*/ 2 h 35"/>
              <a:gd name="T4" fmla="*/ 9 w 29"/>
              <a:gd name="T5" fmla="*/ 20 h 35"/>
              <a:gd name="T6" fmla="*/ 9 w 29"/>
              <a:gd name="T7" fmla="*/ 25 h 35"/>
              <a:gd name="T8" fmla="*/ 12 w 29"/>
              <a:gd name="T9" fmla="*/ 28 h 35"/>
              <a:gd name="T10" fmla="*/ 16 w 29"/>
              <a:gd name="T11" fmla="*/ 29 h 35"/>
              <a:gd name="T12" fmla="*/ 20 w 29"/>
              <a:gd name="T13" fmla="*/ 28 h 35"/>
              <a:gd name="T14" fmla="*/ 22 w 29"/>
              <a:gd name="T15" fmla="*/ 25 h 35"/>
              <a:gd name="T16" fmla="*/ 22 w 29"/>
              <a:gd name="T17" fmla="*/ 19 h 35"/>
              <a:gd name="T18" fmla="*/ 20 w 29"/>
              <a:gd name="T19" fmla="*/ 1 h 35"/>
              <a:gd name="T20" fmla="*/ 27 w 29"/>
              <a:gd name="T21" fmla="*/ 0 h 35"/>
              <a:gd name="T22" fmla="*/ 28 w 29"/>
              <a:gd name="T23" fmla="*/ 18 h 35"/>
              <a:gd name="T24" fmla="*/ 28 w 29"/>
              <a:gd name="T25" fmla="*/ 26 h 35"/>
              <a:gd name="T26" fmla="*/ 27 w 29"/>
              <a:gd name="T27" fmla="*/ 30 h 35"/>
              <a:gd name="T28" fmla="*/ 23 w 29"/>
              <a:gd name="T29" fmla="*/ 33 h 35"/>
              <a:gd name="T30" fmla="*/ 17 w 29"/>
              <a:gd name="T31" fmla="*/ 35 h 35"/>
              <a:gd name="T32" fmla="*/ 10 w 29"/>
              <a:gd name="T33" fmla="*/ 34 h 35"/>
              <a:gd name="T34" fmla="*/ 6 w 29"/>
              <a:gd name="T35" fmla="*/ 32 h 35"/>
              <a:gd name="T36" fmla="*/ 3 w 29"/>
              <a:gd name="T37" fmla="*/ 28 h 35"/>
              <a:gd name="T38" fmla="*/ 2 w 29"/>
              <a:gd name="T39" fmla="*/ 20 h 35"/>
              <a:gd name="T40" fmla="*/ 0 w 29"/>
              <a:gd name="T41" fmla="*/ 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5">
                <a:moveTo>
                  <a:pt x="0" y="3"/>
                </a:moveTo>
                <a:cubicBezTo>
                  <a:pt x="7" y="2"/>
                  <a:pt x="7" y="2"/>
                  <a:pt x="7" y="2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3"/>
                  <a:pt x="9" y="25"/>
                  <a:pt x="9" y="25"/>
                </a:cubicBezTo>
                <a:cubicBezTo>
                  <a:pt x="10" y="27"/>
                  <a:pt x="11" y="28"/>
                  <a:pt x="12" y="28"/>
                </a:cubicBezTo>
                <a:cubicBezTo>
                  <a:pt x="13" y="29"/>
                  <a:pt x="14" y="29"/>
                  <a:pt x="16" y="29"/>
                </a:cubicBezTo>
                <a:cubicBezTo>
                  <a:pt x="18" y="29"/>
                  <a:pt x="19" y="29"/>
                  <a:pt x="20" y="28"/>
                </a:cubicBezTo>
                <a:cubicBezTo>
                  <a:pt x="21" y="27"/>
                  <a:pt x="22" y="26"/>
                  <a:pt x="22" y="25"/>
                </a:cubicBezTo>
                <a:cubicBezTo>
                  <a:pt x="22" y="24"/>
                  <a:pt x="22" y="22"/>
                  <a:pt x="22" y="19"/>
                </a:cubicBezTo>
                <a:cubicBezTo>
                  <a:pt x="20" y="1"/>
                  <a:pt x="20" y="1"/>
                  <a:pt x="20" y="1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18"/>
                  <a:pt x="28" y="18"/>
                  <a:pt x="28" y="18"/>
                </a:cubicBezTo>
                <a:cubicBezTo>
                  <a:pt x="29" y="22"/>
                  <a:pt x="29" y="24"/>
                  <a:pt x="28" y="26"/>
                </a:cubicBezTo>
                <a:cubicBezTo>
                  <a:pt x="28" y="28"/>
                  <a:pt x="28" y="29"/>
                  <a:pt x="27" y="30"/>
                </a:cubicBezTo>
                <a:cubicBezTo>
                  <a:pt x="26" y="32"/>
                  <a:pt x="25" y="33"/>
                  <a:pt x="23" y="33"/>
                </a:cubicBezTo>
                <a:cubicBezTo>
                  <a:pt x="22" y="34"/>
                  <a:pt x="20" y="35"/>
                  <a:pt x="17" y="35"/>
                </a:cubicBezTo>
                <a:cubicBezTo>
                  <a:pt x="14" y="35"/>
                  <a:pt x="11" y="35"/>
                  <a:pt x="10" y="34"/>
                </a:cubicBezTo>
                <a:cubicBezTo>
                  <a:pt x="8" y="34"/>
                  <a:pt x="7" y="33"/>
                  <a:pt x="6" y="32"/>
                </a:cubicBezTo>
                <a:cubicBezTo>
                  <a:pt x="5" y="31"/>
                  <a:pt x="4" y="30"/>
                  <a:pt x="3" y="28"/>
                </a:cubicBezTo>
                <a:cubicBezTo>
                  <a:pt x="3" y="27"/>
                  <a:pt x="2" y="24"/>
                  <a:pt x="2" y="20"/>
                </a:cubicBezTo>
                <a:lnTo>
                  <a:pt x="0" y="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Freeform 41"/>
          <p:cNvSpPr/>
          <p:nvPr>
            <p:custDataLst>
              <p:tags r:id="rId38"/>
            </p:custDataLst>
          </p:nvPr>
        </p:nvSpPr>
        <p:spPr bwMode="auto">
          <a:xfrm>
            <a:off x="11317605" y="322580"/>
            <a:ext cx="20320" cy="22860"/>
          </a:xfrm>
          <a:custGeom>
            <a:avLst/>
            <a:gdLst>
              <a:gd name="T0" fmla="*/ 24 w 93"/>
              <a:gd name="T1" fmla="*/ 105 h 105"/>
              <a:gd name="T2" fmla="*/ 0 w 93"/>
              <a:gd name="T3" fmla="*/ 19 h 105"/>
              <a:gd name="T4" fmla="*/ 18 w 93"/>
              <a:gd name="T5" fmla="*/ 16 h 105"/>
              <a:gd name="T6" fmla="*/ 69 w 93"/>
              <a:gd name="T7" fmla="*/ 62 h 105"/>
              <a:gd name="T8" fmla="*/ 53 w 93"/>
              <a:gd name="T9" fmla="*/ 6 h 105"/>
              <a:gd name="T10" fmla="*/ 69 w 93"/>
              <a:gd name="T11" fmla="*/ 0 h 105"/>
              <a:gd name="T12" fmla="*/ 93 w 93"/>
              <a:gd name="T13" fmla="*/ 86 h 105"/>
              <a:gd name="T14" fmla="*/ 75 w 93"/>
              <a:gd name="T15" fmla="*/ 91 h 105"/>
              <a:gd name="T16" fmla="*/ 24 w 93"/>
              <a:gd name="T17" fmla="*/ 43 h 105"/>
              <a:gd name="T18" fmla="*/ 40 w 93"/>
              <a:gd name="T19" fmla="*/ 99 h 105"/>
              <a:gd name="T20" fmla="*/ 24 w 93"/>
              <a:gd name="T21" fmla="*/ 105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3" h="105">
                <a:moveTo>
                  <a:pt x="24" y="105"/>
                </a:moveTo>
                <a:lnTo>
                  <a:pt x="0" y="19"/>
                </a:lnTo>
                <a:lnTo>
                  <a:pt x="18" y="16"/>
                </a:lnTo>
                <a:lnTo>
                  <a:pt x="69" y="62"/>
                </a:lnTo>
                <a:lnTo>
                  <a:pt x="53" y="6"/>
                </a:lnTo>
                <a:lnTo>
                  <a:pt x="69" y="0"/>
                </a:lnTo>
                <a:lnTo>
                  <a:pt x="93" y="86"/>
                </a:lnTo>
                <a:lnTo>
                  <a:pt x="75" y="91"/>
                </a:lnTo>
                <a:lnTo>
                  <a:pt x="24" y="43"/>
                </a:lnTo>
                <a:lnTo>
                  <a:pt x="40" y="99"/>
                </a:lnTo>
                <a:lnTo>
                  <a:pt x="24" y="10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Freeform 42"/>
          <p:cNvSpPr/>
          <p:nvPr>
            <p:custDataLst>
              <p:tags r:id="rId39"/>
            </p:custDataLst>
          </p:nvPr>
        </p:nvSpPr>
        <p:spPr bwMode="auto">
          <a:xfrm>
            <a:off x="11336020" y="319405"/>
            <a:ext cx="10795" cy="19050"/>
          </a:xfrm>
          <a:custGeom>
            <a:avLst/>
            <a:gdLst>
              <a:gd name="T0" fmla="*/ 35 w 51"/>
              <a:gd name="T1" fmla="*/ 88 h 88"/>
              <a:gd name="T2" fmla="*/ 0 w 51"/>
              <a:gd name="T3" fmla="*/ 5 h 88"/>
              <a:gd name="T4" fmla="*/ 16 w 51"/>
              <a:gd name="T5" fmla="*/ 0 h 88"/>
              <a:gd name="T6" fmla="*/ 51 w 51"/>
              <a:gd name="T7" fmla="*/ 80 h 88"/>
              <a:gd name="T8" fmla="*/ 35 w 51"/>
              <a:gd name="T9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88">
                <a:moveTo>
                  <a:pt x="35" y="88"/>
                </a:moveTo>
                <a:lnTo>
                  <a:pt x="0" y="5"/>
                </a:lnTo>
                <a:lnTo>
                  <a:pt x="16" y="0"/>
                </a:lnTo>
                <a:lnTo>
                  <a:pt x="51" y="80"/>
                </a:lnTo>
                <a:lnTo>
                  <a:pt x="35" y="8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Freeform 43"/>
          <p:cNvSpPr/>
          <p:nvPr>
            <p:custDataLst>
              <p:tags r:id="rId40"/>
            </p:custDataLst>
          </p:nvPr>
        </p:nvSpPr>
        <p:spPr bwMode="auto">
          <a:xfrm>
            <a:off x="11341100" y="310515"/>
            <a:ext cx="19050" cy="22225"/>
          </a:xfrm>
          <a:custGeom>
            <a:avLst/>
            <a:gdLst>
              <a:gd name="T0" fmla="*/ 72 w 88"/>
              <a:gd name="T1" fmla="*/ 102 h 102"/>
              <a:gd name="T2" fmla="*/ 0 w 88"/>
              <a:gd name="T3" fmla="*/ 40 h 102"/>
              <a:gd name="T4" fmla="*/ 19 w 88"/>
              <a:gd name="T5" fmla="*/ 32 h 102"/>
              <a:gd name="T6" fmla="*/ 70 w 88"/>
              <a:gd name="T7" fmla="*/ 78 h 102"/>
              <a:gd name="T8" fmla="*/ 56 w 88"/>
              <a:gd name="T9" fmla="*/ 11 h 102"/>
              <a:gd name="T10" fmla="*/ 72 w 88"/>
              <a:gd name="T11" fmla="*/ 0 h 102"/>
              <a:gd name="T12" fmla="*/ 88 w 88"/>
              <a:gd name="T13" fmla="*/ 94 h 102"/>
              <a:gd name="T14" fmla="*/ 72 w 88"/>
              <a:gd name="T15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8" h="102">
                <a:moveTo>
                  <a:pt x="72" y="102"/>
                </a:moveTo>
                <a:lnTo>
                  <a:pt x="0" y="40"/>
                </a:lnTo>
                <a:lnTo>
                  <a:pt x="19" y="32"/>
                </a:lnTo>
                <a:lnTo>
                  <a:pt x="70" y="78"/>
                </a:lnTo>
                <a:lnTo>
                  <a:pt x="56" y="11"/>
                </a:lnTo>
                <a:lnTo>
                  <a:pt x="72" y="0"/>
                </a:lnTo>
                <a:lnTo>
                  <a:pt x="88" y="94"/>
                </a:lnTo>
                <a:lnTo>
                  <a:pt x="72" y="10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Freeform 44"/>
          <p:cNvSpPr/>
          <p:nvPr>
            <p:custDataLst>
              <p:tags r:id="rId41"/>
            </p:custDataLst>
          </p:nvPr>
        </p:nvSpPr>
        <p:spPr bwMode="auto">
          <a:xfrm>
            <a:off x="11358245" y="300355"/>
            <a:ext cx="23495" cy="24130"/>
          </a:xfrm>
          <a:custGeom>
            <a:avLst/>
            <a:gdLst>
              <a:gd name="T0" fmla="*/ 57 w 107"/>
              <a:gd name="T1" fmla="*/ 110 h 110"/>
              <a:gd name="T2" fmla="*/ 0 w 107"/>
              <a:gd name="T3" fmla="*/ 40 h 110"/>
              <a:gd name="T4" fmla="*/ 51 w 107"/>
              <a:gd name="T5" fmla="*/ 0 h 110"/>
              <a:gd name="T6" fmla="*/ 62 w 107"/>
              <a:gd name="T7" fmla="*/ 11 h 110"/>
              <a:gd name="T8" fmla="*/ 24 w 107"/>
              <a:gd name="T9" fmla="*/ 40 h 110"/>
              <a:gd name="T10" fmla="*/ 35 w 107"/>
              <a:gd name="T11" fmla="*/ 57 h 110"/>
              <a:gd name="T12" fmla="*/ 70 w 107"/>
              <a:gd name="T13" fmla="*/ 30 h 110"/>
              <a:gd name="T14" fmla="*/ 81 w 107"/>
              <a:gd name="T15" fmla="*/ 40 h 110"/>
              <a:gd name="T16" fmla="*/ 46 w 107"/>
              <a:gd name="T17" fmla="*/ 67 h 110"/>
              <a:gd name="T18" fmla="*/ 59 w 107"/>
              <a:gd name="T19" fmla="*/ 86 h 110"/>
              <a:gd name="T20" fmla="*/ 99 w 107"/>
              <a:gd name="T21" fmla="*/ 57 h 110"/>
              <a:gd name="T22" fmla="*/ 107 w 107"/>
              <a:gd name="T23" fmla="*/ 67 h 110"/>
              <a:gd name="T24" fmla="*/ 57 w 107"/>
              <a:gd name="T25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7" h="110">
                <a:moveTo>
                  <a:pt x="57" y="110"/>
                </a:moveTo>
                <a:lnTo>
                  <a:pt x="0" y="40"/>
                </a:lnTo>
                <a:lnTo>
                  <a:pt x="51" y="0"/>
                </a:lnTo>
                <a:lnTo>
                  <a:pt x="62" y="11"/>
                </a:lnTo>
                <a:lnTo>
                  <a:pt x="24" y="40"/>
                </a:lnTo>
                <a:lnTo>
                  <a:pt x="35" y="57"/>
                </a:lnTo>
                <a:lnTo>
                  <a:pt x="70" y="30"/>
                </a:lnTo>
                <a:lnTo>
                  <a:pt x="81" y="40"/>
                </a:lnTo>
                <a:lnTo>
                  <a:pt x="46" y="67"/>
                </a:lnTo>
                <a:lnTo>
                  <a:pt x="59" y="86"/>
                </a:lnTo>
                <a:lnTo>
                  <a:pt x="99" y="57"/>
                </a:lnTo>
                <a:lnTo>
                  <a:pt x="107" y="67"/>
                </a:lnTo>
                <a:lnTo>
                  <a:pt x="57" y="1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Freeform 45"/>
          <p:cNvSpPr>
            <a:spLocks noEditPoints="1"/>
          </p:cNvSpPr>
          <p:nvPr>
            <p:custDataLst>
              <p:tags r:id="rId42"/>
            </p:custDataLst>
          </p:nvPr>
        </p:nvSpPr>
        <p:spPr bwMode="auto">
          <a:xfrm>
            <a:off x="11372850" y="288290"/>
            <a:ext cx="25400" cy="22860"/>
          </a:xfrm>
          <a:custGeom>
            <a:avLst/>
            <a:gdLst>
              <a:gd name="T0" fmla="*/ 8 w 44"/>
              <a:gd name="T1" fmla="*/ 16 h 39"/>
              <a:gd name="T2" fmla="*/ 12 w 44"/>
              <a:gd name="T3" fmla="*/ 12 h 39"/>
              <a:gd name="T4" fmla="*/ 15 w 44"/>
              <a:gd name="T5" fmla="*/ 8 h 39"/>
              <a:gd name="T6" fmla="*/ 18 w 44"/>
              <a:gd name="T7" fmla="*/ 7 h 39"/>
              <a:gd name="T8" fmla="*/ 21 w 44"/>
              <a:gd name="T9" fmla="*/ 9 h 39"/>
              <a:gd name="T10" fmla="*/ 22 w 44"/>
              <a:gd name="T11" fmla="*/ 11 h 39"/>
              <a:gd name="T12" fmla="*/ 22 w 44"/>
              <a:gd name="T13" fmla="*/ 13 h 39"/>
              <a:gd name="T14" fmla="*/ 18 w 44"/>
              <a:gd name="T15" fmla="*/ 18 h 39"/>
              <a:gd name="T16" fmla="*/ 15 w 44"/>
              <a:gd name="T17" fmla="*/ 21 h 39"/>
              <a:gd name="T18" fmla="*/ 8 w 44"/>
              <a:gd name="T19" fmla="*/ 16 h 39"/>
              <a:gd name="T20" fmla="*/ 29 w 44"/>
              <a:gd name="T21" fmla="*/ 34 h 39"/>
              <a:gd name="T22" fmla="*/ 19 w 44"/>
              <a:gd name="T23" fmla="*/ 25 h 39"/>
              <a:gd name="T24" fmla="*/ 19 w 44"/>
              <a:gd name="T25" fmla="*/ 24 h 39"/>
              <a:gd name="T26" fmla="*/ 22 w 44"/>
              <a:gd name="T27" fmla="*/ 22 h 39"/>
              <a:gd name="T28" fmla="*/ 24 w 44"/>
              <a:gd name="T29" fmla="*/ 21 h 39"/>
              <a:gd name="T30" fmla="*/ 30 w 44"/>
              <a:gd name="T31" fmla="*/ 22 h 39"/>
              <a:gd name="T32" fmla="*/ 39 w 44"/>
              <a:gd name="T33" fmla="*/ 23 h 39"/>
              <a:gd name="T34" fmla="*/ 44 w 44"/>
              <a:gd name="T35" fmla="*/ 17 h 39"/>
              <a:gd name="T36" fmla="*/ 37 w 44"/>
              <a:gd name="T37" fmla="*/ 16 h 39"/>
              <a:gd name="T38" fmla="*/ 30 w 44"/>
              <a:gd name="T39" fmla="*/ 15 h 39"/>
              <a:gd name="T40" fmla="*/ 26 w 44"/>
              <a:gd name="T41" fmla="*/ 16 h 39"/>
              <a:gd name="T42" fmla="*/ 28 w 44"/>
              <a:gd name="T43" fmla="*/ 9 h 39"/>
              <a:gd name="T44" fmla="*/ 25 w 44"/>
              <a:gd name="T45" fmla="*/ 3 h 39"/>
              <a:gd name="T46" fmla="*/ 20 w 44"/>
              <a:gd name="T47" fmla="*/ 1 h 39"/>
              <a:gd name="T48" fmla="*/ 15 w 44"/>
              <a:gd name="T49" fmla="*/ 1 h 39"/>
              <a:gd name="T50" fmla="*/ 9 w 44"/>
              <a:gd name="T51" fmla="*/ 6 h 39"/>
              <a:gd name="T52" fmla="*/ 0 w 44"/>
              <a:gd name="T53" fmla="*/ 17 h 39"/>
              <a:gd name="T54" fmla="*/ 24 w 44"/>
              <a:gd name="T55" fmla="*/ 39 h 39"/>
              <a:gd name="T56" fmla="*/ 29 w 44"/>
              <a:gd name="T57" fmla="*/ 34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4" h="39">
                <a:moveTo>
                  <a:pt x="8" y="16"/>
                </a:moveTo>
                <a:cubicBezTo>
                  <a:pt x="12" y="12"/>
                  <a:pt x="12" y="12"/>
                  <a:pt x="12" y="12"/>
                </a:cubicBezTo>
                <a:cubicBezTo>
                  <a:pt x="14" y="10"/>
                  <a:pt x="15" y="9"/>
                  <a:pt x="15" y="8"/>
                </a:cubicBezTo>
                <a:cubicBezTo>
                  <a:pt x="16" y="8"/>
                  <a:pt x="17" y="7"/>
                  <a:pt x="18" y="7"/>
                </a:cubicBezTo>
                <a:cubicBezTo>
                  <a:pt x="19" y="7"/>
                  <a:pt x="20" y="8"/>
                  <a:pt x="21" y="9"/>
                </a:cubicBezTo>
                <a:cubicBezTo>
                  <a:pt x="21" y="9"/>
                  <a:pt x="22" y="10"/>
                  <a:pt x="22" y="11"/>
                </a:cubicBezTo>
                <a:cubicBezTo>
                  <a:pt x="22" y="11"/>
                  <a:pt x="22" y="12"/>
                  <a:pt x="22" y="13"/>
                </a:cubicBezTo>
                <a:cubicBezTo>
                  <a:pt x="21" y="14"/>
                  <a:pt x="20" y="15"/>
                  <a:pt x="18" y="18"/>
                </a:cubicBezTo>
                <a:cubicBezTo>
                  <a:pt x="15" y="21"/>
                  <a:pt x="15" y="21"/>
                  <a:pt x="15" y="21"/>
                </a:cubicBezTo>
                <a:lnTo>
                  <a:pt x="8" y="16"/>
                </a:lnTo>
                <a:close/>
                <a:moveTo>
                  <a:pt x="29" y="34"/>
                </a:moveTo>
                <a:cubicBezTo>
                  <a:pt x="19" y="25"/>
                  <a:pt x="19" y="25"/>
                  <a:pt x="19" y="25"/>
                </a:cubicBezTo>
                <a:cubicBezTo>
                  <a:pt x="19" y="24"/>
                  <a:pt x="19" y="24"/>
                  <a:pt x="19" y="24"/>
                </a:cubicBezTo>
                <a:cubicBezTo>
                  <a:pt x="20" y="23"/>
                  <a:pt x="21" y="22"/>
                  <a:pt x="22" y="22"/>
                </a:cubicBezTo>
                <a:cubicBezTo>
                  <a:pt x="23" y="21"/>
                  <a:pt x="23" y="21"/>
                  <a:pt x="24" y="21"/>
                </a:cubicBezTo>
                <a:cubicBezTo>
                  <a:pt x="25" y="21"/>
                  <a:pt x="27" y="21"/>
                  <a:pt x="30" y="22"/>
                </a:cubicBezTo>
                <a:cubicBezTo>
                  <a:pt x="39" y="23"/>
                  <a:pt x="39" y="23"/>
                  <a:pt x="39" y="23"/>
                </a:cubicBezTo>
                <a:cubicBezTo>
                  <a:pt x="44" y="17"/>
                  <a:pt x="44" y="17"/>
                  <a:pt x="44" y="17"/>
                </a:cubicBezTo>
                <a:cubicBezTo>
                  <a:pt x="37" y="16"/>
                  <a:pt x="37" y="16"/>
                  <a:pt x="37" y="16"/>
                </a:cubicBezTo>
                <a:cubicBezTo>
                  <a:pt x="34" y="15"/>
                  <a:pt x="32" y="15"/>
                  <a:pt x="30" y="15"/>
                </a:cubicBezTo>
                <a:cubicBezTo>
                  <a:pt x="29" y="15"/>
                  <a:pt x="27" y="15"/>
                  <a:pt x="26" y="16"/>
                </a:cubicBezTo>
                <a:cubicBezTo>
                  <a:pt x="27" y="13"/>
                  <a:pt x="28" y="11"/>
                  <a:pt x="28" y="9"/>
                </a:cubicBezTo>
                <a:cubicBezTo>
                  <a:pt x="28" y="7"/>
                  <a:pt x="27" y="5"/>
                  <a:pt x="25" y="3"/>
                </a:cubicBezTo>
                <a:cubicBezTo>
                  <a:pt x="23" y="2"/>
                  <a:pt x="22" y="1"/>
                  <a:pt x="20" y="1"/>
                </a:cubicBezTo>
                <a:cubicBezTo>
                  <a:pt x="18" y="0"/>
                  <a:pt x="17" y="1"/>
                  <a:pt x="15" y="1"/>
                </a:cubicBezTo>
                <a:cubicBezTo>
                  <a:pt x="14" y="2"/>
                  <a:pt x="12" y="4"/>
                  <a:pt x="9" y="6"/>
                </a:cubicBezTo>
                <a:cubicBezTo>
                  <a:pt x="0" y="17"/>
                  <a:pt x="0" y="17"/>
                  <a:pt x="0" y="17"/>
                </a:cubicBezTo>
                <a:cubicBezTo>
                  <a:pt x="24" y="39"/>
                  <a:pt x="24" y="39"/>
                  <a:pt x="24" y="39"/>
                </a:cubicBezTo>
                <a:lnTo>
                  <a:pt x="29" y="3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Freeform 46"/>
          <p:cNvSpPr/>
          <p:nvPr>
            <p:custDataLst>
              <p:tags r:id="rId43"/>
            </p:custDataLst>
          </p:nvPr>
        </p:nvSpPr>
        <p:spPr bwMode="auto">
          <a:xfrm>
            <a:off x="11386820" y="273685"/>
            <a:ext cx="20955" cy="18415"/>
          </a:xfrm>
          <a:custGeom>
            <a:avLst/>
            <a:gdLst>
              <a:gd name="T0" fmla="*/ 15 w 36"/>
              <a:gd name="T1" fmla="*/ 30 h 32"/>
              <a:gd name="T2" fmla="*/ 18 w 36"/>
              <a:gd name="T3" fmla="*/ 25 h 32"/>
              <a:gd name="T4" fmla="*/ 24 w 36"/>
              <a:gd name="T5" fmla="*/ 25 h 32"/>
              <a:gd name="T6" fmla="*/ 28 w 36"/>
              <a:gd name="T7" fmla="*/ 22 h 32"/>
              <a:gd name="T8" fmla="*/ 29 w 36"/>
              <a:gd name="T9" fmla="*/ 17 h 32"/>
              <a:gd name="T10" fmla="*/ 27 w 36"/>
              <a:gd name="T11" fmla="*/ 14 h 32"/>
              <a:gd name="T12" fmla="*/ 25 w 36"/>
              <a:gd name="T13" fmla="*/ 14 h 32"/>
              <a:gd name="T14" fmla="*/ 23 w 36"/>
              <a:gd name="T15" fmla="*/ 15 h 32"/>
              <a:gd name="T16" fmla="*/ 19 w 36"/>
              <a:gd name="T17" fmla="*/ 19 h 32"/>
              <a:gd name="T18" fmla="*/ 12 w 36"/>
              <a:gd name="T19" fmla="*/ 23 h 32"/>
              <a:gd name="T20" fmla="*/ 4 w 36"/>
              <a:gd name="T21" fmla="*/ 22 h 32"/>
              <a:gd name="T22" fmla="*/ 1 w 36"/>
              <a:gd name="T23" fmla="*/ 18 h 32"/>
              <a:gd name="T24" fmla="*/ 1 w 36"/>
              <a:gd name="T25" fmla="*/ 13 h 32"/>
              <a:gd name="T26" fmla="*/ 3 w 36"/>
              <a:gd name="T27" fmla="*/ 7 h 32"/>
              <a:gd name="T28" fmla="*/ 11 w 36"/>
              <a:gd name="T29" fmla="*/ 1 h 32"/>
              <a:gd name="T30" fmla="*/ 19 w 36"/>
              <a:gd name="T31" fmla="*/ 2 h 32"/>
              <a:gd name="T32" fmla="*/ 15 w 36"/>
              <a:gd name="T33" fmla="*/ 8 h 32"/>
              <a:gd name="T34" fmla="*/ 11 w 36"/>
              <a:gd name="T35" fmla="*/ 7 h 32"/>
              <a:gd name="T36" fmla="*/ 8 w 36"/>
              <a:gd name="T37" fmla="*/ 10 h 32"/>
              <a:gd name="T38" fmla="*/ 7 w 36"/>
              <a:gd name="T39" fmla="*/ 14 h 32"/>
              <a:gd name="T40" fmla="*/ 8 w 36"/>
              <a:gd name="T41" fmla="*/ 16 h 32"/>
              <a:gd name="T42" fmla="*/ 10 w 36"/>
              <a:gd name="T43" fmla="*/ 17 h 32"/>
              <a:gd name="T44" fmla="*/ 15 w 36"/>
              <a:gd name="T45" fmla="*/ 13 h 32"/>
              <a:gd name="T46" fmla="*/ 21 w 36"/>
              <a:gd name="T47" fmla="*/ 8 h 32"/>
              <a:gd name="T48" fmla="*/ 26 w 36"/>
              <a:gd name="T49" fmla="*/ 7 h 32"/>
              <a:gd name="T50" fmla="*/ 31 w 36"/>
              <a:gd name="T51" fmla="*/ 9 h 32"/>
              <a:gd name="T52" fmla="*/ 35 w 36"/>
              <a:gd name="T53" fmla="*/ 13 h 32"/>
              <a:gd name="T54" fmla="*/ 35 w 36"/>
              <a:gd name="T55" fmla="*/ 19 h 32"/>
              <a:gd name="T56" fmla="*/ 32 w 36"/>
              <a:gd name="T57" fmla="*/ 25 h 32"/>
              <a:gd name="T58" fmla="*/ 25 w 36"/>
              <a:gd name="T59" fmla="*/ 32 h 32"/>
              <a:gd name="T60" fmla="*/ 15 w 36"/>
              <a:gd name="T61" fmla="*/ 3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6" h="32">
                <a:moveTo>
                  <a:pt x="15" y="30"/>
                </a:moveTo>
                <a:cubicBezTo>
                  <a:pt x="18" y="25"/>
                  <a:pt x="18" y="25"/>
                  <a:pt x="18" y="25"/>
                </a:cubicBezTo>
                <a:cubicBezTo>
                  <a:pt x="20" y="26"/>
                  <a:pt x="22" y="26"/>
                  <a:pt x="24" y="25"/>
                </a:cubicBezTo>
                <a:cubicBezTo>
                  <a:pt x="25" y="25"/>
                  <a:pt x="26" y="24"/>
                  <a:pt x="28" y="22"/>
                </a:cubicBezTo>
                <a:cubicBezTo>
                  <a:pt x="29" y="20"/>
                  <a:pt x="29" y="19"/>
                  <a:pt x="29" y="17"/>
                </a:cubicBezTo>
                <a:cubicBezTo>
                  <a:pt x="29" y="16"/>
                  <a:pt x="28" y="15"/>
                  <a:pt x="27" y="14"/>
                </a:cubicBezTo>
                <a:cubicBezTo>
                  <a:pt x="27" y="14"/>
                  <a:pt x="26" y="14"/>
                  <a:pt x="25" y="14"/>
                </a:cubicBezTo>
                <a:cubicBezTo>
                  <a:pt x="25" y="14"/>
                  <a:pt x="24" y="14"/>
                  <a:pt x="23" y="15"/>
                </a:cubicBezTo>
                <a:cubicBezTo>
                  <a:pt x="22" y="15"/>
                  <a:pt x="21" y="17"/>
                  <a:pt x="19" y="19"/>
                </a:cubicBezTo>
                <a:cubicBezTo>
                  <a:pt x="16" y="21"/>
                  <a:pt x="14" y="22"/>
                  <a:pt x="12" y="23"/>
                </a:cubicBezTo>
                <a:cubicBezTo>
                  <a:pt x="9" y="24"/>
                  <a:pt x="7" y="23"/>
                  <a:pt x="4" y="22"/>
                </a:cubicBezTo>
                <a:cubicBezTo>
                  <a:pt x="3" y="21"/>
                  <a:pt x="2" y="20"/>
                  <a:pt x="1" y="18"/>
                </a:cubicBezTo>
                <a:cubicBezTo>
                  <a:pt x="1" y="16"/>
                  <a:pt x="0" y="15"/>
                  <a:pt x="1" y="13"/>
                </a:cubicBezTo>
                <a:cubicBezTo>
                  <a:pt x="1" y="11"/>
                  <a:pt x="2" y="9"/>
                  <a:pt x="3" y="7"/>
                </a:cubicBezTo>
                <a:cubicBezTo>
                  <a:pt x="6" y="3"/>
                  <a:pt x="8" y="1"/>
                  <a:pt x="11" y="1"/>
                </a:cubicBezTo>
                <a:cubicBezTo>
                  <a:pt x="14" y="0"/>
                  <a:pt x="16" y="0"/>
                  <a:pt x="19" y="2"/>
                </a:cubicBezTo>
                <a:cubicBezTo>
                  <a:pt x="15" y="8"/>
                  <a:pt x="15" y="8"/>
                  <a:pt x="15" y="8"/>
                </a:cubicBezTo>
                <a:cubicBezTo>
                  <a:pt x="14" y="7"/>
                  <a:pt x="12" y="7"/>
                  <a:pt x="11" y="7"/>
                </a:cubicBezTo>
                <a:cubicBezTo>
                  <a:pt x="10" y="7"/>
                  <a:pt x="9" y="8"/>
                  <a:pt x="8" y="10"/>
                </a:cubicBezTo>
                <a:cubicBezTo>
                  <a:pt x="7" y="11"/>
                  <a:pt x="6" y="13"/>
                  <a:pt x="7" y="14"/>
                </a:cubicBezTo>
                <a:cubicBezTo>
                  <a:pt x="7" y="15"/>
                  <a:pt x="7" y="16"/>
                  <a:pt x="8" y="16"/>
                </a:cubicBezTo>
                <a:cubicBezTo>
                  <a:pt x="8" y="17"/>
                  <a:pt x="9" y="17"/>
                  <a:pt x="10" y="17"/>
                </a:cubicBezTo>
                <a:cubicBezTo>
                  <a:pt x="11" y="16"/>
                  <a:pt x="13" y="15"/>
                  <a:pt x="15" y="13"/>
                </a:cubicBezTo>
                <a:cubicBezTo>
                  <a:pt x="18" y="10"/>
                  <a:pt x="20" y="9"/>
                  <a:pt x="21" y="8"/>
                </a:cubicBezTo>
                <a:cubicBezTo>
                  <a:pt x="23" y="7"/>
                  <a:pt x="24" y="7"/>
                  <a:pt x="26" y="7"/>
                </a:cubicBezTo>
                <a:cubicBezTo>
                  <a:pt x="28" y="7"/>
                  <a:pt x="29" y="8"/>
                  <a:pt x="31" y="9"/>
                </a:cubicBezTo>
                <a:cubicBezTo>
                  <a:pt x="33" y="10"/>
                  <a:pt x="34" y="11"/>
                  <a:pt x="35" y="13"/>
                </a:cubicBezTo>
                <a:cubicBezTo>
                  <a:pt x="35" y="15"/>
                  <a:pt x="36" y="17"/>
                  <a:pt x="35" y="19"/>
                </a:cubicBezTo>
                <a:cubicBezTo>
                  <a:pt x="35" y="21"/>
                  <a:pt x="34" y="23"/>
                  <a:pt x="32" y="25"/>
                </a:cubicBezTo>
                <a:cubicBezTo>
                  <a:pt x="30" y="29"/>
                  <a:pt x="27" y="31"/>
                  <a:pt x="25" y="32"/>
                </a:cubicBezTo>
                <a:cubicBezTo>
                  <a:pt x="22" y="32"/>
                  <a:pt x="19" y="32"/>
                  <a:pt x="15" y="3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Freeform 47"/>
          <p:cNvSpPr/>
          <p:nvPr>
            <p:custDataLst>
              <p:tags r:id="rId44"/>
            </p:custDataLst>
          </p:nvPr>
        </p:nvSpPr>
        <p:spPr bwMode="auto">
          <a:xfrm>
            <a:off x="11393805" y="264795"/>
            <a:ext cx="19050" cy="11430"/>
          </a:xfrm>
          <a:custGeom>
            <a:avLst/>
            <a:gdLst>
              <a:gd name="T0" fmla="*/ 81 w 89"/>
              <a:gd name="T1" fmla="*/ 53 h 53"/>
              <a:gd name="T2" fmla="*/ 0 w 89"/>
              <a:gd name="T3" fmla="*/ 16 h 53"/>
              <a:gd name="T4" fmla="*/ 8 w 89"/>
              <a:gd name="T5" fmla="*/ 0 h 53"/>
              <a:gd name="T6" fmla="*/ 89 w 89"/>
              <a:gd name="T7" fmla="*/ 37 h 53"/>
              <a:gd name="T8" fmla="*/ 81 w 89"/>
              <a:gd name="T9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" h="53">
                <a:moveTo>
                  <a:pt x="81" y="53"/>
                </a:moveTo>
                <a:lnTo>
                  <a:pt x="0" y="16"/>
                </a:lnTo>
                <a:lnTo>
                  <a:pt x="8" y="0"/>
                </a:lnTo>
                <a:lnTo>
                  <a:pt x="89" y="37"/>
                </a:lnTo>
                <a:lnTo>
                  <a:pt x="81" y="5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Freeform 48"/>
          <p:cNvSpPr/>
          <p:nvPr>
            <p:custDataLst>
              <p:tags r:id="rId45"/>
            </p:custDataLst>
          </p:nvPr>
        </p:nvSpPr>
        <p:spPr bwMode="auto">
          <a:xfrm>
            <a:off x="11396980" y="248920"/>
            <a:ext cx="21590" cy="15240"/>
          </a:xfrm>
          <a:custGeom>
            <a:avLst/>
            <a:gdLst>
              <a:gd name="T0" fmla="*/ 93 w 99"/>
              <a:gd name="T1" fmla="*/ 69 h 69"/>
              <a:gd name="T2" fmla="*/ 24 w 99"/>
              <a:gd name="T3" fmla="*/ 45 h 69"/>
              <a:gd name="T4" fmla="*/ 16 w 99"/>
              <a:gd name="T5" fmla="*/ 69 h 69"/>
              <a:gd name="T6" fmla="*/ 0 w 99"/>
              <a:gd name="T7" fmla="*/ 64 h 69"/>
              <a:gd name="T8" fmla="*/ 24 w 99"/>
              <a:gd name="T9" fmla="*/ 0 h 69"/>
              <a:gd name="T10" fmla="*/ 37 w 99"/>
              <a:gd name="T11" fmla="*/ 5 h 69"/>
              <a:gd name="T12" fmla="*/ 29 w 99"/>
              <a:gd name="T13" fmla="*/ 29 h 69"/>
              <a:gd name="T14" fmla="*/ 99 w 99"/>
              <a:gd name="T15" fmla="*/ 53 h 69"/>
              <a:gd name="T16" fmla="*/ 93 w 99"/>
              <a:gd name="T17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" h="69">
                <a:moveTo>
                  <a:pt x="93" y="69"/>
                </a:moveTo>
                <a:lnTo>
                  <a:pt x="24" y="45"/>
                </a:lnTo>
                <a:lnTo>
                  <a:pt x="16" y="69"/>
                </a:lnTo>
                <a:lnTo>
                  <a:pt x="0" y="64"/>
                </a:lnTo>
                <a:lnTo>
                  <a:pt x="24" y="0"/>
                </a:lnTo>
                <a:lnTo>
                  <a:pt x="37" y="5"/>
                </a:lnTo>
                <a:lnTo>
                  <a:pt x="29" y="29"/>
                </a:lnTo>
                <a:lnTo>
                  <a:pt x="99" y="53"/>
                </a:lnTo>
                <a:lnTo>
                  <a:pt x="93" y="6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Freeform 49"/>
          <p:cNvSpPr/>
          <p:nvPr>
            <p:custDataLst>
              <p:tags r:id="rId46"/>
            </p:custDataLst>
          </p:nvPr>
        </p:nvSpPr>
        <p:spPr bwMode="auto">
          <a:xfrm>
            <a:off x="11402695" y="230505"/>
            <a:ext cx="20955" cy="17780"/>
          </a:xfrm>
          <a:custGeom>
            <a:avLst/>
            <a:gdLst>
              <a:gd name="T0" fmla="*/ 91 w 97"/>
              <a:gd name="T1" fmla="*/ 65 h 81"/>
              <a:gd name="T2" fmla="*/ 57 w 97"/>
              <a:gd name="T3" fmla="*/ 59 h 81"/>
              <a:gd name="T4" fmla="*/ 0 w 97"/>
              <a:gd name="T5" fmla="*/ 81 h 81"/>
              <a:gd name="T6" fmla="*/ 3 w 97"/>
              <a:gd name="T7" fmla="*/ 59 h 81"/>
              <a:gd name="T8" fmla="*/ 41 w 97"/>
              <a:gd name="T9" fmla="*/ 46 h 81"/>
              <a:gd name="T10" fmla="*/ 11 w 97"/>
              <a:gd name="T11" fmla="*/ 19 h 81"/>
              <a:gd name="T12" fmla="*/ 14 w 97"/>
              <a:gd name="T13" fmla="*/ 0 h 81"/>
              <a:gd name="T14" fmla="*/ 59 w 97"/>
              <a:gd name="T15" fmla="*/ 41 h 81"/>
              <a:gd name="T16" fmla="*/ 97 w 97"/>
              <a:gd name="T17" fmla="*/ 49 h 81"/>
              <a:gd name="T18" fmla="*/ 91 w 97"/>
              <a:gd name="T19" fmla="*/ 65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7" h="81">
                <a:moveTo>
                  <a:pt x="91" y="65"/>
                </a:moveTo>
                <a:lnTo>
                  <a:pt x="57" y="59"/>
                </a:lnTo>
                <a:lnTo>
                  <a:pt x="0" y="81"/>
                </a:lnTo>
                <a:lnTo>
                  <a:pt x="3" y="59"/>
                </a:lnTo>
                <a:lnTo>
                  <a:pt x="41" y="46"/>
                </a:lnTo>
                <a:lnTo>
                  <a:pt x="11" y="19"/>
                </a:lnTo>
                <a:lnTo>
                  <a:pt x="14" y="0"/>
                </a:lnTo>
                <a:lnTo>
                  <a:pt x="59" y="41"/>
                </a:lnTo>
                <a:lnTo>
                  <a:pt x="97" y="49"/>
                </a:lnTo>
                <a:lnTo>
                  <a:pt x="91" y="6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Freeform 50"/>
          <p:cNvSpPr>
            <a:spLocks noEditPoints="1"/>
          </p:cNvSpPr>
          <p:nvPr>
            <p:custDataLst>
              <p:tags r:id="rId47"/>
            </p:custDataLst>
          </p:nvPr>
        </p:nvSpPr>
        <p:spPr bwMode="auto">
          <a:xfrm>
            <a:off x="11192510" y="113030"/>
            <a:ext cx="203200" cy="203835"/>
          </a:xfrm>
          <a:custGeom>
            <a:avLst/>
            <a:gdLst>
              <a:gd name="T0" fmla="*/ 175 w 350"/>
              <a:gd name="T1" fmla="*/ 0 h 350"/>
              <a:gd name="T2" fmla="*/ 0 w 350"/>
              <a:gd name="T3" fmla="*/ 175 h 350"/>
              <a:gd name="T4" fmla="*/ 175 w 350"/>
              <a:gd name="T5" fmla="*/ 350 h 350"/>
              <a:gd name="T6" fmla="*/ 350 w 350"/>
              <a:gd name="T7" fmla="*/ 175 h 350"/>
              <a:gd name="T8" fmla="*/ 175 w 350"/>
              <a:gd name="T9" fmla="*/ 0 h 350"/>
              <a:gd name="T10" fmla="*/ 175 w 350"/>
              <a:gd name="T11" fmla="*/ 7 h 350"/>
              <a:gd name="T12" fmla="*/ 343 w 350"/>
              <a:gd name="T13" fmla="*/ 175 h 350"/>
              <a:gd name="T14" fmla="*/ 325 w 350"/>
              <a:gd name="T15" fmla="*/ 250 h 350"/>
              <a:gd name="T16" fmla="*/ 25 w 350"/>
              <a:gd name="T17" fmla="*/ 250 h 350"/>
              <a:gd name="T18" fmla="*/ 25 w 350"/>
              <a:gd name="T19" fmla="*/ 250 h 350"/>
              <a:gd name="T20" fmla="*/ 7 w 350"/>
              <a:gd name="T21" fmla="*/ 175 h 350"/>
              <a:gd name="T22" fmla="*/ 175 w 350"/>
              <a:gd name="T23" fmla="*/ 7 h 350"/>
              <a:gd name="T24" fmla="*/ 175 w 350"/>
              <a:gd name="T25" fmla="*/ 343 h 350"/>
              <a:gd name="T26" fmla="*/ 29 w 350"/>
              <a:gd name="T27" fmla="*/ 259 h 350"/>
              <a:gd name="T28" fmla="*/ 321 w 350"/>
              <a:gd name="T29" fmla="*/ 259 h 350"/>
              <a:gd name="T30" fmla="*/ 175 w 350"/>
              <a:gd name="T31" fmla="*/ 343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50" h="350">
                <a:moveTo>
                  <a:pt x="175" y="0"/>
                </a:moveTo>
                <a:cubicBezTo>
                  <a:pt x="78" y="0"/>
                  <a:pt x="0" y="78"/>
                  <a:pt x="0" y="175"/>
                </a:cubicBezTo>
                <a:cubicBezTo>
                  <a:pt x="0" y="271"/>
                  <a:pt x="78" y="350"/>
                  <a:pt x="175" y="350"/>
                </a:cubicBezTo>
                <a:cubicBezTo>
                  <a:pt x="272" y="350"/>
                  <a:pt x="350" y="271"/>
                  <a:pt x="350" y="175"/>
                </a:cubicBezTo>
                <a:cubicBezTo>
                  <a:pt x="350" y="78"/>
                  <a:pt x="272" y="0"/>
                  <a:pt x="175" y="0"/>
                </a:cubicBezTo>
                <a:close/>
                <a:moveTo>
                  <a:pt x="175" y="7"/>
                </a:moveTo>
                <a:cubicBezTo>
                  <a:pt x="268" y="7"/>
                  <a:pt x="343" y="82"/>
                  <a:pt x="343" y="175"/>
                </a:cubicBezTo>
                <a:cubicBezTo>
                  <a:pt x="343" y="202"/>
                  <a:pt x="337" y="228"/>
                  <a:pt x="3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13" y="228"/>
                  <a:pt x="7" y="202"/>
                  <a:pt x="7" y="175"/>
                </a:cubicBezTo>
                <a:cubicBezTo>
                  <a:pt x="7" y="82"/>
                  <a:pt x="82" y="7"/>
                  <a:pt x="175" y="7"/>
                </a:cubicBezTo>
                <a:close/>
                <a:moveTo>
                  <a:pt x="175" y="343"/>
                </a:moveTo>
                <a:cubicBezTo>
                  <a:pt x="113" y="343"/>
                  <a:pt x="58" y="309"/>
                  <a:pt x="29" y="259"/>
                </a:cubicBezTo>
                <a:cubicBezTo>
                  <a:pt x="321" y="259"/>
                  <a:pt x="321" y="259"/>
                  <a:pt x="321" y="259"/>
                </a:cubicBezTo>
                <a:cubicBezTo>
                  <a:pt x="292" y="309"/>
                  <a:pt x="237" y="343"/>
                  <a:pt x="175" y="34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6" name="Freeform 51"/>
          <p:cNvSpPr>
            <a:spLocks noEditPoints="1"/>
          </p:cNvSpPr>
          <p:nvPr>
            <p:custDataLst>
              <p:tags r:id="rId48"/>
            </p:custDataLst>
          </p:nvPr>
        </p:nvSpPr>
        <p:spPr bwMode="auto">
          <a:xfrm>
            <a:off x="11205845" y="125730"/>
            <a:ext cx="176530" cy="132080"/>
          </a:xfrm>
          <a:custGeom>
            <a:avLst/>
            <a:gdLst>
              <a:gd name="T0" fmla="*/ 256 w 304"/>
              <a:gd name="T1" fmla="*/ 187 h 227"/>
              <a:gd name="T2" fmla="*/ 171 w 304"/>
              <a:gd name="T3" fmla="*/ 200 h 227"/>
              <a:gd name="T4" fmla="*/ 203 w 304"/>
              <a:gd name="T5" fmla="*/ 152 h 227"/>
              <a:gd name="T6" fmla="*/ 232 w 304"/>
              <a:gd name="T7" fmla="*/ 167 h 227"/>
              <a:gd name="T8" fmla="*/ 252 w 304"/>
              <a:gd name="T9" fmla="*/ 152 h 227"/>
              <a:gd name="T10" fmla="*/ 281 w 304"/>
              <a:gd name="T11" fmla="*/ 167 h 227"/>
              <a:gd name="T12" fmla="*/ 294 w 304"/>
              <a:gd name="T13" fmla="*/ 152 h 227"/>
              <a:gd name="T14" fmla="*/ 263 w 304"/>
              <a:gd name="T15" fmla="*/ 131 h 227"/>
              <a:gd name="T16" fmla="*/ 194 w 304"/>
              <a:gd name="T17" fmla="*/ 86 h 227"/>
              <a:gd name="T18" fmla="*/ 110 w 304"/>
              <a:gd name="T19" fmla="*/ 86 h 227"/>
              <a:gd name="T20" fmla="*/ 49 w 304"/>
              <a:gd name="T21" fmla="*/ 116 h 227"/>
              <a:gd name="T22" fmla="*/ 10 w 304"/>
              <a:gd name="T23" fmla="*/ 137 h 227"/>
              <a:gd name="T24" fmla="*/ 26 w 304"/>
              <a:gd name="T25" fmla="*/ 163 h 227"/>
              <a:gd name="T26" fmla="*/ 60 w 304"/>
              <a:gd name="T27" fmla="*/ 136 h 227"/>
              <a:gd name="T28" fmla="*/ 75 w 304"/>
              <a:gd name="T29" fmla="*/ 163 h 227"/>
              <a:gd name="T30" fmla="*/ 109 w 304"/>
              <a:gd name="T31" fmla="*/ 135 h 227"/>
              <a:gd name="T32" fmla="*/ 131 w 304"/>
              <a:gd name="T33" fmla="*/ 151 h 227"/>
              <a:gd name="T34" fmla="*/ 134 w 304"/>
              <a:gd name="T35" fmla="*/ 200 h 227"/>
              <a:gd name="T36" fmla="*/ 48 w 304"/>
              <a:gd name="T37" fmla="*/ 187 h 227"/>
              <a:gd name="T38" fmla="*/ 0 w 304"/>
              <a:gd name="T39" fmla="*/ 204 h 227"/>
              <a:gd name="T40" fmla="*/ 106 w 304"/>
              <a:gd name="T41" fmla="*/ 206 h 227"/>
              <a:gd name="T42" fmla="*/ 199 w 304"/>
              <a:gd name="T43" fmla="*/ 206 h 227"/>
              <a:gd name="T44" fmla="*/ 304 w 304"/>
              <a:gd name="T45" fmla="*/ 204 h 227"/>
              <a:gd name="T46" fmla="*/ 220 w 304"/>
              <a:gd name="T47" fmla="*/ 86 h 227"/>
              <a:gd name="T48" fmla="*/ 216 w 304"/>
              <a:gd name="T49" fmla="*/ 133 h 227"/>
              <a:gd name="T50" fmla="*/ 220 w 304"/>
              <a:gd name="T51" fmla="*/ 86 h 227"/>
              <a:gd name="T52" fmla="*/ 71 w 304"/>
              <a:gd name="T53" fmla="*/ 115 h 227"/>
              <a:gd name="T54" fmla="*/ 101 w 304"/>
              <a:gd name="T55" fmla="*/ 104 h 227"/>
              <a:gd name="T56" fmla="*/ 160 w 304"/>
              <a:gd name="T57" fmla="*/ 118 h 227"/>
              <a:gd name="T58" fmla="*/ 147 w 304"/>
              <a:gd name="T59" fmla="*/ 92 h 227"/>
              <a:gd name="T60" fmla="*/ 117 w 304"/>
              <a:gd name="T61" fmla="*/ 117 h 227"/>
              <a:gd name="T62" fmla="*/ 194 w 304"/>
              <a:gd name="T63" fmla="*/ 134 h 227"/>
              <a:gd name="T64" fmla="*/ 175 w 304"/>
              <a:gd name="T65" fmla="*/ 118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04" h="227">
                <a:moveTo>
                  <a:pt x="299" y="190"/>
                </a:moveTo>
                <a:cubicBezTo>
                  <a:pt x="275" y="209"/>
                  <a:pt x="256" y="187"/>
                  <a:pt x="256" y="187"/>
                </a:cubicBezTo>
                <a:cubicBezTo>
                  <a:pt x="225" y="217"/>
                  <a:pt x="199" y="189"/>
                  <a:pt x="199" y="189"/>
                </a:cubicBezTo>
                <a:cubicBezTo>
                  <a:pt x="180" y="203"/>
                  <a:pt x="171" y="200"/>
                  <a:pt x="171" y="200"/>
                </a:cubicBezTo>
                <a:cubicBezTo>
                  <a:pt x="165" y="152"/>
                  <a:pt x="165" y="152"/>
                  <a:pt x="165" y="152"/>
                </a:cubicBezTo>
                <a:cubicBezTo>
                  <a:pt x="203" y="152"/>
                  <a:pt x="203" y="152"/>
                  <a:pt x="203" y="152"/>
                </a:cubicBezTo>
                <a:cubicBezTo>
                  <a:pt x="210" y="167"/>
                  <a:pt x="210" y="167"/>
                  <a:pt x="210" y="167"/>
                </a:cubicBezTo>
                <a:cubicBezTo>
                  <a:pt x="232" y="167"/>
                  <a:pt x="232" y="167"/>
                  <a:pt x="232" y="167"/>
                </a:cubicBezTo>
                <a:cubicBezTo>
                  <a:pt x="225" y="152"/>
                  <a:pt x="225" y="152"/>
                  <a:pt x="225" y="152"/>
                </a:cubicBezTo>
                <a:cubicBezTo>
                  <a:pt x="252" y="152"/>
                  <a:pt x="252" y="152"/>
                  <a:pt x="252" y="152"/>
                </a:cubicBezTo>
                <a:cubicBezTo>
                  <a:pt x="258" y="168"/>
                  <a:pt x="258" y="168"/>
                  <a:pt x="258" y="168"/>
                </a:cubicBezTo>
                <a:cubicBezTo>
                  <a:pt x="281" y="167"/>
                  <a:pt x="281" y="167"/>
                  <a:pt x="281" y="167"/>
                </a:cubicBezTo>
                <a:cubicBezTo>
                  <a:pt x="275" y="152"/>
                  <a:pt x="275" y="152"/>
                  <a:pt x="275" y="152"/>
                </a:cubicBezTo>
                <a:cubicBezTo>
                  <a:pt x="294" y="152"/>
                  <a:pt x="294" y="152"/>
                  <a:pt x="294" y="152"/>
                </a:cubicBezTo>
                <a:cubicBezTo>
                  <a:pt x="294" y="130"/>
                  <a:pt x="294" y="130"/>
                  <a:pt x="294" y="130"/>
                </a:cubicBezTo>
                <a:cubicBezTo>
                  <a:pt x="263" y="131"/>
                  <a:pt x="263" y="131"/>
                  <a:pt x="263" y="131"/>
                </a:cubicBezTo>
                <a:cubicBezTo>
                  <a:pt x="225" y="54"/>
                  <a:pt x="225" y="54"/>
                  <a:pt x="225" y="54"/>
                </a:cubicBezTo>
                <a:cubicBezTo>
                  <a:pt x="194" y="86"/>
                  <a:pt x="194" y="86"/>
                  <a:pt x="194" y="86"/>
                </a:cubicBezTo>
                <a:cubicBezTo>
                  <a:pt x="152" y="0"/>
                  <a:pt x="152" y="0"/>
                  <a:pt x="152" y="0"/>
                </a:cubicBezTo>
                <a:cubicBezTo>
                  <a:pt x="110" y="86"/>
                  <a:pt x="110" y="86"/>
                  <a:pt x="110" y="86"/>
                </a:cubicBezTo>
                <a:cubicBezTo>
                  <a:pt x="80" y="54"/>
                  <a:pt x="80" y="54"/>
                  <a:pt x="80" y="54"/>
                </a:cubicBezTo>
                <a:cubicBezTo>
                  <a:pt x="49" y="116"/>
                  <a:pt x="49" y="116"/>
                  <a:pt x="49" y="116"/>
                </a:cubicBezTo>
                <a:cubicBezTo>
                  <a:pt x="10" y="114"/>
                  <a:pt x="10" y="114"/>
                  <a:pt x="10" y="114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39" y="136"/>
                  <a:pt x="39" y="136"/>
                  <a:pt x="39" y="136"/>
                </a:cubicBezTo>
                <a:cubicBezTo>
                  <a:pt x="26" y="163"/>
                  <a:pt x="26" y="163"/>
                  <a:pt x="26" y="16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60" y="136"/>
                  <a:pt x="60" y="136"/>
                  <a:pt x="60" y="136"/>
                </a:cubicBezTo>
                <a:cubicBezTo>
                  <a:pt x="87" y="135"/>
                  <a:pt x="87" y="135"/>
                  <a:pt x="87" y="135"/>
                </a:cubicBezTo>
                <a:cubicBezTo>
                  <a:pt x="75" y="163"/>
                  <a:pt x="75" y="163"/>
                  <a:pt x="75" y="163"/>
                </a:cubicBezTo>
                <a:cubicBezTo>
                  <a:pt x="96" y="163"/>
                  <a:pt x="96" y="163"/>
                  <a:pt x="96" y="163"/>
                </a:cubicBezTo>
                <a:cubicBezTo>
                  <a:pt x="109" y="135"/>
                  <a:pt x="109" y="135"/>
                  <a:pt x="109" y="135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31" y="151"/>
                  <a:pt x="131" y="151"/>
                  <a:pt x="131" y="151"/>
                </a:cubicBezTo>
                <a:cubicBezTo>
                  <a:pt x="140" y="152"/>
                  <a:pt x="140" y="152"/>
                  <a:pt x="140" y="152"/>
                </a:cubicBezTo>
                <a:cubicBezTo>
                  <a:pt x="134" y="200"/>
                  <a:pt x="134" y="200"/>
                  <a:pt x="134" y="200"/>
                </a:cubicBezTo>
                <a:cubicBezTo>
                  <a:pt x="123" y="202"/>
                  <a:pt x="106" y="188"/>
                  <a:pt x="106" y="188"/>
                </a:cubicBezTo>
                <a:cubicBezTo>
                  <a:pt x="75" y="217"/>
                  <a:pt x="48" y="187"/>
                  <a:pt x="48" y="187"/>
                </a:cubicBezTo>
                <a:cubicBezTo>
                  <a:pt x="28" y="209"/>
                  <a:pt x="5" y="191"/>
                  <a:pt x="5" y="191"/>
                </a:cubicBezTo>
                <a:cubicBezTo>
                  <a:pt x="0" y="204"/>
                  <a:pt x="0" y="204"/>
                  <a:pt x="0" y="204"/>
                </a:cubicBezTo>
                <a:cubicBezTo>
                  <a:pt x="25" y="220"/>
                  <a:pt x="48" y="205"/>
                  <a:pt x="48" y="205"/>
                </a:cubicBezTo>
                <a:cubicBezTo>
                  <a:pt x="81" y="226"/>
                  <a:pt x="106" y="206"/>
                  <a:pt x="106" y="206"/>
                </a:cubicBezTo>
                <a:cubicBezTo>
                  <a:pt x="138" y="227"/>
                  <a:pt x="152" y="207"/>
                  <a:pt x="152" y="207"/>
                </a:cubicBezTo>
                <a:cubicBezTo>
                  <a:pt x="173" y="226"/>
                  <a:pt x="199" y="206"/>
                  <a:pt x="199" y="206"/>
                </a:cubicBezTo>
                <a:cubicBezTo>
                  <a:pt x="225" y="226"/>
                  <a:pt x="255" y="205"/>
                  <a:pt x="255" y="205"/>
                </a:cubicBezTo>
                <a:cubicBezTo>
                  <a:pt x="281" y="221"/>
                  <a:pt x="304" y="204"/>
                  <a:pt x="304" y="204"/>
                </a:cubicBezTo>
                <a:lnTo>
                  <a:pt x="299" y="190"/>
                </a:lnTo>
                <a:close/>
                <a:moveTo>
                  <a:pt x="220" y="86"/>
                </a:moveTo>
                <a:cubicBezTo>
                  <a:pt x="242" y="132"/>
                  <a:pt x="242" y="132"/>
                  <a:pt x="242" y="132"/>
                </a:cubicBezTo>
                <a:cubicBezTo>
                  <a:pt x="216" y="133"/>
                  <a:pt x="216" y="133"/>
                  <a:pt x="216" y="133"/>
                </a:cubicBezTo>
                <a:cubicBezTo>
                  <a:pt x="203" y="104"/>
                  <a:pt x="203" y="104"/>
                  <a:pt x="203" y="104"/>
                </a:cubicBezTo>
                <a:lnTo>
                  <a:pt x="220" y="86"/>
                </a:lnTo>
                <a:close/>
                <a:moveTo>
                  <a:pt x="96" y="116"/>
                </a:moveTo>
                <a:cubicBezTo>
                  <a:pt x="71" y="115"/>
                  <a:pt x="71" y="115"/>
                  <a:pt x="71" y="115"/>
                </a:cubicBezTo>
                <a:cubicBezTo>
                  <a:pt x="85" y="87"/>
                  <a:pt x="85" y="87"/>
                  <a:pt x="85" y="87"/>
                </a:cubicBezTo>
                <a:cubicBezTo>
                  <a:pt x="101" y="104"/>
                  <a:pt x="101" y="104"/>
                  <a:pt x="101" y="104"/>
                </a:cubicBezTo>
                <a:lnTo>
                  <a:pt x="96" y="116"/>
                </a:lnTo>
                <a:close/>
                <a:moveTo>
                  <a:pt x="160" y="118"/>
                </a:moveTo>
                <a:cubicBezTo>
                  <a:pt x="157" y="92"/>
                  <a:pt x="157" y="92"/>
                  <a:pt x="157" y="92"/>
                </a:cubicBezTo>
                <a:cubicBezTo>
                  <a:pt x="147" y="92"/>
                  <a:pt x="147" y="92"/>
                  <a:pt x="147" y="92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17" y="117"/>
                  <a:pt x="117" y="117"/>
                  <a:pt x="117" y="117"/>
                </a:cubicBezTo>
                <a:cubicBezTo>
                  <a:pt x="152" y="42"/>
                  <a:pt x="152" y="42"/>
                  <a:pt x="152" y="42"/>
                </a:cubicBezTo>
                <a:cubicBezTo>
                  <a:pt x="194" y="134"/>
                  <a:pt x="194" y="134"/>
                  <a:pt x="194" y="134"/>
                </a:cubicBezTo>
                <a:cubicBezTo>
                  <a:pt x="162" y="135"/>
                  <a:pt x="162" y="135"/>
                  <a:pt x="162" y="135"/>
                </a:cubicBezTo>
                <a:cubicBezTo>
                  <a:pt x="175" y="118"/>
                  <a:pt x="175" y="118"/>
                  <a:pt x="175" y="118"/>
                </a:cubicBezTo>
                <a:lnTo>
                  <a:pt x="160" y="1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7" name="Freeform 52"/>
          <p:cNvSpPr/>
          <p:nvPr>
            <p:custDataLst>
              <p:tags r:id="rId49"/>
            </p:custDataLst>
          </p:nvPr>
        </p:nvSpPr>
        <p:spPr bwMode="auto">
          <a:xfrm>
            <a:off x="11171555" y="154940"/>
            <a:ext cx="10160" cy="12700"/>
          </a:xfrm>
          <a:custGeom>
            <a:avLst/>
            <a:gdLst>
              <a:gd name="T0" fmla="*/ 15 w 18"/>
              <a:gd name="T1" fmla="*/ 21 h 22"/>
              <a:gd name="T2" fmla="*/ 17 w 18"/>
              <a:gd name="T3" fmla="*/ 20 h 22"/>
              <a:gd name="T4" fmla="*/ 16 w 18"/>
              <a:gd name="T5" fmla="*/ 14 h 22"/>
              <a:gd name="T6" fmla="*/ 9 w 18"/>
              <a:gd name="T7" fmla="*/ 2 h 22"/>
              <a:gd name="T8" fmla="*/ 1 w 18"/>
              <a:gd name="T9" fmla="*/ 0 h 22"/>
              <a:gd name="T10" fmla="*/ 0 w 18"/>
              <a:gd name="T11" fmla="*/ 2 h 22"/>
              <a:gd name="T12" fmla="*/ 6 w 18"/>
              <a:gd name="T13" fmla="*/ 7 h 22"/>
              <a:gd name="T14" fmla="*/ 13 w 18"/>
              <a:gd name="T15" fmla="*/ 16 h 22"/>
              <a:gd name="T16" fmla="*/ 15 w 18"/>
              <a:gd name="T17" fmla="*/ 21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" h="22">
                <a:moveTo>
                  <a:pt x="15" y="21"/>
                </a:moveTo>
                <a:cubicBezTo>
                  <a:pt x="15" y="21"/>
                  <a:pt x="17" y="22"/>
                  <a:pt x="17" y="20"/>
                </a:cubicBezTo>
                <a:cubicBezTo>
                  <a:pt x="17" y="20"/>
                  <a:pt x="18" y="16"/>
                  <a:pt x="16" y="14"/>
                </a:cubicBezTo>
                <a:cubicBezTo>
                  <a:pt x="16" y="14"/>
                  <a:pt x="10" y="6"/>
                  <a:pt x="9" y="2"/>
                </a:cubicBezTo>
                <a:cubicBezTo>
                  <a:pt x="9" y="2"/>
                  <a:pt x="8" y="0"/>
                  <a:pt x="1" y="0"/>
                </a:cubicBezTo>
                <a:cubicBezTo>
                  <a:pt x="1" y="0"/>
                  <a:pt x="0" y="2"/>
                  <a:pt x="0" y="2"/>
                </a:cubicBezTo>
                <a:cubicBezTo>
                  <a:pt x="1" y="3"/>
                  <a:pt x="4" y="2"/>
                  <a:pt x="6" y="7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6" y="19"/>
                  <a:pt x="15" y="2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8" name="Freeform 53"/>
          <p:cNvSpPr/>
          <p:nvPr>
            <p:custDataLst>
              <p:tags r:id="rId50"/>
            </p:custDataLst>
          </p:nvPr>
        </p:nvSpPr>
        <p:spPr bwMode="auto">
          <a:xfrm>
            <a:off x="11187430" y="159385"/>
            <a:ext cx="7620" cy="10160"/>
          </a:xfrm>
          <a:custGeom>
            <a:avLst/>
            <a:gdLst>
              <a:gd name="T0" fmla="*/ 11 w 13"/>
              <a:gd name="T1" fmla="*/ 1 h 18"/>
              <a:gd name="T2" fmla="*/ 3 w 13"/>
              <a:gd name="T3" fmla="*/ 0 h 18"/>
              <a:gd name="T4" fmla="*/ 3 w 13"/>
              <a:gd name="T5" fmla="*/ 3 h 18"/>
              <a:gd name="T6" fmla="*/ 5 w 13"/>
              <a:gd name="T7" fmla="*/ 16 h 18"/>
              <a:gd name="T8" fmla="*/ 8 w 13"/>
              <a:gd name="T9" fmla="*/ 15 h 18"/>
              <a:gd name="T10" fmla="*/ 12 w 13"/>
              <a:gd name="T11" fmla="*/ 4 h 18"/>
              <a:gd name="T12" fmla="*/ 11 w 13"/>
              <a:gd name="T13" fmla="*/ 1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18">
                <a:moveTo>
                  <a:pt x="11" y="1"/>
                </a:move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1"/>
                  <a:pt x="3" y="3"/>
                </a:cubicBezTo>
                <a:cubicBezTo>
                  <a:pt x="3" y="3"/>
                  <a:pt x="7" y="11"/>
                  <a:pt x="5" y="16"/>
                </a:cubicBezTo>
                <a:cubicBezTo>
                  <a:pt x="5" y="16"/>
                  <a:pt x="7" y="18"/>
                  <a:pt x="8" y="15"/>
                </a:cubicBezTo>
                <a:cubicBezTo>
                  <a:pt x="8" y="15"/>
                  <a:pt x="10" y="6"/>
                  <a:pt x="12" y="4"/>
                </a:cubicBezTo>
                <a:cubicBezTo>
                  <a:pt x="12" y="4"/>
                  <a:pt x="13" y="2"/>
                  <a:pt x="11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9" name="Freeform 54"/>
          <p:cNvSpPr/>
          <p:nvPr>
            <p:custDataLst>
              <p:tags r:id="rId51"/>
            </p:custDataLst>
          </p:nvPr>
        </p:nvSpPr>
        <p:spPr bwMode="auto">
          <a:xfrm>
            <a:off x="11176000" y="165100"/>
            <a:ext cx="10795" cy="21590"/>
          </a:xfrm>
          <a:custGeom>
            <a:avLst/>
            <a:gdLst>
              <a:gd name="T0" fmla="*/ 17 w 19"/>
              <a:gd name="T1" fmla="*/ 2 h 37"/>
              <a:gd name="T2" fmla="*/ 15 w 19"/>
              <a:gd name="T3" fmla="*/ 2 h 37"/>
              <a:gd name="T4" fmla="*/ 13 w 19"/>
              <a:gd name="T5" fmla="*/ 13 h 37"/>
              <a:gd name="T6" fmla="*/ 12 w 19"/>
              <a:gd name="T7" fmla="*/ 23 h 37"/>
              <a:gd name="T8" fmla="*/ 11 w 19"/>
              <a:gd name="T9" fmla="*/ 29 h 37"/>
              <a:gd name="T10" fmla="*/ 10 w 19"/>
              <a:gd name="T11" fmla="*/ 29 h 37"/>
              <a:gd name="T12" fmla="*/ 1 w 19"/>
              <a:gd name="T13" fmla="*/ 20 h 37"/>
              <a:gd name="T14" fmla="*/ 1 w 19"/>
              <a:gd name="T15" fmla="*/ 22 h 37"/>
              <a:gd name="T16" fmla="*/ 7 w 19"/>
              <a:gd name="T17" fmla="*/ 36 h 37"/>
              <a:gd name="T18" fmla="*/ 14 w 19"/>
              <a:gd name="T19" fmla="*/ 37 h 37"/>
              <a:gd name="T20" fmla="*/ 19 w 19"/>
              <a:gd name="T21" fmla="*/ 23 h 37"/>
              <a:gd name="T22" fmla="*/ 19 w 19"/>
              <a:gd name="T23" fmla="*/ 14 h 37"/>
              <a:gd name="T24" fmla="*/ 17 w 19"/>
              <a:gd name="T25" fmla="*/ 2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" h="37">
                <a:moveTo>
                  <a:pt x="17" y="2"/>
                </a:moveTo>
                <a:cubicBezTo>
                  <a:pt x="17" y="2"/>
                  <a:pt x="16" y="0"/>
                  <a:pt x="15" y="2"/>
                </a:cubicBezTo>
                <a:cubicBezTo>
                  <a:pt x="15" y="2"/>
                  <a:pt x="15" y="10"/>
                  <a:pt x="13" y="13"/>
                </a:cubicBezTo>
                <a:cubicBezTo>
                  <a:pt x="13" y="13"/>
                  <a:pt x="13" y="21"/>
                  <a:pt x="12" y="23"/>
                </a:cubicBezTo>
                <a:cubicBezTo>
                  <a:pt x="12" y="23"/>
                  <a:pt x="11" y="28"/>
                  <a:pt x="11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6" y="17"/>
                  <a:pt x="1" y="20"/>
                </a:cubicBezTo>
                <a:cubicBezTo>
                  <a:pt x="1" y="20"/>
                  <a:pt x="0" y="21"/>
                  <a:pt x="1" y="22"/>
                </a:cubicBezTo>
                <a:cubicBezTo>
                  <a:pt x="1" y="22"/>
                  <a:pt x="7" y="33"/>
                  <a:pt x="7" y="36"/>
                </a:cubicBezTo>
                <a:cubicBezTo>
                  <a:pt x="7" y="36"/>
                  <a:pt x="11" y="37"/>
                  <a:pt x="14" y="37"/>
                </a:cubicBezTo>
                <a:cubicBezTo>
                  <a:pt x="14" y="37"/>
                  <a:pt x="18" y="27"/>
                  <a:pt x="19" y="23"/>
                </a:cubicBezTo>
                <a:cubicBezTo>
                  <a:pt x="19" y="23"/>
                  <a:pt x="19" y="16"/>
                  <a:pt x="19" y="14"/>
                </a:cubicBezTo>
                <a:cubicBezTo>
                  <a:pt x="19" y="14"/>
                  <a:pt x="18" y="6"/>
                  <a:pt x="17" y="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0" name="Freeform 55"/>
          <p:cNvSpPr/>
          <p:nvPr>
            <p:custDataLst>
              <p:tags r:id="rId52"/>
            </p:custDataLst>
          </p:nvPr>
        </p:nvSpPr>
        <p:spPr bwMode="auto">
          <a:xfrm>
            <a:off x="11317605" y="94615"/>
            <a:ext cx="36195" cy="17780"/>
          </a:xfrm>
          <a:custGeom>
            <a:avLst/>
            <a:gdLst>
              <a:gd name="T0" fmla="*/ 62 w 62"/>
              <a:gd name="T1" fmla="*/ 10 h 30"/>
              <a:gd name="T2" fmla="*/ 59 w 62"/>
              <a:gd name="T3" fmla="*/ 10 h 30"/>
              <a:gd name="T4" fmla="*/ 54 w 62"/>
              <a:gd name="T5" fmla="*/ 9 h 30"/>
              <a:gd name="T6" fmla="*/ 53 w 62"/>
              <a:gd name="T7" fmla="*/ 2 h 30"/>
              <a:gd name="T8" fmla="*/ 51 w 62"/>
              <a:gd name="T9" fmla="*/ 1 h 30"/>
              <a:gd name="T10" fmla="*/ 48 w 62"/>
              <a:gd name="T11" fmla="*/ 6 h 30"/>
              <a:gd name="T12" fmla="*/ 47 w 62"/>
              <a:gd name="T13" fmla="*/ 8 h 30"/>
              <a:gd name="T14" fmla="*/ 36 w 62"/>
              <a:gd name="T15" fmla="*/ 9 h 30"/>
              <a:gd name="T16" fmla="*/ 39 w 62"/>
              <a:gd name="T17" fmla="*/ 4 h 30"/>
              <a:gd name="T18" fmla="*/ 37 w 62"/>
              <a:gd name="T19" fmla="*/ 3 h 30"/>
              <a:gd name="T20" fmla="*/ 31 w 62"/>
              <a:gd name="T21" fmla="*/ 11 h 30"/>
              <a:gd name="T22" fmla="*/ 36 w 62"/>
              <a:gd name="T23" fmla="*/ 16 h 30"/>
              <a:gd name="T24" fmla="*/ 28 w 62"/>
              <a:gd name="T25" fmla="*/ 20 h 30"/>
              <a:gd name="T26" fmla="*/ 4 w 62"/>
              <a:gd name="T27" fmla="*/ 26 h 30"/>
              <a:gd name="T28" fmla="*/ 5 w 62"/>
              <a:gd name="T29" fmla="*/ 29 h 30"/>
              <a:gd name="T30" fmla="*/ 25 w 62"/>
              <a:gd name="T31" fmla="*/ 26 h 30"/>
              <a:gd name="T32" fmla="*/ 52 w 62"/>
              <a:gd name="T33" fmla="*/ 14 h 30"/>
              <a:gd name="T34" fmla="*/ 62 w 62"/>
              <a:gd name="T35" fmla="*/ 14 h 30"/>
              <a:gd name="T36" fmla="*/ 62 w 62"/>
              <a:gd name="T37" fmla="*/ 1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2" h="30">
                <a:moveTo>
                  <a:pt x="62" y="10"/>
                </a:moveTo>
                <a:cubicBezTo>
                  <a:pt x="61" y="9"/>
                  <a:pt x="59" y="10"/>
                  <a:pt x="59" y="10"/>
                </a:cubicBezTo>
                <a:cubicBezTo>
                  <a:pt x="54" y="9"/>
                  <a:pt x="54" y="9"/>
                  <a:pt x="54" y="9"/>
                </a:cubicBezTo>
                <a:cubicBezTo>
                  <a:pt x="56" y="8"/>
                  <a:pt x="53" y="2"/>
                  <a:pt x="53" y="2"/>
                </a:cubicBezTo>
                <a:cubicBezTo>
                  <a:pt x="52" y="0"/>
                  <a:pt x="51" y="1"/>
                  <a:pt x="51" y="1"/>
                </a:cubicBezTo>
                <a:cubicBezTo>
                  <a:pt x="49" y="2"/>
                  <a:pt x="48" y="6"/>
                  <a:pt x="48" y="6"/>
                </a:cubicBezTo>
                <a:cubicBezTo>
                  <a:pt x="47" y="8"/>
                  <a:pt x="47" y="8"/>
                  <a:pt x="47" y="8"/>
                </a:cubicBezTo>
                <a:cubicBezTo>
                  <a:pt x="36" y="9"/>
                  <a:pt x="36" y="9"/>
                  <a:pt x="36" y="9"/>
                </a:cubicBezTo>
                <a:cubicBezTo>
                  <a:pt x="35" y="6"/>
                  <a:pt x="39" y="4"/>
                  <a:pt x="39" y="4"/>
                </a:cubicBezTo>
                <a:cubicBezTo>
                  <a:pt x="41" y="2"/>
                  <a:pt x="37" y="3"/>
                  <a:pt x="37" y="3"/>
                </a:cubicBezTo>
                <a:cubicBezTo>
                  <a:pt x="32" y="6"/>
                  <a:pt x="31" y="11"/>
                  <a:pt x="31" y="11"/>
                </a:cubicBezTo>
                <a:cubicBezTo>
                  <a:pt x="31" y="16"/>
                  <a:pt x="35" y="16"/>
                  <a:pt x="36" y="16"/>
                </a:cubicBezTo>
                <a:cubicBezTo>
                  <a:pt x="35" y="16"/>
                  <a:pt x="28" y="20"/>
                  <a:pt x="28" y="20"/>
                </a:cubicBezTo>
                <a:cubicBezTo>
                  <a:pt x="18" y="26"/>
                  <a:pt x="4" y="26"/>
                  <a:pt x="4" y="26"/>
                </a:cubicBezTo>
                <a:cubicBezTo>
                  <a:pt x="0" y="28"/>
                  <a:pt x="5" y="29"/>
                  <a:pt x="5" y="29"/>
                </a:cubicBezTo>
                <a:cubicBezTo>
                  <a:pt x="9" y="30"/>
                  <a:pt x="25" y="26"/>
                  <a:pt x="25" y="26"/>
                </a:cubicBezTo>
                <a:cubicBezTo>
                  <a:pt x="49" y="21"/>
                  <a:pt x="52" y="14"/>
                  <a:pt x="52" y="14"/>
                </a:cubicBezTo>
                <a:cubicBezTo>
                  <a:pt x="56" y="15"/>
                  <a:pt x="62" y="14"/>
                  <a:pt x="62" y="14"/>
                </a:cubicBezTo>
                <a:lnTo>
                  <a:pt x="62" y="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1" name="Freeform 56"/>
          <p:cNvSpPr/>
          <p:nvPr>
            <p:custDataLst>
              <p:tags r:id="rId53"/>
            </p:custDataLst>
          </p:nvPr>
        </p:nvSpPr>
        <p:spPr bwMode="auto">
          <a:xfrm>
            <a:off x="11336020" y="111760"/>
            <a:ext cx="10795" cy="10795"/>
          </a:xfrm>
          <a:custGeom>
            <a:avLst/>
            <a:gdLst>
              <a:gd name="T0" fmla="*/ 11 w 19"/>
              <a:gd name="T1" fmla="*/ 5 h 18"/>
              <a:gd name="T2" fmla="*/ 4 w 19"/>
              <a:gd name="T3" fmla="*/ 15 h 18"/>
              <a:gd name="T4" fmla="*/ 3 w 19"/>
              <a:gd name="T5" fmla="*/ 18 h 18"/>
              <a:gd name="T6" fmla="*/ 15 w 19"/>
              <a:gd name="T7" fmla="*/ 15 h 18"/>
              <a:gd name="T8" fmla="*/ 14 w 19"/>
              <a:gd name="T9" fmla="*/ 5 h 18"/>
              <a:gd name="T10" fmla="*/ 11 w 19"/>
              <a:gd name="T11" fmla="*/ 5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18">
                <a:moveTo>
                  <a:pt x="11" y="5"/>
                </a:moveTo>
                <a:cubicBezTo>
                  <a:pt x="11" y="5"/>
                  <a:pt x="7" y="15"/>
                  <a:pt x="4" y="15"/>
                </a:cubicBezTo>
                <a:cubicBezTo>
                  <a:pt x="4" y="15"/>
                  <a:pt x="0" y="17"/>
                  <a:pt x="3" y="18"/>
                </a:cubicBezTo>
                <a:cubicBezTo>
                  <a:pt x="3" y="18"/>
                  <a:pt x="11" y="15"/>
                  <a:pt x="15" y="15"/>
                </a:cubicBezTo>
                <a:cubicBezTo>
                  <a:pt x="15" y="15"/>
                  <a:pt x="19" y="11"/>
                  <a:pt x="14" y="5"/>
                </a:cubicBezTo>
                <a:cubicBezTo>
                  <a:pt x="14" y="5"/>
                  <a:pt x="12" y="0"/>
                  <a:pt x="11" y="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2" name="Freeform 57"/>
          <p:cNvSpPr>
            <a:spLocks noEditPoints="1"/>
          </p:cNvSpPr>
          <p:nvPr>
            <p:custDataLst>
              <p:tags r:id="rId54"/>
            </p:custDataLst>
          </p:nvPr>
        </p:nvSpPr>
        <p:spPr bwMode="auto">
          <a:xfrm>
            <a:off x="11389995" y="160655"/>
            <a:ext cx="38100" cy="24130"/>
          </a:xfrm>
          <a:custGeom>
            <a:avLst/>
            <a:gdLst>
              <a:gd name="T0" fmla="*/ 64 w 66"/>
              <a:gd name="T1" fmla="*/ 20 h 42"/>
              <a:gd name="T2" fmla="*/ 63 w 66"/>
              <a:gd name="T3" fmla="*/ 20 h 42"/>
              <a:gd name="T4" fmla="*/ 59 w 66"/>
              <a:gd name="T5" fmla="*/ 16 h 42"/>
              <a:gd name="T6" fmla="*/ 56 w 66"/>
              <a:gd name="T7" fmla="*/ 12 h 42"/>
              <a:gd name="T8" fmla="*/ 53 w 66"/>
              <a:gd name="T9" fmla="*/ 11 h 42"/>
              <a:gd name="T10" fmla="*/ 45 w 66"/>
              <a:gd name="T11" fmla="*/ 5 h 42"/>
              <a:gd name="T12" fmla="*/ 47 w 66"/>
              <a:gd name="T13" fmla="*/ 2 h 42"/>
              <a:gd name="T14" fmla="*/ 46 w 66"/>
              <a:gd name="T15" fmla="*/ 0 h 42"/>
              <a:gd name="T16" fmla="*/ 40 w 66"/>
              <a:gd name="T17" fmla="*/ 2 h 42"/>
              <a:gd name="T18" fmla="*/ 43 w 66"/>
              <a:gd name="T19" fmla="*/ 6 h 42"/>
              <a:gd name="T20" fmla="*/ 51 w 66"/>
              <a:gd name="T21" fmla="*/ 12 h 42"/>
              <a:gd name="T22" fmla="*/ 51 w 66"/>
              <a:gd name="T23" fmla="*/ 18 h 42"/>
              <a:gd name="T24" fmla="*/ 47 w 66"/>
              <a:gd name="T25" fmla="*/ 17 h 42"/>
              <a:gd name="T26" fmla="*/ 29 w 66"/>
              <a:gd name="T27" fmla="*/ 6 h 42"/>
              <a:gd name="T28" fmla="*/ 23 w 66"/>
              <a:gd name="T29" fmla="*/ 7 h 42"/>
              <a:gd name="T30" fmla="*/ 24 w 66"/>
              <a:gd name="T31" fmla="*/ 11 h 42"/>
              <a:gd name="T32" fmla="*/ 29 w 66"/>
              <a:gd name="T33" fmla="*/ 15 h 42"/>
              <a:gd name="T34" fmla="*/ 23 w 66"/>
              <a:gd name="T35" fmla="*/ 14 h 42"/>
              <a:gd name="T36" fmla="*/ 21 w 66"/>
              <a:gd name="T37" fmla="*/ 19 h 42"/>
              <a:gd name="T38" fmla="*/ 20 w 66"/>
              <a:gd name="T39" fmla="*/ 25 h 42"/>
              <a:gd name="T40" fmla="*/ 7 w 66"/>
              <a:gd name="T41" fmla="*/ 5 h 42"/>
              <a:gd name="T42" fmla="*/ 1 w 66"/>
              <a:gd name="T43" fmla="*/ 24 h 42"/>
              <a:gd name="T44" fmla="*/ 8 w 66"/>
              <a:gd name="T45" fmla="*/ 31 h 42"/>
              <a:gd name="T46" fmla="*/ 15 w 66"/>
              <a:gd name="T47" fmla="*/ 30 h 42"/>
              <a:gd name="T48" fmla="*/ 17 w 66"/>
              <a:gd name="T49" fmla="*/ 31 h 42"/>
              <a:gd name="T50" fmla="*/ 16 w 66"/>
              <a:gd name="T51" fmla="*/ 36 h 42"/>
              <a:gd name="T52" fmla="*/ 17 w 66"/>
              <a:gd name="T53" fmla="*/ 38 h 42"/>
              <a:gd name="T54" fmla="*/ 21 w 66"/>
              <a:gd name="T55" fmla="*/ 36 h 42"/>
              <a:gd name="T56" fmla="*/ 20 w 66"/>
              <a:gd name="T57" fmla="*/ 28 h 42"/>
              <a:gd name="T58" fmla="*/ 25 w 66"/>
              <a:gd name="T59" fmla="*/ 20 h 42"/>
              <a:gd name="T60" fmla="*/ 36 w 66"/>
              <a:gd name="T61" fmla="*/ 20 h 42"/>
              <a:gd name="T62" fmla="*/ 34 w 66"/>
              <a:gd name="T63" fmla="*/ 14 h 42"/>
              <a:gd name="T64" fmla="*/ 42 w 66"/>
              <a:gd name="T65" fmla="*/ 19 h 42"/>
              <a:gd name="T66" fmla="*/ 45 w 66"/>
              <a:gd name="T67" fmla="*/ 20 h 42"/>
              <a:gd name="T68" fmla="*/ 51 w 66"/>
              <a:gd name="T69" fmla="*/ 23 h 42"/>
              <a:gd name="T70" fmla="*/ 64 w 66"/>
              <a:gd name="T71" fmla="*/ 26 h 42"/>
              <a:gd name="T72" fmla="*/ 64 w 66"/>
              <a:gd name="T73" fmla="*/ 20 h 42"/>
              <a:gd name="T74" fmla="*/ 10 w 66"/>
              <a:gd name="T75" fmla="*/ 28 h 42"/>
              <a:gd name="T76" fmla="*/ 5 w 66"/>
              <a:gd name="T77" fmla="*/ 17 h 42"/>
              <a:gd name="T78" fmla="*/ 11 w 66"/>
              <a:gd name="T79" fmla="*/ 18 h 42"/>
              <a:gd name="T80" fmla="*/ 15 w 66"/>
              <a:gd name="T81" fmla="*/ 24 h 42"/>
              <a:gd name="T82" fmla="*/ 10 w 66"/>
              <a:gd name="T83" fmla="*/ 28 h 42"/>
              <a:gd name="T84" fmla="*/ 56 w 66"/>
              <a:gd name="T85" fmla="*/ 18 h 42"/>
              <a:gd name="T86" fmla="*/ 58 w 66"/>
              <a:gd name="T87" fmla="*/ 18 h 42"/>
              <a:gd name="T88" fmla="*/ 59 w 66"/>
              <a:gd name="T89" fmla="*/ 20 h 42"/>
              <a:gd name="T90" fmla="*/ 56 w 66"/>
              <a:gd name="T91" fmla="*/ 18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6" h="42">
                <a:moveTo>
                  <a:pt x="64" y="20"/>
                </a:moveTo>
                <a:cubicBezTo>
                  <a:pt x="63" y="20"/>
                  <a:pt x="63" y="20"/>
                  <a:pt x="63" y="20"/>
                </a:cubicBezTo>
                <a:cubicBezTo>
                  <a:pt x="59" y="16"/>
                  <a:pt x="59" y="16"/>
                  <a:pt x="59" y="16"/>
                </a:cubicBezTo>
                <a:cubicBezTo>
                  <a:pt x="59" y="16"/>
                  <a:pt x="55" y="17"/>
                  <a:pt x="56" y="12"/>
                </a:cubicBezTo>
                <a:cubicBezTo>
                  <a:pt x="56" y="12"/>
                  <a:pt x="56" y="11"/>
                  <a:pt x="53" y="11"/>
                </a:cubicBezTo>
                <a:cubicBezTo>
                  <a:pt x="45" y="5"/>
                  <a:pt x="45" y="5"/>
                  <a:pt x="45" y="5"/>
                </a:cubicBezTo>
                <a:cubicBezTo>
                  <a:pt x="45" y="5"/>
                  <a:pt x="43" y="3"/>
                  <a:pt x="47" y="2"/>
                </a:cubicBezTo>
                <a:cubicBezTo>
                  <a:pt x="47" y="2"/>
                  <a:pt x="51" y="1"/>
                  <a:pt x="46" y="0"/>
                </a:cubicBezTo>
                <a:cubicBezTo>
                  <a:pt x="46" y="0"/>
                  <a:pt x="40" y="1"/>
                  <a:pt x="40" y="2"/>
                </a:cubicBezTo>
                <a:cubicBezTo>
                  <a:pt x="40" y="2"/>
                  <a:pt x="39" y="7"/>
                  <a:pt x="43" y="6"/>
                </a:cubicBezTo>
                <a:cubicBezTo>
                  <a:pt x="43" y="6"/>
                  <a:pt x="50" y="11"/>
                  <a:pt x="51" y="12"/>
                </a:cubicBezTo>
                <a:cubicBezTo>
                  <a:pt x="51" y="12"/>
                  <a:pt x="50" y="16"/>
                  <a:pt x="51" y="18"/>
                </a:cubicBezTo>
                <a:cubicBezTo>
                  <a:pt x="51" y="18"/>
                  <a:pt x="50" y="19"/>
                  <a:pt x="47" y="17"/>
                </a:cubicBezTo>
                <a:cubicBezTo>
                  <a:pt x="47" y="17"/>
                  <a:pt x="29" y="9"/>
                  <a:pt x="29" y="6"/>
                </a:cubicBezTo>
                <a:cubicBezTo>
                  <a:pt x="29" y="6"/>
                  <a:pt x="25" y="6"/>
                  <a:pt x="23" y="7"/>
                </a:cubicBezTo>
                <a:cubicBezTo>
                  <a:pt x="23" y="7"/>
                  <a:pt x="23" y="11"/>
                  <a:pt x="24" y="11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7" y="16"/>
                  <a:pt x="23" y="14"/>
                </a:cubicBezTo>
                <a:cubicBezTo>
                  <a:pt x="23" y="14"/>
                  <a:pt x="18" y="15"/>
                  <a:pt x="21" y="19"/>
                </a:cubicBezTo>
                <a:cubicBezTo>
                  <a:pt x="21" y="19"/>
                  <a:pt x="23" y="23"/>
                  <a:pt x="20" y="25"/>
                </a:cubicBezTo>
                <a:cubicBezTo>
                  <a:pt x="20" y="25"/>
                  <a:pt x="20" y="16"/>
                  <a:pt x="7" y="5"/>
                </a:cubicBezTo>
                <a:cubicBezTo>
                  <a:pt x="7" y="5"/>
                  <a:pt x="3" y="6"/>
                  <a:pt x="1" y="24"/>
                </a:cubicBezTo>
                <a:cubicBezTo>
                  <a:pt x="1" y="24"/>
                  <a:pt x="0" y="32"/>
                  <a:pt x="8" y="31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30"/>
                  <a:pt x="16" y="29"/>
                  <a:pt x="17" y="31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4" y="37"/>
                  <a:pt x="17" y="38"/>
                </a:cubicBezTo>
                <a:cubicBezTo>
                  <a:pt x="17" y="38"/>
                  <a:pt x="19" y="42"/>
                  <a:pt x="21" y="36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6" y="29"/>
                  <a:pt x="25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20"/>
                  <a:pt x="39" y="18"/>
                  <a:pt x="34" y="14"/>
                </a:cubicBezTo>
                <a:cubicBezTo>
                  <a:pt x="34" y="14"/>
                  <a:pt x="40" y="17"/>
                  <a:pt x="42" y="19"/>
                </a:cubicBezTo>
                <a:cubicBezTo>
                  <a:pt x="42" y="19"/>
                  <a:pt x="42" y="20"/>
                  <a:pt x="45" y="20"/>
                </a:cubicBezTo>
                <a:cubicBezTo>
                  <a:pt x="45" y="20"/>
                  <a:pt x="46" y="22"/>
                  <a:pt x="51" y="23"/>
                </a:cubicBezTo>
                <a:cubicBezTo>
                  <a:pt x="51" y="23"/>
                  <a:pt x="52" y="26"/>
                  <a:pt x="64" y="26"/>
                </a:cubicBezTo>
                <a:cubicBezTo>
                  <a:pt x="64" y="26"/>
                  <a:pt x="66" y="22"/>
                  <a:pt x="64" y="20"/>
                </a:cubicBezTo>
                <a:close/>
                <a:moveTo>
                  <a:pt x="10" y="28"/>
                </a:moveTo>
                <a:cubicBezTo>
                  <a:pt x="2" y="28"/>
                  <a:pt x="5" y="17"/>
                  <a:pt x="5" y="17"/>
                </a:cubicBezTo>
                <a:cubicBezTo>
                  <a:pt x="5" y="11"/>
                  <a:pt x="11" y="18"/>
                  <a:pt x="11" y="18"/>
                </a:cubicBezTo>
                <a:cubicBezTo>
                  <a:pt x="15" y="24"/>
                  <a:pt x="15" y="24"/>
                  <a:pt x="15" y="24"/>
                </a:cubicBezTo>
                <a:cubicBezTo>
                  <a:pt x="18" y="29"/>
                  <a:pt x="10" y="28"/>
                  <a:pt x="10" y="28"/>
                </a:cubicBezTo>
                <a:close/>
                <a:moveTo>
                  <a:pt x="56" y="18"/>
                </a:moveTo>
                <a:cubicBezTo>
                  <a:pt x="56" y="18"/>
                  <a:pt x="57" y="18"/>
                  <a:pt x="58" y="18"/>
                </a:cubicBezTo>
                <a:cubicBezTo>
                  <a:pt x="59" y="20"/>
                  <a:pt x="59" y="20"/>
                  <a:pt x="59" y="20"/>
                </a:cubicBezTo>
                <a:cubicBezTo>
                  <a:pt x="59" y="20"/>
                  <a:pt x="54" y="20"/>
                  <a:pt x="56" y="18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3" name="Freeform 58"/>
          <p:cNvSpPr>
            <a:spLocks noEditPoints="1"/>
          </p:cNvSpPr>
          <p:nvPr>
            <p:custDataLst>
              <p:tags r:id="rId55"/>
            </p:custDataLst>
          </p:nvPr>
        </p:nvSpPr>
        <p:spPr bwMode="auto">
          <a:xfrm>
            <a:off x="11233150" y="88265"/>
            <a:ext cx="17145" cy="36830"/>
          </a:xfrm>
          <a:custGeom>
            <a:avLst/>
            <a:gdLst>
              <a:gd name="T0" fmla="*/ 22 w 29"/>
              <a:gd name="T1" fmla="*/ 41 h 63"/>
              <a:gd name="T2" fmla="*/ 23 w 29"/>
              <a:gd name="T3" fmla="*/ 30 h 63"/>
              <a:gd name="T4" fmla="*/ 21 w 29"/>
              <a:gd name="T5" fmla="*/ 28 h 63"/>
              <a:gd name="T6" fmla="*/ 21 w 29"/>
              <a:gd name="T7" fmla="*/ 26 h 63"/>
              <a:gd name="T8" fmla="*/ 19 w 29"/>
              <a:gd name="T9" fmla="*/ 25 h 63"/>
              <a:gd name="T10" fmla="*/ 15 w 29"/>
              <a:gd name="T11" fmla="*/ 24 h 63"/>
              <a:gd name="T12" fmla="*/ 15 w 29"/>
              <a:gd name="T13" fmla="*/ 21 h 63"/>
              <a:gd name="T14" fmla="*/ 20 w 29"/>
              <a:gd name="T15" fmla="*/ 14 h 63"/>
              <a:gd name="T16" fmla="*/ 19 w 29"/>
              <a:gd name="T17" fmla="*/ 5 h 63"/>
              <a:gd name="T18" fmla="*/ 17 w 29"/>
              <a:gd name="T19" fmla="*/ 4 h 63"/>
              <a:gd name="T20" fmla="*/ 16 w 29"/>
              <a:gd name="T21" fmla="*/ 7 h 63"/>
              <a:gd name="T22" fmla="*/ 12 w 29"/>
              <a:gd name="T23" fmla="*/ 14 h 63"/>
              <a:gd name="T24" fmla="*/ 11 w 29"/>
              <a:gd name="T25" fmla="*/ 4 h 63"/>
              <a:gd name="T26" fmla="*/ 9 w 29"/>
              <a:gd name="T27" fmla="*/ 1 h 63"/>
              <a:gd name="T28" fmla="*/ 8 w 29"/>
              <a:gd name="T29" fmla="*/ 4 h 63"/>
              <a:gd name="T30" fmla="*/ 8 w 29"/>
              <a:gd name="T31" fmla="*/ 23 h 63"/>
              <a:gd name="T32" fmla="*/ 5 w 29"/>
              <a:gd name="T33" fmla="*/ 28 h 63"/>
              <a:gd name="T34" fmla="*/ 4 w 29"/>
              <a:gd name="T35" fmla="*/ 32 h 63"/>
              <a:gd name="T36" fmla="*/ 9 w 29"/>
              <a:gd name="T37" fmla="*/ 33 h 63"/>
              <a:gd name="T38" fmla="*/ 9 w 29"/>
              <a:gd name="T39" fmla="*/ 45 h 63"/>
              <a:gd name="T40" fmla="*/ 9 w 29"/>
              <a:gd name="T41" fmla="*/ 48 h 63"/>
              <a:gd name="T42" fmla="*/ 14 w 29"/>
              <a:gd name="T43" fmla="*/ 49 h 63"/>
              <a:gd name="T44" fmla="*/ 17 w 29"/>
              <a:gd name="T45" fmla="*/ 43 h 63"/>
              <a:gd name="T46" fmla="*/ 18 w 29"/>
              <a:gd name="T47" fmla="*/ 44 h 63"/>
              <a:gd name="T48" fmla="*/ 19 w 29"/>
              <a:gd name="T49" fmla="*/ 49 h 63"/>
              <a:gd name="T50" fmla="*/ 16 w 29"/>
              <a:gd name="T51" fmla="*/ 55 h 63"/>
              <a:gd name="T52" fmla="*/ 14 w 29"/>
              <a:gd name="T53" fmla="*/ 57 h 63"/>
              <a:gd name="T54" fmla="*/ 16 w 29"/>
              <a:gd name="T55" fmla="*/ 62 h 63"/>
              <a:gd name="T56" fmla="*/ 19 w 29"/>
              <a:gd name="T57" fmla="*/ 59 h 63"/>
              <a:gd name="T58" fmla="*/ 19 w 29"/>
              <a:gd name="T59" fmla="*/ 55 h 63"/>
              <a:gd name="T60" fmla="*/ 29 w 29"/>
              <a:gd name="T61" fmla="*/ 56 h 63"/>
              <a:gd name="T62" fmla="*/ 27 w 29"/>
              <a:gd name="T63" fmla="*/ 51 h 63"/>
              <a:gd name="T64" fmla="*/ 22 w 29"/>
              <a:gd name="T65" fmla="*/ 41 h 63"/>
              <a:gd name="T66" fmla="*/ 15 w 29"/>
              <a:gd name="T67" fmla="*/ 39 h 63"/>
              <a:gd name="T68" fmla="*/ 13 w 29"/>
              <a:gd name="T69" fmla="*/ 42 h 63"/>
              <a:gd name="T70" fmla="*/ 12 w 29"/>
              <a:gd name="T71" fmla="*/ 32 h 63"/>
              <a:gd name="T72" fmla="*/ 13 w 29"/>
              <a:gd name="T73" fmla="*/ 27 h 63"/>
              <a:gd name="T74" fmla="*/ 15 w 29"/>
              <a:gd name="T75" fmla="*/ 34 h 63"/>
              <a:gd name="T76" fmla="*/ 15 w 29"/>
              <a:gd name="T77" fmla="*/ 3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9" h="63">
                <a:moveTo>
                  <a:pt x="22" y="41"/>
                </a:moveTo>
                <a:cubicBezTo>
                  <a:pt x="22" y="41"/>
                  <a:pt x="20" y="39"/>
                  <a:pt x="23" y="30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6"/>
                  <a:pt x="21" y="26"/>
                  <a:pt x="21" y="26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7" y="23"/>
                  <a:pt x="15" y="24"/>
                </a:cubicBezTo>
                <a:cubicBezTo>
                  <a:pt x="15" y="24"/>
                  <a:pt x="13" y="25"/>
                  <a:pt x="15" y="21"/>
                </a:cubicBezTo>
                <a:cubicBezTo>
                  <a:pt x="20" y="14"/>
                  <a:pt x="20" y="14"/>
                  <a:pt x="20" y="14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20" y="3"/>
                  <a:pt x="17" y="4"/>
                </a:cubicBezTo>
                <a:cubicBezTo>
                  <a:pt x="17" y="4"/>
                  <a:pt x="17" y="5"/>
                  <a:pt x="16" y="7"/>
                </a:cubicBezTo>
                <a:cubicBezTo>
                  <a:pt x="14" y="9"/>
                  <a:pt x="13" y="12"/>
                  <a:pt x="12" y="14"/>
                </a:cubicBezTo>
                <a:cubicBezTo>
                  <a:pt x="12" y="14"/>
                  <a:pt x="12" y="6"/>
                  <a:pt x="11" y="4"/>
                </a:cubicBezTo>
                <a:cubicBezTo>
                  <a:pt x="9" y="1"/>
                  <a:pt x="9" y="1"/>
                  <a:pt x="9" y="1"/>
                </a:cubicBezTo>
                <a:cubicBezTo>
                  <a:pt x="9" y="1"/>
                  <a:pt x="6" y="0"/>
                  <a:pt x="8" y="4"/>
                </a:cubicBezTo>
                <a:cubicBezTo>
                  <a:pt x="8" y="23"/>
                  <a:pt x="8" y="23"/>
                  <a:pt x="8" y="23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0" y="29"/>
                  <a:pt x="4" y="32"/>
                </a:cubicBezTo>
                <a:cubicBezTo>
                  <a:pt x="9" y="33"/>
                  <a:pt x="9" y="33"/>
                  <a:pt x="9" y="33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8"/>
                  <a:pt x="9" y="48"/>
                  <a:pt x="9" y="48"/>
                </a:cubicBezTo>
                <a:cubicBezTo>
                  <a:pt x="14" y="49"/>
                  <a:pt x="14" y="49"/>
                  <a:pt x="14" y="49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3"/>
                  <a:pt x="18" y="43"/>
                  <a:pt x="18" y="44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49"/>
                  <a:pt x="17" y="54"/>
                  <a:pt x="16" y="55"/>
                </a:cubicBezTo>
                <a:cubicBezTo>
                  <a:pt x="16" y="55"/>
                  <a:pt x="16" y="55"/>
                  <a:pt x="14" y="57"/>
                </a:cubicBezTo>
                <a:cubicBezTo>
                  <a:pt x="14" y="57"/>
                  <a:pt x="10" y="62"/>
                  <a:pt x="16" y="62"/>
                </a:cubicBezTo>
                <a:cubicBezTo>
                  <a:pt x="16" y="62"/>
                  <a:pt x="19" y="63"/>
                  <a:pt x="19" y="59"/>
                </a:cubicBezTo>
                <a:cubicBezTo>
                  <a:pt x="19" y="55"/>
                  <a:pt x="19" y="55"/>
                  <a:pt x="19" y="55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56"/>
                  <a:pt x="29" y="54"/>
                  <a:pt x="27" y="51"/>
                </a:cubicBezTo>
                <a:lnTo>
                  <a:pt x="22" y="41"/>
                </a:lnTo>
                <a:close/>
                <a:moveTo>
                  <a:pt x="15" y="39"/>
                </a:moveTo>
                <a:cubicBezTo>
                  <a:pt x="13" y="42"/>
                  <a:pt x="13" y="42"/>
                  <a:pt x="13" y="42"/>
                </a:cubicBezTo>
                <a:cubicBezTo>
                  <a:pt x="12" y="32"/>
                  <a:pt x="12" y="32"/>
                  <a:pt x="12" y="32"/>
                </a:cubicBezTo>
                <a:cubicBezTo>
                  <a:pt x="11" y="29"/>
                  <a:pt x="13" y="27"/>
                  <a:pt x="13" y="27"/>
                </a:cubicBezTo>
                <a:cubicBezTo>
                  <a:pt x="14" y="29"/>
                  <a:pt x="15" y="34"/>
                  <a:pt x="15" y="34"/>
                </a:cubicBezTo>
                <a:cubicBezTo>
                  <a:pt x="15" y="37"/>
                  <a:pt x="15" y="39"/>
                  <a:pt x="15" y="3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9" name="Freeform 59"/>
          <p:cNvSpPr/>
          <p:nvPr>
            <p:custDataLst>
              <p:tags r:id="rId56"/>
            </p:custDataLst>
          </p:nvPr>
        </p:nvSpPr>
        <p:spPr bwMode="auto">
          <a:xfrm>
            <a:off x="11246485" y="112395"/>
            <a:ext cx="6985" cy="5080"/>
          </a:xfrm>
          <a:custGeom>
            <a:avLst/>
            <a:gdLst>
              <a:gd name="T0" fmla="*/ 9 w 12"/>
              <a:gd name="T1" fmla="*/ 0 h 9"/>
              <a:gd name="T2" fmla="*/ 3 w 12"/>
              <a:gd name="T3" fmla="*/ 1 h 9"/>
              <a:gd name="T4" fmla="*/ 3 w 12"/>
              <a:gd name="T5" fmla="*/ 3 h 9"/>
              <a:gd name="T6" fmla="*/ 9 w 12"/>
              <a:gd name="T7" fmla="*/ 6 h 9"/>
              <a:gd name="T8" fmla="*/ 12 w 12"/>
              <a:gd name="T9" fmla="*/ 5 h 9"/>
              <a:gd name="T10" fmla="*/ 12 w 12"/>
              <a:gd name="T11" fmla="*/ 2 h 9"/>
              <a:gd name="T12" fmla="*/ 9 w 12"/>
              <a:gd name="T13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9">
                <a:moveTo>
                  <a:pt x="9" y="0"/>
                </a:moveTo>
                <a:cubicBezTo>
                  <a:pt x="3" y="1"/>
                  <a:pt x="3" y="1"/>
                  <a:pt x="3" y="1"/>
                </a:cubicBezTo>
                <a:cubicBezTo>
                  <a:pt x="3" y="1"/>
                  <a:pt x="0" y="3"/>
                  <a:pt x="3" y="3"/>
                </a:cubicBezTo>
                <a:cubicBezTo>
                  <a:pt x="3" y="3"/>
                  <a:pt x="7" y="4"/>
                  <a:pt x="9" y="6"/>
                </a:cubicBezTo>
                <a:cubicBezTo>
                  <a:pt x="9" y="6"/>
                  <a:pt x="11" y="9"/>
                  <a:pt x="12" y="5"/>
                </a:cubicBezTo>
                <a:cubicBezTo>
                  <a:pt x="12" y="2"/>
                  <a:pt x="12" y="2"/>
                  <a:pt x="12" y="2"/>
                </a:cubicBezTo>
                <a:cubicBezTo>
                  <a:pt x="12" y="2"/>
                  <a:pt x="12" y="0"/>
                  <a:pt x="9" y="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0" name="Freeform 60"/>
          <p:cNvSpPr/>
          <p:nvPr>
            <p:custDataLst>
              <p:tags r:id="rId57"/>
            </p:custDataLst>
          </p:nvPr>
        </p:nvSpPr>
        <p:spPr bwMode="auto">
          <a:xfrm>
            <a:off x="11260455" y="276225"/>
            <a:ext cx="6350" cy="20320"/>
          </a:xfrm>
          <a:custGeom>
            <a:avLst/>
            <a:gdLst>
              <a:gd name="T0" fmla="*/ 19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4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9 w 29"/>
              <a:gd name="T13" fmla="*/ 93 h 93"/>
              <a:gd name="T14" fmla="*/ 19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9" y="18"/>
                </a:moveTo>
                <a:lnTo>
                  <a:pt x="8" y="26"/>
                </a:lnTo>
                <a:lnTo>
                  <a:pt x="0" y="16"/>
                </a:lnTo>
                <a:lnTo>
                  <a:pt x="24" y="0"/>
                </a:lnTo>
                <a:lnTo>
                  <a:pt x="29" y="2"/>
                </a:lnTo>
                <a:lnTo>
                  <a:pt x="29" y="93"/>
                </a:lnTo>
                <a:lnTo>
                  <a:pt x="19" y="93"/>
                </a:lnTo>
                <a:lnTo>
                  <a:pt x="19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1" name="Freeform 61"/>
          <p:cNvSpPr/>
          <p:nvPr>
            <p:custDataLst>
              <p:tags r:id="rId58"/>
            </p:custDataLst>
          </p:nvPr>
        </p:nvSpPr>
        <p:spPr bwMode="auto">
          <a:xfrm>
            <a:off x="11318240" y="276225"/>
            <a:ext cx="6350" cy="20320"/>
          </a:xfrm>
          <a:custGeom>
            <a:avLst/>
            <a:gdLst>
              <a:gd name="T0" fmla="*/ 16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1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6 w 29"/>
              <a:gd name="T13" fmla="*/ 93 h 93"/>
              <a:gd name="T14" fmla="*/ 16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6" y="18"/>
                </a:moveTo>
                <a:lnTo>
                  <a:pt x="8" y="26"/>
                </a:lnTo>
                <a:lnTo>
                  <a:pt x="0" y="16"/>
                </a:lnTo>
                <a:lnTo>
                  <a:pt x="21" y="0"/>
                </a:lnTo>
                <a:lnTo>
                  <a:pt x="29" y="2"/>
                </a:lnTo>
                <a:lnTo>
                  <a:pt x="29" y="93"/>
                </a:lnTo>
                <a:lnTo>
                  <a:pt x="16" y="93"/>
                </a:lnTo>
                <a:lnTo>
                  <a:pt x="16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2" name="Freeform 62"/>
          <p:cNvSpPr>
            <a:spLocks noEditPoints="1"/>
          </p:cNvSpPr>
          <p:nvPr>
            <p:custDataLst>
              <p:tags r:id="rId59"/>
            </p:custDataLst>
          </p:nvPr>
        </p:nvSpPr>
        <p:spPr bwMode="auto">
          <a:xfrm>
            <a:off x="11276965" y="276225"/>
            <a:ext cx="12065" cy="20320"/>
          </a:xfrm>
          <a:custGeom>
            <a:avLst/>
            <a:gdLst>
              <a:gd name="T0" fmla="*/ 16 w 21"/>
              <a:gd name="T1" fmla="*/ 10 h 35"/>
              <a:gd name="T2" fmla="*/ 16 w 21"/>
              <a:gd name="T3" fmla="*/ 13 h 35"/>
              <a:gd name="T4" fmla="*/ 15 w 21"/>
              <a:gd name="T5" fmla="*/ 16 h 35"/>
              <a:gd name="T6" fmla="*/ 11 w 21"/>
              <a:gd name="T7" fmla="*/ 17 h 35"/>
              <a:gd name="T8" fmla="*/ 9 w 21"/>
              <a:gd name="T9" fmla="*/ 17 h 35"/>
              <a:gd name="T10" fmla="*/ 7 w 21"/>
              <a:gd name="T11" fmla="*/ 16 h 35"/>
              <a:gd name="T12" fmla="*/ 5 w 21"/>
              <a:gd name="T13" fmla="*/ 14 h 35"/>
              <a:gd name="T14" fmla="*/ 5 w 21"/>
              <a:gd name="T15" fmla="*/ 11 h 35"/>
              <a:gd name="T16" fmla="*/ 5 w 21"/>
              <a:gd name="T17" fmla="*/ 8 h 35"/>
              <a:gd name="T18" fmla="*/ 7 w 21"/>
              <a:gd name="T19" fmla="*/ 6 h 35"/>
              <a:gd name="T20" fmla="*/ 8 w 21"/>
              <a:gd name="T21" fmla="*/ 5 h 35"/>
              <a:gd name="T22" fmla="*/ 11 w 21"/>
              <a:gd name="T23" fmla="*/ 4 h 35"/>
              <a:gd name="T24" fmla="*/ 14 w 21"/>
              <a:gd name="T25" fmla="*/ 5 h 35"/>
              <a:gd name="T26" fmla="*/ 16 w 21"/>
              <a:gd name="T27" fmla="*/ 7 h 35"/>
              <a:gd name="T28" fmla="*/ 16 w 21"/>
              <a:gd name="T29" fmla="*/ 10 h 35"/>
              <a:gd name="T30" fmla="*/ 16 w 21"/>
              <a:gd name="T31" fmla="*/ 23 h 35"/>
              <a:gd name="T32" fmla="*/ 16 w 21"/>
              <a:gd name="T33" fmla="*/ 25 h 35"/>
              <a:gd name="T34" fmla="*/ 15 w 21"/>
              <a:gd name="T35" fmla="*/ 27 h 35"/>
              <a:gd name="T36" fmla="*/ 14 w 21"/>
              <a:gd name="T37" fmla="*/ 29 h 35"/>
              <a:gd name="T38" fmla="*/ 12 w 21"/>
              <a:gd name="T39" fmla="*/ 30 h 35"/>
              <a:gd name="T40" fmla="*/ 9 w 21"/>
              <a:gd name="T41" fmla="*/ 30 h 35"/>
              <a:gd name="T42" fmla="*/ 7 w 21"/>
              <a:gd name="T43" fmla="*/ 29 h 35"/>
              <a:gd name="T44" fmla="*/ 5 w 21"/>
              <a:gd name="T45" fmla="*/ 28 h 35"/>
              <a:gd name="T46" fmla="*/ 5 w 21"/>
              <a:gd name="T47" fmla="*/ 26 h 35"/>
              <a:gd name="T48" fmla="*/ 0 w 21"/>
              <a:gd name="T49" fmla="*/ 26 h 35"/>
              <a:gd name="T50" fmla="*/ 1 w 21"/>
              <a:gd name="T51" fmla="*/ 28 h 35"/>
              <a:gd name="T52" fmla="*/ 2 w 21"/>
              <a:gd name="T53" fmla="*/ 31 h 35"/>
              <a:gd name="T54" fmla="*/ 4 w 21"/>
              <a:gd name="T55" fmla="*/ 33 h 35"/>
              <a:gd name="T56" fmla="*/ 7 w 21"/>
              <a:gd name="T57" fmla="*/ 34 h 35"/>
              <a:gd name="T58" fmla="*/ 10 w 21"/>
              <a:gd name="T59" fmla="*/ 35 h 35"/>
              <a:gd name="T60" fmla="*/ 14 w 21"/>
              <a:gd name="T61" fmla="*/ 34 h 35"/>
              <a:gd name="T62" fmla="*/ 17 w 21"/>
              <a:gd name="T63" fmla="*/ 33 h 35"/>
              <a:gd name="T64" fmla="*/ 19 w 21"/>
              <a:gd name="T65" fmla="*/ 31 h 35"/>
              <a:gd name="T66" fmla="*/ 20 w 21"/>
              <a:gd name="T67" fmla="*/ 28 h 35"/>
              <a:gd name="T68" fmla="*/ 21 w 21"/>
              <a:gd name="T69" fmla="*/ 25 h 35"/>
              <a:gd name="T70" fmla="*/ 21 w 21"/>
              <a:gd name="T71" fmla="*/ 21 h 35"/>
              <a:gd name="T72" fmla="*/ 21 w 21"/>
              <a:gd name="T73" fmla="*/ 11 h 35"/>
              <a:gd name="T74" fmla="*/ 20 w 21"/>
              <a:gd name="T75" fmla="*/ 7 h 35"/>
              <a:gd name="T76" fmla="*/ 19 w 21"/>
              <a:gd name="T77" fmla="*/ 3 h 35"/>
              <a:gd name="T78" fmla="*/ 15 w 21"/>
              <a:gd name="T79" fmla="*/ 1 h 35"/>
              <a:gd name="T80" fmla="*/ 10 w 21"/>
              <a:gd name="T81" fmla="*/ 0 h 35"/>
              <a:gd name="T82" fmla="*/ 7 w 21"/>
              <a:gd name="T83" fmla="*/ 0 h 35"/>
              <a:gd name="T84" fmla="*/ 3 w 21"/>
              <a:gd name="T85" fmla="*/ 2 h 35"/>
              <a:gd name="T86" fmla="*/ 1 w 21"/>
              <a:gd name="T87" fmla="*/ 5 h 35"/>
              <a:gd name="T88" fmla="*/ 1 w 21"/>
              <a:gd name="T89" fmla="*/ 8 h 35"/>
              <a:gd name="T90" fmla="*/ 0 w 21"/>
              <a:gd name="T91" fmla="*/ 11 h 35"/>
              <a:gd name="T92" fmla="*/ 1 w 21"/>
              <a:gd name="T93" fmla="*/ 16 h 35"/>
              <a:gd name="T94" fmla="*/ 3 w 21"/>
              <a:gd name="T95" fmla="*/ 19 h 35"/>
              <a:gd name="T96" fmla="*/ 6 w 21"/>
              <a:gd name="T97" fmla="*/ 21 h 35"/>
              <a:gd name="T98" fmla="*/ 11 w 21"/>
              <a:gd name="T99" fmla="*/ 21 h 35"/>
              <a:gd name="T100" fmla="*/ 13 w 21"/>
              <a:gd name="T101" fmla="*/ 21 h 35"/>
              <a:gd name="T102" fmla="*/ 15 w 21"/>
              <a:gd name="T103" fmla="*/ 21 h 35"/>
              <a:gd name="T104" fmla="*/ 16 w 21"/>
              <a:gd name="T105" fmla="*/ 20 h 35"/>
              <a:gd name="T106" fmla="*/ 16 w 21"/>
              <a:gd name="T107" fmla="*/ 2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1" h="35">
                <a:moveTo>
                  <a:pt x="16" y="10"/>
                </a:moveTo>
                <a:cubicBezTo>
                  <a:pt x="16" y="11"/>
                  <a:pt x="16" y="12"/>
                  <a:pt x="16" y="13"/>
                </a:cubicBezTo>
                <a:cubicBezTo>
                  <a:pt x="16" y="14"/>
                  <a:pt x="15" y="15"/>
                  <a:pt x="15" y="16"/>
                </a:cubicBezTo>
                <a:cubicBezTo>
                  <a:pt x="14" y="17"/>
                  <a:pt x="13" y="17"/>
                  <a:pt x="11" y="17"/>
                </a:cubicBezTo>
                <a:cubicBezTo>
                  <a:pt x="10" y="17"/>
                  <a:pt x="10" y="17"/>
                  <a:pt x="9" y="17"/>
                </a:cubicBezTo>
                <a:cubicBezTo>
                  <a:pt x="8" y="17"/>
                  <a:pt x="7" y="16"/>
                  <a:pt x="7" y="16"/>
                </a:cubicBezTo>
                <a:cubicBezTo>
                  <a:pt x="6" y="15"/>
                  <a:pt x="6" y="15"/>
                  <a:pt x="5" y="14"/>
                </a:cubicBezTo>
                <a:cubicBezTo>
                  <a:pt x="5" y="13"/>
                  <a:pt x="5" y="12"/>
                  <a:pt x="5" y="11"/>
                </a:cubicBezTo>
                <a:cubicBezTo>
                  <a:pt x="5" y="9"/>
                  <a:pt x="5" y="8"/>
                  <a:pt x="5" y="8"/>
                </a:cubicBezTo>
                <a:cubicBezTo>
                  <a:pt x="6" y="7"/>
                  <a:pt x="6" y="6"/>
                  <a:pt x="7" y="6"/>
                </a:cubicBezTo>
                <a:cubicBezTo>
                  <a:pt x="7" y="5"/>
                  <a:pt x="8" y="5"/>
                  <a:pt x="8" y="5"/>
                </a:cubicBezTo>
                <a:cubicBezTo>
                  <a:pt x="9" y="4"/>
                  <a:pt x="10" y="4"/>
                  <a:pt x="11" y="4"/>
                </a:cubicBezTo>
                <a:cubicBezTo>
                  <a:pt x="12" y="4"/>
                  <a:pt x="13" y="5"/>
                  <a:pt x="14" y="5"/>
                </a:cubicBezTo>
                <a:cubicBezTo>
                  <a:pt x="15" y="6"/>
                  <a:pt x="15" y="6"/>
                  <a:pt x="16" y="7"/>
                </a:cubicBezTo>
                <a:cubicBezTo>
                  <a:pt x="16" y="8"/>
                  <a:pt x="16" y="9"/>
                  <a:pt x="16" y="10"/>
                </a:cubicBezTo>
                <a:close/>
                <a:moveTo>
                  <a:pt x="16" y="23"/>
                </a:moveTo>
                <a:cubicBezTo>
                  <a:pt x="16" y="23"/>
                  <a:pt x="16" y="24"/>
                  <a:pt x="16" y="25"/>
                </a:cubicBezTo>
                <a:cubicBezTo>
                  <a:pt x="16" y="26"/>
                  <a:pt x="16" y="27"/>
                  <a:pt x="15" y="27"/>
                </a:cubicBezTo>
                <a:cubicBezTo>
                  <a:pt x="15" y="28"/>
                  <a:pt x="15" y="28"/>
                  <a:pt x="14" y="29"/>
                </a:cubicBezTo>
                <a:cubicBezTo>
                  <a:pt x="13" y="29"/>
                  <a:pt x="13" y="30"/>
                  <a:pt x="12" y="30"/>
                </a:cubicBezTo>
                <a:cubicBezTo>
                  <a:pt x="11" y="30"/>
                  <a:pt x="10" y="30"/>
                  <a:pt x="9" y="30"/>
                </a:cubicBezTo>
                <a:cubicBezTo>
                  <a:pt x="8" y="30"/>
                  <a:pt x="7" y="30"/>
                  <a:pt x="7" y="29"/>
                </a:cubicBezTo>
                <a:cubicBezTo>
                  <a:pt x="6" y="29"/>
                  <a:pt x="5" y="28"/>
                  <a:pt x="5" y="28"/>
                </a:cubicBezTo>
                <a:cubicBezTo>
                  <a:pt x="5" y="27"/>
                  <a:pt x="5" y="26"/>
                  <a:pt x="5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1" y="28"/>
                  <a:pt x="1" y="28"/>
                  <a:pt x="1" y="28"/>
                </a:cubicBezTo>
                <a:cubicBezTo>
                  <a:pt x="1" y="29"/>
                  <a:pt x="1" y="30"/>
                  <a:pt x="2" y="31"/>
                </a:cubicBezTo>
                <a:cubicBezTo>
                  <a:pt x="2" y="32"/>
                  <a:pt x="3" y="32"/>
                  <a:pt x="4" y="33"/>
                </a:cubicBezTo>
                <a:cubicBezTo>
                  <a:pt x="4" y="34"/>
                  <a:pt x="5" y="34"/>
                  <a:pt x="7" y="34"/>
                </a:cubicBezTo>
                <a:cubicBezTo>
                  <a:pt x="8" y="35"/>
                  <a:pt x="9" y="35"/>
                  <a:pt x="10" y="35"/>
                </a:cubicBezTo>
                <a:cubicBezTo>
                  <a:pt x="12" y="35"/>
                  <a:pt x="13" y="35"/>
                  <a:pt x="14" y="34"/>
                </a:cubicBezTo>
                <a:cubicBezTo>
                  <a:pt x="15" y="34"/>
                  <a:pt x="16" y="33"/>
                  <a:pt x="17" y="33"/>
                </a:cubicBezTo>
                <a:cubicBezTo>
                  <a:pt x="17" y="32"/>
                  <a:pt x="18" y="32"/>
                  <a:pt x="19" y="31"/>
                </a:cubicBezTo>
                <a:cubicBezTo>
                  <a:pt x="19" y="30"/>
                  <a:pt x="20" y="29"/>
                  <a:pt x="20" y="28"/>
                </a:cubicBezTo>
                <a:cubicBezTo>
                  <a:pt x="20" y="27"/>
                  <a:pt x="21" y="26"/>
                  <a:pt x="21" y="25"/>
                </a:cubicBezTo>
                <a:cubicBezTo>
                  <a:pt x="21" y="24"/>
                  <a:pt x="21" y="23"/>
                  <a:pt x="21" y="2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0"/>
                  <a:pt x="21" y="8"/>
                  <a:pt x="20" y="7"/>
                </a:cubicBezTo>
                <a:cubicBezTo>
                  <a:pt x="20" y="6"/>
                  <a:pt x="19" y="5"/>
                  <a:pt x="19" y="3"/>
                </a:cubicBezTo>
                <a:cubicBezTo>
                  <a:pt x="18" y="2"/>
                  <a:pt x="17" y="2"/>
                  <a:pt x="15" y="1"/>
                </a:cubicBezTo>
                <a:cubicBezTo>
                  <a:pt x="14" y="0"/>
                  <a:pt x="12" y="0"/>
                  <a:pt x="10" y="0"/>
                </a:cubicBezTo>
                <a:cubicBezTo>
                  <a:pt x="9" y="0"/>
                  <a:pt x="8" y="0"/>
                  <a:pt x="7" y="0"/>
                </a:cubicBezTo>
                <a:cubicBezTo>
                  <a:pt x="5" y="1"/>
                  <a:pt x="4" y="1"/>
                  <a:pt x="3" y="2"/>
                </a:cubicBezTo>
                <a:cubicBezTo>
                  <a:pt x="3" y="3"/>
                  <a:pt x="2" y="4"/>
                  <a:pt x="1" y="5"/>
                </a:cubicBezTo>
                <a:cubicBezTo>
                  <a:pt x="1" y="6"/>
                  <a:pt x="1" y="7"/>
                  <a:pt x="1" y="8"/>
                </a:cubicBezTo>
                <a:cubicBezTo>
                  <a:pt x="0" y="9"/>
                  <a:pt x="0" y="10"/>
                  <a:pt x="0" y="11"/>
                </a:cubicBezTo>
                <a:cubicBezTo>
                  <a:pt x="0" y="13"/>
                  <a:pt x="0" y="15"/>
                  <a:pt x="1" y="16"/>
                </a:cubicBezTo>
                <a:cubicBezTo>
                  <a:pt x="1" y="17"/>
                  <a:pt x="2" y="18"/>
                  <a:pt x="3" y="19"/>
                </a:cubicBezTo>
                <a:cubicBezTo>
                  <a:pt x="3" y="19"/>
                  <a:pt x="4" y="20"/>
                  <a:pt x="6" y="21"/>
                </a:cubicBezTo>
                <a:cubicBezTo>
                  <a:pt x="7" y="21"/>
                  <a:pt x="9" y="22"/>
                  <a:pt x="11" y="21"/>
                </a:cubicBezTo>
                <a:cubicBezTo>
                  <a:pt x="12" y="21"/>
                  <a:pt x="13" y="21"/>
                  <a:pt x="13" y="21"/>
                </a:cubicBezTo>
                <a:cubicBezTo>
                  <a:pt x="14" y="21"/>
                  <a:pt x="15" y="21"/>
                  <a:pt x="15" y="21"/>
                </a:cubicBezTo>
                <a:cubicBezTo>
                  <a:pt x="15" y="20"/>
                  <a:pt x="16" y="20"/>
                  <a:pt x="16" y="20"/>
                </a:cubicBezTo>
                <a:lnTo>
                  <a:pt x="16" y="2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3" name="Freeform 63"/>
          <p:cNvSpPr>
            <a:spLocks noEditPoints="1"/>
          </p:cNvSpPr>
          <p:nvPr>
            <p:custDataLst>
              <p:tags r:id="rId60"/>
            </p:custDataLst>
          </p:nvPr>
        </p:nvSpPr>
        <p:spPr bwMode="auto">
          <a:xfrm>
            <a:off x="11298555" y="275590"/>
            <a:ext cx="13335" cy="20955"/>
          </a:xfrm>
          <a:custGeom>
            <a:avLst/>
            <a:gdLst>
              <a:gd name="T0" fmla="*/ 18 w 23"/>
              <a:gd name="T1" fmla="*/ 20 h 36"/>
              <a:gd name="T2" fmla="*/ 17 w 23"/>
              <a:gd name="T3" fmla="*/ 24 h 36"/>
              <a:gd name="T4" fmla="*/ 16 w 23"/>
              <a:gd name="T5" fmla="*/ 28 h 36"/>
              <a:gd name="T6" fmla="*/ 14 w 23"/>
              <a:gd name="T7" fmla="*/ 30 h 36"/>
              <a:gd name="T8" fmla="*/ 11 w 23"/>
              <a:gd name="T9" fmla="*/ 31 h 36"/>
              <a:gd name="T10" fmla="*/ 8 w 23"/>
              <a:gd name="T11" fmla="*/ 30 h 36"/>
              <a:gd name="T12" fmla="*/ 6 w 23"/>
              <a:gd name="T13" fmla="*/ 28 h 36"/>
              <a:gd name="T14" fmla="*/ 5 w 23"/>
              <a:gd name="T15" fmla="*/ 24 h 36"/>
              <a:gd name="T16" fmla="*/ 4 w 23"/>
              <a:gd name="T17" fmla="*/ 18 h 36"/>
              <a:gd name="T18" fmla="*/ 4 w 23"/>
              <a:gd name="T19" fmla="*/ 15 h 36"/>
              <a:gd name="T20" fmla="*/ 5 w 23"/>
              <a:gd name="T21" fmla="*/ 12 h 36"/>
              <a:gd name="T22" fmla="*/ 6 w 23"/>
              <a:gd name="T23" fmla="*/ 8 h 36"/>
              <a:gd name="T24" fmla="*/ 8 w 23"/>
              <a:gd name="T25" fmla="*/ 6 h 36"/>
              <a:gd name="T26" fmla="*/ 11 w 23"/>
              <a:gd name="T27" fmla="*/ 5 h 36"/>
              <a:gd name="T28" fmla="*/ 14 w 23"/>
              <a:gd name="T29" fmla="*/ 6 h 36"/>
              <a:gd name="T30" fmla="*/ 16 w 23"/>
              <a:gd name="T31" fmla="*/ 8 h 36"/>
              <a:gd name="T32" fmla="*/ 17 w 23"/>
              <a:gd name="T33" fmla="*/ 12 h 36"/>
              <a:gd name="T34" fmla="*/ 18 w 23"/>
              <a:gd name="T35" fmla="*/ 17 h 36"/>
              <a:gd name="T36" fmla="*/ 18 w 23"/>
              <a:gd name="T37" fmla="*/ 20 h 36"/>
              <a:gd name="T38" fmla="*/ 22 w 23"/>
              <a:gd name="T39" fmla="*/ 15 h 36"/>
              <a:gd name="T40" fmla="*/ 22 w 23"/>
              <a:gd name="T41" fmla="*/ 10 h 36"/>
              <a:gd name="T42" fmla="*/ 20 w 23"/>
              <a:gd name="T43" fmla="*/ 6 h 36"/>
              <a:gd name="T44" fmla="*/ 18 w 23"/>
              <a:gd name="T45" fmla="*/ 3 h 36"/>
              <a:gd name="T46" fmla="*/ 14 w 23"/>
              <a:gd name="T47" fmla="*/ 1 h 36"/>
              <a:gd name="T48" fmla="*/ 11 w 23"/>
              <a:gd name="T49" fmla="*/ 0 h 36"/>
              <a:gd name="T50" fmla="*/ 7 w 23"/>
              <a:gd name="T51" fmla="*/ 1 h 36"/>
              <a:gd name="T52" fmla="*/ 4 w 23"/>
              <a:gd name="T53" fmla="*/ 4 h 36"/>
              <a:gd name="T54" fmla="*/ 1 w 23"/>
              <a:gd name="T55" fmla="*/ 7 h 36"/>
              <a:gd name="T56" fmla="*/ 0 w 23"/>
              <a:gd name="T57" fmla="*/ 11 h 36"/>
              <a:gd name="T58" fmla="*/ 0 w 23"/>
              <a:gd name="T59" fmla="*/ 15 h 36"/>
              <a:gd name="T60" fmla="*/ 0 w 23"/>
              <a:gd name="T61" fmla="*/ 20 h 36"/>
              <a:gd name="T62" fmla="*/ 0 w 23"/>
              <a:gd name="T63" fmla="*/ 25 h 36"/>
              <a:gd name="T64" fmla="*/ 1 w 23"/>
              <a:gd name="T65" fmla="*/ 29 h 36"/>
              <a:gd name="T66" fmla="*/ 3 w 23"/>
              <a:gd name="T67" fmla="*/ 32 h 36"/>
              <a:gd name="T68" fmla="*/ 7 w 23"/>
              <a:gd name="T69" fmla="*/ 35 h 36"/>
              <a:gd name="T70" fmla="*/ 11 w 23"/>
              <a:gd name="T71" fmla="*/ 36 h 36"/>
              <a:gd name="T72" fmla="*/ 15 w 23"/>
              <a:gd name="T73" fmla="*/ 35 h 36"/>
              <a:gd name="T74" fmla="*/ 18 w 23"/>
              <a:gd name="T75" fmla="*/ 33 h 36"/>
              <a:gd name="T76" fmla="*/ 20 w 23"/>
              <a:gd name="T77" fmla="*/ 31 h 36"/>
              <a:gd name="T78" fmla="*/ 22 w 23"/>
              <a:gd name="T79" fmla="*/ 27 h 36"/>
              <a:gd name="T80" fmla="*/ 22 w 23"/>
              <a:gd name="T81" fmla="*/ 23 h 36"/>
              <a:gd name="T82" fmla="*/ 23 w 23"/>
              <a:gd name="T83" fmla="*/ 20 h 36"/>
              <a:gd name="T84" fmla="*/ 22 w 23"/>
              <a:gd name="T85" fmla="*/ 15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" h="36">
                <a:moveTo>
                  <a:pt x="18" y="20"/>
                </a:moveTo>
                <a:cubicBezTo>
                  <a:pt x="18" y="21"/>
                  <a:pt x="18" y="22"/>
                  <a:pt x="17" y="24"/>
                </a:cubicBezTo>
                <a:cubicBezTo>
                  <a:pt x="17" y="25"/>
                  <a:pt x="17" y="27"/>
                  <a:pt x="16" y="28"/>
                </a:cubicBezTo>
                <a:cubicBezTo>
                  <a:pt x="16" y="29"/>
                  <a:pt x="15" y="30"/>
                  <a:pt x="14" y="30"/>
                </a:cubicBezTo>
                <a:cubicBezTo>
                  <a:pt x="13" y="31"/>
                  <a:pt x="12" y="31"/>
                  <a:pt x="11" y="31"/>
                </a:cubicBezTo>
                <a:cubicBezTo>
                  <a:pt x="10" y="31"/>
                  <a:pt x="9" y="31"/>
                  <a:pt x="8" y="30"/>
                </a:cubicBezTo>
                <a:cubicBezTo>
                  <a:pt x="7" y="29"/>
                  <a:pt x="6" y="29"/>
                  <a:pt x="6" y="28"/>
                </a:cubicBezTo>
                <a:cubicBezTo>
                  <a:pt x="5" y="27"/>
                  <a:pt x="5" y="25"/>
                  <a:pt x="5" y="24"/>
                </a:cubicBezTo>
                <a:cubicBezTo>
                  <a:pt x="4" y="22"/>
                  <a:pt x="4" y="21"/>
                  <a:pt x="4" y="18"/>
                </a:cubicBezTo>
                <a:cubicBezTo>
                  <a:pt x="4" y="17"/>
                  <a:pt x="4" y="16"/>
                  <a:pt x="4" y="15"/>
                </a:cubicBezTo>
                <a:cubicBezTo>
                  <a:pt x="4" y="14"/>
                  <a:pt x="4" y="13"/>
                  <a:pt x="5" y="12"/>
                </a:cubicBezTo>
                <a:cubicBezTo>
                  <a:pt x="5" y="11"/>
                  <a:pt x="5" y="10"/>
                  <a:pt x="6" y="8"/>
                </a:cubicBezTo>
                <a:cubicBezTo>
                  <a:pt x="6" y="7"/>
                  <a:pt x="7" y="7"/>
                  <a:pt x="8" y="6"/>
                </a:cubicBezTo>
                <a:cubicBezTo>
                  <a:pt x="9" y="5"/>
                  <a:pt x="10" y="5"/>
                  <a:pt x="11" y="5"/>
                </a:cubicBezTo>
                <a:cubicBezTo>
                  <a:pt x="12" y="5"/>
                  <a:pt x="13" y="6"/>
                  <a:pt x="14" y="6"/>
                </a:cubicBezTo>
                <a:cubicBezTo>
                  <a:pt x="15" y="7"/>
                  <a:pt x="15" y="7"/>
                  <a:pt x="16" y="8"/>
                </a:cubicBezTo>
                <a:cubicBezTo>
                  <a:pt x="17" y="9"/>
                  <a:pt x="17" y="10"/>
                  <a:pt x="17" y="12"/>
                </a:cubicBezTo>
                <a:cubicBezTo>
                  <a:pt x="18" y="13"/>
                  <a:pt x="18" y="15"/>
                  <a:pt x="18" y="17"/>
                </a:cubicBezTo>
                <a:cubicBezTo>
                  <a:pt x="18" y="18"/>
                  <a:pt x="18" y="19"/>
                  <a:pt x="18" y="20"/>
                </a:cubicBezTo>
                <a:close/>
                <a:moveTo>
                  <a:pt x="22" y="15"/>
                </a:moveTo>
                <a:cubicBezTo>
                  <a:pt x="22" y="13"/>
                  <a:pt x="22" y="12"/>
                  <a:pt x="22" y="10"/>
                </a:cubicBezTo>
                <a:cubicBezTo>
                  <a:pt x="22" y="9"/>
                  <a:pt x="21" y="7"/>
                  <a:pt x="20" y="6"/>
                </a:cubicBezTo>
                <a:cubicBezTo>
                  <a:pt x="20" y="5"/>
                  <a:pt x="19" y="4"/>
                  <a:pt x="18" y="3"/>
                </a:cubicBezTo>
                <a:cubicBezTo>
                  <a:pt x="17" y="2"/>
                  <a:pt x="16" y="1"/>
                  <a:pt x="14" y="1"/>
                </a:cubicBezTo>
                <a:cubicBezTo>
                  <a:pt x="13" y="1"/>
                  <a:pt x="12" y="0"/>
                  <a:pt x="11" y="0"/>
                </a:cubicBezTo>
                <a:cubicBezTo>
                  <a:pt x="10" y="0"/>
                  <a:pt x="8" y="1"/>
                  <a:pt x="7" y="1"/>
                </a:cubicBezTo>
                <a:cubicBezTo>
                  <a:pt x="5" y="2"/>
                  <a:pt x="4" y="3"/>
                  <a:pt x="4" y="4"/>
                </a:cubicBezTo>
                <a:cubicBezTo>
                  <a:pt x="3" y="5"/>
                  <a:pt x="2" y="6"/>
                  <a:pt x="1" y="7"/>
                </a:cubicBezTo>
                <a:cubicBezTo>
                  <a:pt x="1" y="8"/>
                  <a:pt x="0" y="10"/>
                  <a:pt x="0" y="11"/>
                </a:cubicBezTo>
                <a:cubicBezTo>
                  <a:pt x="0" y="13"/>
                  <a:pt x="0" y="14"/>
                  <a:pt x="0" y="15"/>
                </a:cubicBezTo>
                <a:cubicBezTo>
                  <a:pt x="0" y="16"/>
                  <a:pt x="0" y="18"/>
                  <a:pt x="0" y="20"/>
                </a:cubicBezTo>
                <a:cubicBezTo>
                  <a:pt x="0" y="22"/>
                  <a:pt x="0" y="23"/>
                  <a:pt x="0" y="25"/>
                </a:cubicBezTo>
                <a:cubicBezTo>
                  <a:pt x="0" y="26"/>
                  <a:pt x="1" y="28"/>
                  <a:pt x="1" y="29"/>
                </a:cubicBezTo>
                <a:cubicBezTo>
                  <a:pt x="2" y="30"/>
                  <a:pt x="3" y="31"/>
                  <a:pt x="3" y="32"/>
                </a:cubicBezTo>
                <a:cubicBezTo>
                  <a:pt x="4" y="34"/>
                  <a:pt x="5" y="34"/>
                  <a:pt x="7" y="35"/>
                </a:cubicBezTo>
                <a:cubicBezTo>
                  <a:pt x="8" y="35"/>
                  <a:pt x="10" y="36"/>
                  <a:pt x="11" y="36"/>
                </a:cubicBezTo>
                <a:cubicBezTo>
                  <a:pt x="13" y="36"/>
                  <a:pt x="14" y="35"/>
                  <a:pt x="15" y="35"/>
                </a:cubicBezTo>
                <a:cubicBezTo>
                  <a:pt x="16" y="35"/>
                  <a:pt x="17" y="34"/>
                  <a:pt x="18" y="33"/>
                </a:cubicBezTo>
                <a:cubicBezTo>
                  <a:pt x="19" y="33"/>
                  <a:pt x="20" y="32"/>
                  <a:pt x="20" y="31"/>
                </a:cubicBezTo>
                <a:cubicBezTo>
                  <a:pt x="21" y="30"/>
                  <a:pt x="21" y="28"/>
                  <a:pt x="22" y="27"/>
                </a:cubicBezTo>
                <a:cubicBezTo>
                  <a:pt x="22" y="26"/>
                  <a:pt x="22" y="25"/>
                  <a:pt x="22" y="23"/>
                </a:cubicBezTo>
                <a:cubicBezTo>
                  <a:pt x="22" y="21"/>
                  <a:pt x="23" y="20"/>
                  <a:pt x="23" y="20"/>
                </a:cubicBezTo>
                <a:cubicBezTo>
                  <a:pt x="23" y="18"/>
                  <a:pt x="23" y="16"/>
                  <a:pt x="22" y="1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灯片编号占位符 6"/>
          <p:cNvSpPr>
            <a:spLocks noGrp="1"/>
          </p:cNvSpPr>
          <p:nvPr>
            <p:ph type="sldNum" sz="quarter" idx="12"/>
            <p:custDataLst>
              <p:tags r:id="rId61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页脚占位符 5"/>
          <p:cNvSpPr>
            <a:spLocks noGrp="1"/>
          </p:cNvSpPr>
          <p:nvPr>
            <p:ph type="ftr" sz="quarter" idx="11"/>
            <p:custDataLst>
              <p:tags r:id="rId6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日期占位符 4"/>
          <p:cNvSpPr>
            <a:spLocks noGrp="1"/>
          </p:cNvSpPr>
          <p:nvPr>
            <p:ph type="dt" sz="half" idx="10"/>
            <p:custDataLst>
              <p:tags r:id="rId6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 hasCustomPrompt="1"/>
            <p:custDataLst>
              <p:tags r:id="rId64"/>
            </p:custDataLst>
          </p:nvPr>
        </p:nvSpPr>
        <p:spPr>
          <a:xfrm>
            <a:off x="3350260" y="2675533"/>
            <a:ext cx="4093845" cy="1508125"/>
          </a:xfrm>
        </p:spPr>
        <p:txBody>
          <a:bodyPr wrap="square" anchor="ctr" anchorCtr="0">
            <a:normAutofit/>
          </a:bodyPr>
          <a:lstStyle>
            <a:lvl1pPr algn="r">
              <a:lnSpc>
                <a:spcPct val="100000"/>
              </a:lnSpc>
              <a:defRPr kumimoji="0" lang="zh-CN" altLang="en-US" sz="5000" b="1" i="0" u="none" strike="noStrike" kern="1200" cap="none" spc="0" normalizeH="0" baseline="0" noProof="1" dirty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r>
              <a:rPr lang="zh-CN" altLang="en-US" dirty="0"/>
              <a:t>编辑母版标题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 noChangeAspect="1"/>
          </p:cNvSpPr>
          <p:nvPr>
            <p:ph type="body" sz="quarter" idx="13" hasCustomPrompt="1"/>
            <p:custDataLst>
              <p:tags r:id="rId65"/>
            </p:custDataLst>
          </p:nvPr>
        </p:nvSpPr>
        <p:spPr>
          <a:xfrm>
            <a:off x="7834630" y="2925595"/>
            <a:ext cx="1008000" cy="1008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wrap="none"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3600" b="1">
                <a:ln>
                  <a:noFill/>
                </a:ln>
                <a:solidFill>
                  <a:schemeClr val="lt1">
                    <a:lumMod val="10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5"/>
          <p:cNvSpPr/>
          <p:nvPr>
            <p:custDataLst>
              <p:tags r:id="rId2"/>
            </p:custDataLst>
          </p:nvPr>
        </p:nvSpPr>
        <p:spPr bwMode="auto">
          <a:xfrm>
            <a:off x="11268075" y="209550"/>
            <a:ext cx="29845" cy="92075"/>
          </a:xfrm>
          <a:custGeom>
            <a:avLst/>
            <a:gdLst>
              <a:gd name="T0" fmla="*/ 0 w 40"/>
              <a:gd name="T1" fmla="*/ 117 h 124"/>
              <a:gd name="T2" fmla="*/ 7 w 40"/>
              <a:gd name="T3" fmla="*/ 122 h 124"/>
              <a:gd name="T4" fmla="*/ 23 w 40"/>
              <a:gd name="T5" fmla="*/ 95 h 124"/>
              <a:gd name="T6" fmla="*/ 39 w 40"/>
              <a:gd name="T7" fmla="*/ 34 h 124"/>
              <a:gd name="T8" fmla="*/ 15 w 40"/>
              <a:gd name="T9" fmla="*/ 0 h 124"/>
              <a:gd name="T10" fmla="*/ 7 w 40"/>
              <a:gd name="T11" fmla="*/ 7 h 124"/>
              <a:gd name="T12" fmla="*/ 12 w 40"/>
              <a:gd name="T13" fmla="*/ 42 h 124"/>
              <a:gd name="T14" fmla="*/ 6 w 40"/>
              <a:gd name="T15" fmla="*/ 95 h 124"/>
              <a:gd name="T16" fmla="*/ 0 w 40"/>
              <a:gd name="T17" fmla="*/ 117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" h="124">
                <a:moveTo>
                  <a:pt x="0" y="117"/>
                </a:moveTo>
                <a:cubicBezTo>
                  <a:pt x="0" y="117"/>
                  <a:pt x="0" y="124"/>
                  <a:pt x="7" y="122"/>
                </a:cubicBezTo>
                <a:cubicBezTo>
                  <a:pt x="7" y="122"/>
                  <a:pt x="23" y="109"/>
                  <a:pt x="23" y="95"/>
                </a:cubicBezTo>
                <a:cubicBezTo>
                  <a:pt x="23" y="95"/>
                  <a:pt x="29" y="51"/>
                  <a:pt x="39" y="34"/>
                </a:cubicBezTo>
                <a:cubicBezTo>
                  <a:pt x="39" y="34"/>
                  <a:pt x="40" y="23"/>
                  <a:pt x="15" y="0"/>
                </a:cubicBezTo>
                <a:cubicBezTo>
                  <a:pt x="15" y="0"/>
                  <a:pt x="7" y="2"/>
                  <a:pt x="7" y="7"/>
                </a:cubicBezTo>
                <a:cubicBezTo>
                  <a:pt x="8" y="11"/>
                  <a:pt x="19" y="16"/>
                  <a:pt x="12" y="42"/>
                </a:cubicBezTo>
                <a:cubicBezTo>
                  <a:pt x="6" y="95"/>
                  <a:pt x="6" y="95"/>
                  <a:pt x="6" y="95"/>
                </a:cubicBezTo>
                <a:cubicBezTo>
                  <a:pt x="6" y="95"/>
                  <a:pt x="6" y="111"/>
                  <a:pt x="0" y="117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6" name="Freeform 6"/>
          <p:cNvSpPr/>
          <p:nvPr>
            <p:custDataLst>
              <p:tags r:id="rId3"/>
            </p:custDataLst>
          </p:nvPr>
        </p:nvSpPr>
        <p:spPr bwMode="auto">
          <a:xfrm>
            <a:off x="11301730" y="292735"/>
            <a:ext cx="56515" cy="58420"/>
          </a:xfrm>
          <a:custGeom>
            <a:avLst/>
            <a:gdLst>
              <a:gd name="T0" fmla="*/ 71 w 77"/>
              <a:gd name="T1" fmla="*/ 34 h 79"/>
              <a:gd name="T2" fmla="*/ 46 w 77"/>
              <a:gd name="T3" fmla="*/ 6 h 79"/>
              <a:gd name="T4" fmla="*/ 36 w 77"/>
              <a:gd name="T5" fmla="*/ 13 h 79"/>
              <a:gd name="T6" fmla="*/ 3 w 77"/>
              <a:gd name="T7" fmla="*/ 66 h 79"/>
              <a:gd name="T8" fmla="*/ 14 w 77"/>
              <a:gd name="T9" fmla="*/ 70 h 79"/>
              <a:gd name="T10" fmla="*/ 62 w 77"/>
              <a:gd name="T11" fmla="*/ 48 h 79"/>
              <a:gd name="T12" fmla="*/ 71 w 77"/>
              <a:gd name="T13" fmla="*/ 34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" h="79">
                <a:moveTo>
                  <a:pt x="71" y="34"/>
                </a:moveTo>
                <a:cubicBezTo>
                  <a:pt x="46" y="6"/>
                  <a:pt x="46" y="6"/>
                  <a:pt x="46" y="6"/>
                </a:cubicBezTo>
                <a:cubicBezTo>
                  <a:pt x="46" y="6"/>
                  <a:pt x="34" y="0"/>
                  <a:pt x="36" y="13"/>
                </a:cubicBezTo>
                <a:cubicBezTo>
                  <a:pt x="36" y="13"/>
                  <a:pt x="24" y="55"/>
                  <a:pt x="3" y="66"/>
                </a:cubicBezTo>
                <a:cubicBezTo>
                  <a:pt x="3" y="66"/>
                  <a:pt x="0" y="79"/>
                  <a:pt x="14" y="70"/>
                </a:cubicBezTo>
                <a:cubicBezTo>
                  <a:pt x="14" y="70"/>
                  <a:pt x="51" y="47"/>
                  <a:pt x="62" y="48"/>
                </a:cubicBezTo>
                <a:cubicBezTo>
                  <a:pt x="62" y="48"/>
                  <a:pt x="77" y="44"/>
                  <a:pt x="71" y="3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7" name="Freeform 7"/>
          <p:cNvSpPr/>
          <p:nvPr>
            <p:custDataLst>
              <p:tags r:id="rId4"/>
            </p:custDataLst>
          </p:nvPr>
        </p:nvSpPr>
        <p:spPr bwMode="auto">
          <a:xfrm>
            <a:off x="11186795" y="304800"/>
            <a:ext cx="107950" cy="88265"/>
          </a:xfrm>
          <a:custGeom>
            <a:avLst/>
            <a:gdLst>
              <a:gd name="T0" fmla="*/ 141 w 146"/>
              <a:gd name="T1" fmla="*/ 10 h 119"/>
              <a:gd name="T2" fmla="*/ 135 w 146"/>
              <a:gd name="T3" fmla="*/ 3 h 119"/>
              <a:gd name="T4" fmla="*/ 96 w 146"/>
              <a:gd name="T5" fmla="*/ 35 h 119"/>
              <a:gd name="T6" fmla="*/ 61 w 146"/>
              <a:gd name="T7" fmla="*/ 66 h 119"/>
              <a:gd name="T8" fmla="*/ 38 w 146"/>
              <a:gd name="T9" fmla="*/ 83 h 119"/>
              <a:gd name="T10" fmla="*/ 36 w 146"/>
              <a:gd name="T11" fmla="*/ 80 h 119"/>
              <a:gd name="T12" fmla="*/ 32 w 146"/>
              <a:gd name="T13" fmla="*/ 18 h 119"/>
              <a:gd name="T14" fmla="*/ 28 w 146"/>
              <a:gd name="T15" fmla="*/ 28 h 119"/>
              <a:gd name="T16" fmla="*/ 0 w 146"/>
              <a:gd name="T17" fmla="*/ 92 h 119"/>
              <a:gd name="T18" fmla="*/ 22 w 146"/>
              <a:gd name="T19" fmla="*/ 119 h 119"/>
              <a:gd name="T20" fmla="*/ 82 w 146"/>
              <a:gd name="T21" fmla="*/ 88 h 119"/>
              <a:gd name="T22" fmla="*/ 111 w 146"/>
              <a:gd name="T23" fmla="*/ 57 h 119"/>
              <a:gd name="T24" fmla="*/ 141 w 146"/>
              <a:gd name="T25" fmla="*/ 1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6" h="119">
                <a:moveTo>
                  <a:pt x="141" y="10"/>
                </a:moveTo>
                <a:cubicBezTo>
                  <a:pt x="141" y="10"/>
                  <a:pt x="146" y="0"/>
                  <a:pt x="135" y="3"/>
                </a:cubicBezTo>
                <a:cubicBezTo>
                  <a:pt x="135" y="3"/>
                  <a:pt x="112" y="32"/>
                  <a:pt x="96" y="35"/>
                </a:cubicBezTo>
                <a:cubicBezTo>
                  <a:pt x="96" y="35"/>
                  <a:pt x="71" y="61"/>
                  <a:pt x="61" y="66"/>
                </a:cubicBezTo>
                <a:cubicBezTo>
                  <a:pt x="61" y="66"/>
                  <a:pt x="41" y="78"/>
                  <a:pt x="38" y="83"/>
                </a:cubicBezTo>
                <a:cubicBezTo>
                  <a:pt x="36" y="80"/>
                  <a:pt x="36" y="80"/>
                  <a:pt x="36" y="80"/>
                </a:cubicBezTo>
                <a:cubicBezTo>
                  <a:pt x="36" y="80"/>
                  <a:pt x="58" y="28"/>
                  <a:pt x="32" y="18"/>
                </a:cubicBezTo>
                <a:cubicBezTo>
                  <a:pt x="32" y="18"/>
                  <a:pt x="27" y="20"/>
                  <a:pt x="28" y="28"/>
                </a:cubicBezTo>
                <a:cubicBezTo>
                  <a:pt x="28" y="28"/>
                  <a:pt x="12" y="85"/>
                  <a:pt x="0" y="92"/>
                </a:cubicBezTo>
                <a:cubicBezTo>
                  <a:pt x="0" y="92"/>
                  <a:pt x="10" y="109"/>
                  <a:pt x="22" y="119"/>
                </a:cubicBezTo>
                <a:cubicBezTo>
                  <a:pt x="22" y="119"/>
                  <a:pt x="68" y="98"/>
                  <a:pt x="82" y="88"/>
                </a:cubicBezTo>
                <a:cubicBezTo>
                  <a:pt x="82" y="88"/>
                  <a:pt x="105" y="66"/>
                  <a:pt x="111" y="57"/>
                </a:cubicBezTo>
                <a:cubicBezTo>
                  <a:pt x="111" y="57"/>
                  <a:pt x="134" y="26"/>
                  <a:pt x="141" y="1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8" name="Freeform 8"/>
          <p:cNvSpPr/>
          <p:nvPr>
            <p:custDataLst>
              <p:tags r:id="rId5"/>
            </p:custDataLst>
          </p:nvPr>
        </p:nvSpPr>
        <p:spPr bwMode="auto">
          <a:xfrm>
            <a:off x="11588750" y="207645"/>
            <a:ext cx="155575" cy="193040"/>
          </a:xfrm>
          <a:custGeom>
            <a:avLst/>
            <a:gdLst>
              <a:gd name="T0" fmla="*/ 196 w 210"/>
              <a:gd name="T1" fmla="*/ 11 h 260"/>
              <a:gd name="T2" fmla="*/ 184 w 210"/>
              <a:gd name="T3" fmla="*/ 19 h 260"/>
              <a:gd name="T4" fmla="*/ 164 w 210"/>
              <a:gd name="T5" fmla="*/ 30 h 260"/>
              <a:gd name="T6" fmla="*/ 140 w 210"/>
              <a:gd name="T7" fmla="*/ 6 h 260"/>
              <a:gd name="T8" fmla="*/ 126 w 210"/>
              <a:gd name="T9" fmla="*/ 7 h 260"/>
              <a:gd name="T10" fmla="*/ 132 w 210"/>
              <a:gd name="T11" fmla="*/ 35 h 260"/>
              <a:gd name="T12" fmla="*/ 133 w 210"/>
              <a:gd name="T13" fmla="*/ 48 h 260"/>
              <a:gd name="T14" fmla="*/ 90 w 210"/>
              <a:gd name="T15" fmla="*/ 80 h 260"/>
              <a:gd name="T16" fmla="*/ 89 w 210"/>
              <a:gd name="T17" fmla="*/ 54 h 260"/>
              <a:gd name="T18" fmla="*/ 78 w 210"/>
              <a:gd name="T19" fmla="*/ 56 h 260"/>
              <a:gd name="T20" fmla="*/ 79 w 210"/>
              <a:gd name="T21" fmla="*/ 105 h 260"/>
              <a:gd name="T22" fmla="*/ 112 w 210"/>
              <a:gd name="T23" fmla="*/ 109 h 260"/>
              <a:gd name="T24" fmla="*/ 89 w 210"/>
              <a:gd name="T25" fmla="*/ 149 h 260"/>
              <a:gd name="T26" fmla="*/ 14 w 210"/>
              <a:gd name="T27" fmla="*/ 244 h 260"/>
              <a:gd name="T28" fmla="*/ 23 w 210"/>
              <a:gd name="T29" fmla="*/ 252 h 260"/>
              <a:gd name="T30" fmla="*/ 98 w 210"/>
              <a:gd name="T31" fmla="*/ 182 h 260"/>
              <a:gd name="T32" fmla="*/ 170 w 210"/>
              <a:gd name="T33" fmla="*/ 55 h 260"/>
              <a:gd name="T34" fmla="*/ 210 w 210"/>
              <a:gd name="T35" fmla="*/ 27 h 260"/>
              <a:gd name="T36" fmla="*/ 196 w 210"/>
              <a:gd name="T37" fmla="*/ 11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0" h="260">
                <a:moveTo>
                  <a:pt x="196" y="11"/>
                </a:moveTo>
                <a:cubicBezTo>
                  <a:pt x="189" y="9"/>
                  <a:pt x="184" y="19"/>
                  <a:pt x="184" y="19"/>
                </a:cubicBezTo>
                <a:cubicBezTo>
                  <a:pt x="164" y="30"/>
                  <a:pt x="164" y="30"/>
                  <a:pt x="164" y="30"/>
                </a:cubicBezTo>
                <a:cubicBezTo>
                  <a:pt x="166" y="23"/>
                  <a:pt x="140" y="6"/>
                  <a:pt x="140" y="6"/>
                </a:cubicBezTo>
                <a:cubicBezTo>
                  <a:pt x="128" y="0"/>
                  <a:pt x="126" y="7"/>
                  <a:pt x="126" y="7"/>
                </a:cubicBezTo>
                <a:cubicBezTo>
                  <a:pt x="122" y="16"/>
                  <a:pt x="132" y="35"/>
                  <a:pt x="132" y="35"/>
                </a:cubicBezTo>
                <a:cubicBezTo>
                  <a:pt x="133" y="48"/>
                  <a:pt x="133" y="48"/>
                  <a:pt x="133" y="48"/>
                </a:cubicBezTo>
                <a:cubicBezTo>
                  <a:pt x="90" y="80"/>
                  <a:pt x="90" y="80"/>
                  <a:pt x="90" y="80"/>
                </a:cubicBezTo>
                <a:cubicBezTo>
                  <a:pt x="75" y="73"/>
                  <a:pt x="89" y="54"/>
                  <a:pt x="89" y="54"/>
                </a:cubicBezTo>
                <a:cubicBezTo>
                  <a:pt x="87" y="39"/>
                  <a:pt x="78" y="56"/>
                  <a:pt x="78" y="56"/>
                </a:cubicBezTo>
                <a:cubicBezTo>
                  <a:pt x="67" y="81"/>
                  <a:pt x="79" y="105"/>
                  <a:pt x="79" y="105"/>
                </a:cubicBezTo>
                <a:cubicBezTo>
                  <a:pt x="90" y="123"/>
                  <a:pt x="108" y="112"/>
                  <a:pt x="112" y="109"/>
                </a:cubicBezTo>
                <a:cubicBezTo>
                  <a:pt x="106" y="115"/>
                  <a:pt x="89" y="149"/>
                  <a:pt x="89" y="149"/>
                </a:cubicBezTo>
                <a:cubicBezTo>
                  <a:pt x="68" y="204"/>
                  <a:pt x="14" y="244"/>
                  <a:pt x="14" y="244"/>
                </a:cubicBezTo>
                <a:cubicBezTo>
                  <a:pt x="0" y="260"/>
                  <a:pt x="23" y="252"/>
                  <a:pt x="23" y="252"/>
                </a:cubicBezTo>
                <a:cubicBezTo>
                  <a:pt x="44" y="243"/>
                  <a:pt x="98" y="182"/>
                  <a:pt x="98" y="182"/>
                </a:cubicBezTo>
                <a:cubicBezTo>
                  <a:pt x="175" y="91"/>
                  <a:pt x="170" y="55"/>
                  <a:pt x="170" y="55"/>
                </a:cubicBezTo>
                <a:cubicBezTo>
                  <a:pt x="188" y="47"/>
                  <a:pt x="210" y="27"/>
                  <a:pt x="210" y="27"/>
                </a:cubicBezTo>
                <a:lnTo>
                  <a:pt x="196" y="11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0" name="Freeform 9"/>
          <p:cNvSpPr/>
          <p:nvPr>
            <p:custDataLst>
              <p:tags r:id="rId6"/>
            </p:custDataLst>
          </p:nvPr>
        </p:nvSpPr>
        <p:spPr bwMode="auto">
          <a:xfrm>
            <a:off x="11720830" y="313055"/>
            <a:ext cx="43180" cy="74930"/>
          </a:xfrm>
          <a:custGeom>
            <a:avLst/>
            <a:gdLst>
              <a:gd name="T0" fmla="*/ 9 w 58"/>
              <a:gd name="T1" fmla="*/ 23 h 101"/>
              <a:gd name="T2" fmla="*/ 9 w 58"/>
              <a:gd name="T3" fmla="*/ 86 h 101"/>
              <a:gd name="T4" fmla="*/ 14 w 58"/>
              <a:gd name="T5" fmla="*/ 96 h 101"/>
              <a:gd name="T6" fmla="*/ 51 w 58"/>
              <a:gd name="T7" fmla="*/ 50 h 101"/>
              <a:gd name="T8" fmla="*/ 21 w 58"/>
              <a:gd name="T9" fmla="*/ 11 h 101"/>
              <a:gd name="T10" fmla="*/ 9 w 58"/>
              <a:gd name="T11" fmla="*/ 23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101">
                <a:moveTo>
                  <a:pt x="9" y="23"/>
                </a:moveTo>
                <a:cubicBezTo>
                  <a:pt x="9" y="23"/>
                  <a:pt x="23" y="73"/>
                  <a:pt x="9" y="86"/>
                </a:cubicBezTo>
                <a:cubicBezTo>
                  <a:pt x="9" y="86"/>
                  <a:pt x="0" y="101"/>
                  <a:pt x="14" y="96"/>
                </a:cubicBezTo>
                <a:cubicBezTo>
                  <a:pt x="14" y="96"/>
                  <a:pt x="35" y="62"/>
                  <a:pt x="51" y="50"/>
                </a:cubicBezTo>
                <a:cubicBezTo>
                  <a:pt x="51" y="50"/>
                  <a:pt x="58" y="24"/>
                  <a:pt x="21" y="11"/>
                </a:cubicBezTo>
                <a:cubicBezTo>
                  <a:pt x="21" y="11"/>
                  <a:pt x="1" y="0"/>
                  <a:pt x="9" y="2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1" name="Freeform 10"/>
          <p:cNvSpPr>
            <a:spLocks noEditPoints="1"/>
          </p:cNvSpPr>
          <p:nvPr>
            <p:custDataLst>
              <p:tags r:id="rId7"/>
            </p:custDataLst>
          </p:nvPr>
        </p:nvSpPr>
        <p:spPr bwMode="auto">
          <a:xfrm>
            <a:off x="11823700" y="151130"/>
            <a:ext cx="161290" cy="276860"/>
          </a:xfrm>
          <a:custGeom>
            <a:avLst/>
            <a:gdLst>
              <a:gd name="T0" fmla="*/ 140 w 218"/>
              <a:gd name="T1" fmla="*/ 7 h 373"/>
              <a:gd name="T2" fmla="*/ 135 w 218"/>
              <a:gd name="T3" fmla="*/ 15 h 373"/>
              <a:gd name="T4" fmla="*/ 112 w 218"/>
              <a:gd name="T5" fmla="*/ 34 h 373"/>
              <a:gd name="T6" fmla="*/ 88 w 218"/>
              <a:gd name="T7" fmla="*/ 44 h 373"/>
              <a:gd name="T8" fmla="*/ 78 w 218"/>
              <a:gd name="T9" fmla="*/ 59 h 373"/>
              <a:gd name="T10" fmla="*/ 39 w 218"/>
              <a:gd name="T11" fmla="*/ 96 h 373"/>
              <a:gd name="T12" fmla="*/ 22 w 218"/>
              <a:gd name="T13" fmla="*/ 82 h 373"/>
              <a:gd name="T14" fmla="*/ 11 w 218"/>
              <a:gd name="T15" fmla="*/ 90 h 373"/>
              <a:gd name="T16" fmla="*/ 17 w 218"/>
              <a:gd name="T17" fmla="*/ 125 h 373"/>
              <a:gd name="T18" fmla="*/ 43 w 218"/>
              <a:gd name="T19" fmla="*/ 111 h 373"/>
              <a:gd name="T20" fmla="*/ 83 w 218"/>
              <a:gd name="T21" fmla="*/ 70 h 373"/>
              <a:gd name="T22" fmla="*/ 112 w 218"/>
              <a:gd name="T23" fmla="*/ 78 h 373"/>
              <a:gd name="T24" fmla="*/ 103 w 218"/>
              <a:gd name="T25" fmla="*/ 99 h 373"/>
              <a:gd name="T26" fmla="*/ 28 w 218"/>
              <a:gd name="T27" fmla="*/ 189 h 373"/>
              <a:gd name="T28" fmla="*/ 27 w 218"/>
              <a:gd name="T29" fmla="*/ 220 h 373"/>
              <a:gd name="T30" fmla="*/ 51 w 218"/>
              <a:gd name="T31" fmla="*/ 220 h 373"/>
              <a:gd name="T32" fmla="*/ 76 w 218"/>
              <a:gd name="T33" fmla="*/ 194 h 373"/>
              <a:gd name="T34" fmla="*/ 67 w 218"/>
              <a:gd name="T35" fmla="*/ 231 h 373"/>
              <a:gd name="T36" fmla="*/ 90 w 218"/>
              <a:gd name="T37" fmla="*/ 244 h 373"/>
              <a:gd name="T38" fmla="*/ 125 w 218"/>
              <a:gd name="T39" fmla="*/ 255 h 373"/>
              <a:gd name="T40" fmla="*/ 3 w 218"/>
              <a:gd name="T41" fmla="*/ 309 h 373"/>
              <a:gd name="T42" fmla="*/ 102 w 218"/>
              <a:gd name="T43" fmla="*/ 361 h 373"/>
              <a:gd name="T44" fmla="*/ 148 w 218"/>
              <a:gd name="T45" fmla="*/ 325 h 373"/>
              <a:gd name="T46" fmla="*/ 149 w 218"/>
              <a:gd name="T47" fmla="*/ 288 h 373"/>
              <a:gd name="T48" fmla="*/ 154 w 218"/>
              <a:gd name="T49" fmla="*/ 280 h 373"/>
              <a:gd name="T50" fmla="*/ 179 w 218"/>
              <a:gd name="T51" fmla="*/ 286 h 373"/>
              <a:gd name="T52" fmla="*/ 193 w 218"/>
              <a:gd name="T53" fmla="*/ 286 h 373"/>
              <a:gd name="T54" fmla="*/ 188 w 218"/>
              <a:gd name="T55" fmla="*/ 262 h 373"/>
              <a:gd name="T56" fmla="*/ 142 w 218"/>
              <a:gd name="T57" fmla="*/ 256 h 373"/>
              <a:gd name="T58" fmla="*/ 99 w 218"/>
              <a:gd name="T59" fmla="*/ 224 h 373"/>
              <a:gd name="T60" fmla="*/ 114 w 218"/>
              <a:gd name="T61" fmla="*/ 162 h 373"/>
              <a:gd name="T62" fmla="*/ 75 w 218"/>
              <a:gd name="T63" fmla="*/ 168 h 373"/>
              <a:gd name="T64" fmla="*/ 111 w 218"/>
              <a:gd name="T65" fmla="*/ 129 h 373"/>
              <a:gd name="T66" fmla="*/ 120 w 218"/>
              <a:gd name="T67" fmla="*/ 111 h 373"/>
              <a:gd name="T68" fmla="*/ 141 w 218"/>
              <a:gd name="T69" fmla="*/ 80 h 373"/>
              <a:gd name="T70" fmla="*/ 172 w 218"/>
              <a:gd name="T71" fmla="*/ 13 h 373"/>
              <a:gd name="T72" fmla="*/ 140 w 218"/>
              <a:gd name="T73" fmla="*/ 7 h 373"/>
              <a:gd name="T74" fmla="*/ 129 w 218"/>
              <a:gd name="T75" fmla="*/ 314 h 373"/>
              <a:gd name="T76" fmla="*/ 63 w 218"/>
              <a:gd name="T77" fmla="*/ 330 h 373"/>
              <a:gd name="T78" fmla="*/ 79 w 218"/>
              <a:gd name="T79" fmla="*/ 301 h 373"/>
              <a:gd name="T80" fmla="*/ 114 w 218"/>
              <a:gd name="T81" fmla="*/ 283 h 373"/>
              <a:gd name="T82" fmla="*/ 129 w 218"/>
              <a:gd name="T83" fmla="*/ 314 h 373"/>
              <a:gd name="T84" fmla="*/ 119 w 218"/>
              <a:gd name="T85" fmla="*/ 50 h 373"/>
              <a:gd name="T86" fmla="*/ 123 w 218"/>
              <a:gd name="T87" fmla="*/ 42 h 373"/>
              <a:gd name="T88" fmla="*/ 136 w 218"/>
              <a:gd name="T89" fmla="*/ 33 h 373"/>
              <a:gd name="T90" fmla="*/ 119 w 218"/>
              <a:gd name="T91" fmla="*/ 50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18" h="373">
                <a:moveTo>
                  <a:pt x="140" y="7"/>
                </a:moveTo>
                <a:cubicBezTo>
                  <a:pt x="135" y="15"/>
                  <a:pt x="135" y="15"/>
                  <a:pt x="135" y="15"/>
                </a:cubicBezTo>
                <a:cubicBezTo>
                  <a:pt x="112" y="34"/>
                  <a:pt x="112" y="34"/>
                  <a:pt x="112" y="34"/>
                </a:cubicBezTo>
                <a:cubicBezTo>
                  <a:pt x="112" y="34"/>
                  <a:pt x="113" y="52"/>
                  <a:pt x="88" y="44"/>
                </a:cubicBezTo>
                <a:cubicBezTo>
                  <a:pt x="88" y="44"/>
                  <a:pt x="79" y="44"/>
                  <a:pt x="78" y="59"/>
                </a:cubicBezTo>
                <a:cubicBezTo>
                  <a:pt x="39" y="96"/>
                  <a:pt x="39" y="96"/>
                  <a:pt x="39" y="96"/>
                </a:cubicBezTo>
                <a:cubicBezTo>
                  <a:pt x="39" y="96"/>
                  <a:pt x="26" y="107"/>
                  <a:pt x="22" y="82"/>
                </a:cubicBezTo>
                <a:cubicBezTo>
                  <a:pt x="22" y="82"/>
                  <a:pt x="18" y="63"/>
                  <a:pt x="11" y="90"/>
                </a:cubicBezTo>
                <a:cubicBezTo>
                  <a:pt x="11" y="90"/>
                  <a:pt x="10" y="120"/>
                  <a:pt x="17" y="125"/>
                </a:cubicBezTo>
                <a:cubicBezTo>
                  <a:pt x="17" y="125"/>
                  <a:pt x="41" y="132"/>
                  <a:pt x="43" y="111"/>
                </a:cubicBezTo>
                <a:cubicBezTo>
                  <a:pt x="43" y="111"/>
                  <a:pt x="78" y="76"/>
                  <a:pt x="83" y="70"/>
                </a:cubicBezTo>
                <a:cubicBezTo>
                  <a:pt x="83" y="70"/>
                  <a:pt x="104" y="82"/>
                  <a:pt x="112" y="78"/>
                </a:cubicBezTo>
                <a:cubicBezTo>
                  <a:pt x="112" y="78"/>
                  <a:pt x="120" y="81"/>
                  <a:pt x="103" y="99"/>
                </a:cubicBezTo>
                <a:cubicBezTo>
                  <a:pt x="103" y="99"/>
                  <a:pt x="44" y="188"/>
                  <a:pt x="28" y="189"/>
                </a:cubicBezTo>
                <a:cubicBezTo>
                  <a:pt x="28" y="189"/>
                  <a:pt x="21" y="209"/>
                  <a:pt x="27" y="220"/>
                </a:cubicBezTo>
                <a:cubicBezTo>
                  <a:pt x="27" y="220"/>
                  <a:pt x="47" y="225"/>
                  <a:pt x="51" y="220"/>
                </a:cubicBezTo>
                <a:cubicBezTo>
                  <a:pt x="76" y="194"/>
                  <a:pt x="76" y="194"/>
                  <a:pt x="76" y="194"/>
                </a:cubicBezTo>
                <a:cubicBezTo>
                  <a:pt x="76" y="194"/>
                  <a:pt x="80" y="207"/>
                  <a:pt x="67" y="231"/>
                </a:cubicBezTo>
                <a:cubicBezTo>
                  <a:pt x="67" y="231"/>
                  <a:pt x="66" y="257"/>
                  <a:pt x="90" y="244"/>
                </a:cubicBezTo>
                <a:cubicBezTo>
                  <a:pt x="90" y="244"/>
                  <a:pt x="118" y="236"/>
                  <a:pt x="125" y="255"/>
                </a:cubicBezTo>
                <a:cubicBezTo>
                  <a:pt x="125" y="255"/>
                  <a:pt x="77" y="246"/>
                  <a:pt x="3" y="309"/>
                </a:cubicBezTo>
                <a:cubicBezTo>
                  <a:pt x="3" y="309"/>
                  <a:pt x="0" y="332"/>
                  <a:pt x="102" y="361"/>
                </a:cubicBezTo>
                <a:cubicBezTo>
                  <a:pt x="102" y="361"/>
                  <a:pt x="143" y="373"/>
                  <a:pt x="148" y="325"/>
                </a:cubicBezTo>
                <a:cubicBezTo>
                  <a:pt x="149" y="288"/>
                  <a:pt x="149" y="288"/>
                  <a:pt x="149" y="288"/>
                </a:cubicBezTo>
                <a:cubicBezTo>
                  <a:pt x="149" y="288"/>
                  <a:pt x="143" y="283"/>
                  <a:pt x="154" y="280"/>
                </a:cubicBezTo>
                <a:cubicBezTo>
                  <a:pt x="179" y="286"/>
                  <a:pt x="179" y="286"/>
                  <a:pt x="179" y="286"/>
                </a:cubicBezTo>
                <a:cubicBezTo>
                  <a:pt x="179" y="286"/>
                  <a:pt x="186" y="300"/>
                  <a:pt x="193" y="286"/>
                </a:cubicBezTo>
                <a:cubicBezTo>
                  <a:pt x="193" y="286"/>
                  <a:pt x="218" y="277"/>
                  <a:pt x="188" y="262"/>
                </a:cubicBezTo>
                <a:cubicBezTo>
                  <a:pt x="142" y="256"/>
                  <a:pt x="142" y="256"/>
                  <a:pt x="142" y="256"/>
                </a:cubicBezTo>
                <a:cubicBezTo>
                  <a:pt x="142" y="256"/>
                  <a:pt x="151" y="228"/>
                  <a:pt x="99" y="224"/>
                </a:cubicBezTo>
                <a:cubicBezTo>
                  <a:pt x="114" y="162"/>
                  <a:pt x="114" y="162"/>
                  <a:pt x="114" y="162"/>
                </a:cubicBezTo>
                <a:cubicBezTo>
                  <a:pt x="114" y="162"/>
                  <a:pt x="102" y="141"/>
                  <a:pt x="75" y="168"/>
                </a:cubicBezTo>
                <a:cubicBezTo>
                  <a:pt x="75" y="168"/>
                  <a:pt x="98" y="137"/>
                  <a:pt x="111" y="129"/>
                </a:cubicBezTo>
                <a:cubicBezTo>
                  <a:pt x="111" y="129"/>
                  <a:pt x="118" y="129"/>
                  <a:pt x="120" y="111"/>
                </a:cubicBezTo>
                <a:cubicBezTo>
                  <a:pt x="120" y="111"/>
                  <a:pt x="130" y="109"/>
                  <a:pt x="141" y="80"/>
                </a:cubicBezTo>
                <a:cubicBezTo>
                  <a:pt x="141" y="80"/>
                  <a:pt x="157" y="80"/>
                  <a:pt x="172" y="13"/>
                </a:cubicBezTo>
                <a:cubicBezTo>
                  <a:pt x="172" y="13"/>
                  <a:pt x="152" y="0"/>
                  <a:pt x="140" y="7"/>
                </a:cubicBezTo>
                <a:close/>
                <a:moveTo>
                  <a:pt x="129" y="314"/>
                </a:moveTo>
                <a:cubicBezTo>
                  <a:pt x="123" y="356"/>
                  <a:pt x="63" y="330"/>
                  <a:pt x="63" y="330"/>
                </a:cubicBezTo>
                <a:cubicBezTo>
                  <a:pt x="32" y="324"/>
                  <a:pt x="79" y="301"/>
                  <a:pt x="79" y="301"/>
                </a:cubicBezTo>
                <a:cubicBezTo>
                  <a:pt x="114" y="283"/>
                  <a:pt x="114" y="283"/>
                  <a:pt x="114" y="283"/>
                </a:cubicBezTo>
                <a:cubicBezTo>
                  <a:pt x="145" y="270"/>
                  <a:pt x="129" y="314"/>
                  <a:pt x="129" y="314"/>
                </a:cubicBezTo>
                <a:close/>
                <a:moveTo>
                  <a:pt x="119" y="50"/>
                </a:moveTo>
                <a:cubicBezTo>
                  <a:pt x="119" y="50"/>
                  <a:pt x="118" y="45"/>
                  <a:pt x="123" y="42"/>
                </a:cubicBezTo>
                <a:cubicBezTo>
                  <a:pt x="136" y="33"/>
                  <a:pt x="136" y="33"/>
                  <a:pt x="136" y="33"/>
                </a:cubicBezTo>
                <a:cubicBezTo>
                  <a:pt x="136" y="33"/>
                  <a:pt x="128" y="63"/>
                  <a:pt x="11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Freeform 11"/>
          <p:cNvSpPr>
            <a:spLocks noEditPoints="1"/>
          </p:cNvSpPr>
          <p:nvPr>
            <p:custDataLst>
              <p:tags r:id="rId8"/>
            </p:custDataLst>
          </p:nvPr>
        </p:nvSpPr>
        <p:spPr bwMode="auto">
          <a:xfrm>
            <a:off x="11408410" y="159385"/>
            <a:ext cx="146050" cy="259715"/>
          </a:xfrm>
          <a:custGeom>
            <a:avLst/>
            <a:gdLst>
              <a:gd name="T0" fmla="*/ 115 w 197"/>
              <a:gd name="T1" fmla="*/ 250 h 350"/>
              <a:gd name="T2" fmla="*/ 144 w 197"/>
              <a:gd name="T3" fmla="*/ 194 h 350"/>
              <a:gd name="T4" fmla="*/ 141 w 197"/>
              <a:gd name="T5" fmla="*/ 178 h 350"/>
              <a:gd name="T6" fmla="*/ 145 w 197"/>
              <a:gd name="T7" fmla="*/ 168 h 350"/>
              <a:gd name="T8" fmla="*/ 137 w 197"/>
              <a:gd name="T9" fmla="*/ 162 h 350"/>
              <a:gd name="T10" fmla="*/ 119 w 197"/>
              <a:gd name="T11" fmla="*/ 145 h 350"/>
              <a:gd name="T12" fmla="*/ 129 w 197"/>
              <a:gd name="T13" fmla="*/ 132 h 350"/>
              <a:gd name="T14" fmla="*/ 171 w 197"/>
              <a:gd name="T15" fmla="*/ 107 h 350"/>
              <a:gd name="T16" fmla="*/ 191 w 197"/>
              <a:gd name="T17" fmla="*/ 60 h 350"/>
              <a:gd name="T18" fmla="*/ 181 w 197"/>
              <a:gd name="T19" fmla="*/ 46 h 350"/>
              <a:gd name="T20" fmla="*/ 168 w 197"/>
              <a:gd name="T21" fmla="*/ 62 h 350"/>
              <a:gd name="T22" fmla="*/ 133 w 197"/>
              <a:gd name="T23" fmla="*/ 90 h 350"/>
              <a:gd name="T24" fmla="*/ 151 w 197"/>
              <a:gd name="T25" fmla="*/ 35 h 350"/>
              <a:gd name="T26" fmla="*/ 149 w 197"/>
              <a:gd name="T27" fmla="*/ 15 h 350"/>
              <a:gd name="T28" fmla="*/ 137 w 197"/>
              <a:gd name="T29" fmla="*/ 30 h 350"/>
              <a:gd name="T30" fmla="*/ 90 w 197"/>
              <a:gd name="T31" fmla="*/ 123 h 350"/>
              <a:gd name="T32" fmla="*/ 60 w 197"/>
              <a:gd name="T33" fmla="*/ 138 h 350"/>
              <a:gd name="T34" fmla="*/ 45 w 197"/>
              <a:gd name="T35" fmla="*/ 154 h 350"/>
              <a:gd name="T36" fmla="*/ 69 w 197"/>
              <a:gd name="T37" fmla="*/ 173 h 350"/>
              <a:gd name="T38" fmla="*/ 41 w 197"/>
              <a:gd name="T39" fmla="*/ 234 h 350"/>
              <a:gd name="T40" fmla="*/ 32 w 197"/>
              <a:gd name="T41" fmla="*/ 251 h 350"/>
              <a:gd name="T42" fmla="*/ 52 w 197"/>
              <a:gd name="T43" fmla="*/ 265 h 350"/>
              <a:gd name="T44" fmla="*/ 85 w 197"/>
              <a:gd name="T45" fmla="*/ 246 h 350"/>
              <a:gd name="T46" fmla="*/ 88 w 197"/>
              <a:gd name="T47" fmla="*/ 253 h 350"/>
              <a:gd name="T48" fmla="*/ 78 w 197"/>
              <a:gd name="T49" fmla="*/ 281 h 350"/>
              <a:gd name="T50" fmla="*/ 48 w 197"/>
              <a:gd name="T51" fmla="*/ 302 h 350"/>
              <a:gd name="T52" fmla="*/ 34 w 197"/>
              <a:gd name="T53" fmla="*/ 306 h 350"/>
              <a:gd name="T54" fmla="*/ 31 w 197"/>
              <a:gd name="T55" fmla="*/ 339 h 350"/>
              <a:gd name="T56" fmla="*/ 51 w 197"/>
              <a:gd name="T57" fmla="*/ 332 h 350"/>
              <a:gd name="T58" fmla="*/ 65 w 197"/>
              <a:gd name="T59" fmla="*/ 309 h 350"/>
              <a:gd name="T60" fmla="*/ 108 w 197"/>
              <a:gd name="T61" fmla="*/ 342 h 350"/>
              <a:gd name="T62" fmla="*/ 115 w 197"/>
              <a:gd name="T63" fmla="*/ 309 h 350"/>
              <a:gd name="T64" fmla="*/ 115 w 197"/>
              <a:gd name="T65" fmla="*/ 250 h 350"/>
              <a:gd name="T66" fmla="*/ 85 w 197"/>
              <a:gd name="T67" fmla="*/ 220 h 350"/>
              <a:gd name="T68" fmla="*/ 66 w 197"/>
              <a:gd name="T69" fmla="*/ 232 h 350"/>
              <a:gd name="T70" fmla="*/ 82 w 197"/>
              <a:gd name="T71" fmla="*/ 178 h 350"/>
              <a:gd name="T72" fmla="*/ 106 w 197"/>
              <a:gd name="T73" fmla="*/ 154 h 350"/>
              <a:gd name="T74" fmla="*/ 95 w 197"/>
              <a:gd name="T75" fmla="*/ 197 h 350"/>
              <a:gd name="T76" fmla="*/ 85 w 197"/>
              <a:gd name="T77" fmla="*/ 220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7" h="350">
                <a:moveTo>
                  <a:pt x="115" y="250"/>
                </a:moveTo>
                <a:cubicBezTo>
                  <a:pt x="115" y="250"/>
                  <a:pt x="109" y="233"/>
                  <a:pt x="144" y="194"/>
                </a:cubicBezTo>
                <a:cubicBezTo>
                  <a:pt x="141" y="178"/>
                  <a:pt x="141" y="178"/>
                  <a:pt x="141" y="178"/>
                </a:cubicBezTo>
                <a:cubicBezTo>
                  <a:pt x="145" y="168"/>
                  <a:pt x="145" y="168"/>
                  <a:pt x="145" y="168"/>
                </a:cubicBezTo>
                <a:cubicBezTo>
                  <a:pt x="137" y="162"/>
                  <a:pt x="137" y="162"/>
                  <a:pt x="137" y="162"/>
                </a:cubicBezTo>
                <a:cubicBezTo>
                  <a:pt x="137" y="162"/>
                  <a:pt x="136" y="145"/>
                  <a:pt x="119" y="145"/>
                </a:cubicBezTo>
                <a:cubicBezTo>
                  <a:pt x="119" y="145"/>
                  <a:pt x="110" y="143"/>
                  <a:pt x="129" y="132"/>
                </a:cubicBezTo>
                <a:cubicBezTo>
                  <a:pt x="171" y="107"/>
                  <a:pt x="171" y="107"/>
                  <a:pt x="171" y="107"/>
                </a:cubicBezTo>
                <a:cubicBezTo>
                  <a:pt x="191" y="60"/>
                  <a:pt x="191" y="60"/>
                  <a:pt x="191" y="60"/>
                </a:cubicBezTo>
                <a:cubicBezTo>
                  <a:pt x="191" y="60"/>
                  <a:pt x="197" y="52"/>
                  <a:pt x="181" y="46"/>
                </a:cubicBezTo>
                <a:cubicBezTo>
                  <a:pt x="181" y="46"/>
                  <a:pt x="179" y="56"/>
                  <a:pt x="168" y="62"/>
                </a:cubicBezTo>
                <a:cubicBezTo>
                  <a:pt x="157" y="67"/>
                  <a:pt x="141" y="81"/>
                  <a:pt x="133" y="90"/>
                </a:cubicBezTo>
                <a:cubicBezTo>
                  <a:pt x="133" y="90"/>
                  <a:pt x="150" y="45"/>
                  <a:pt x="151" y="35"/>
                </a:cubicBezTo>
                <a:cubicBezTo>
                  <a:pt x="149" y="15"/>
                  <a:pt x="149" y="15"/>
                  <a:pt x="149" y="15"/>
                </a:cubicBezTo>
                <a:cubicBezTo>
                  <a:pt x="149" y="15"/>
                  <a:pt x="138" y="0"/>
                  <a:pt x="137" y="30"/>
                </a:cubicBezTo>
                <a:cubicBezTo>
                  <a:pt x="90" y="123"/>
                  <a:pt x="90" y="123"/>
                  <a:pt x="90" y="123"/>
                </a:cubicBezTo>
                <a:cubicBezTo>
                  <a:pt x="60" y="138"/>
                  <a:pt x="60" y="138"/>
                  <a:pt x="60" y="138"/>
                </a:cubicBezTo>
                <a:cubicBezTo>
                  <a:pt x="60" y="138"/>
                  <a:pt x="32" y="132"/>
                  <a:pt x="45" y="154"/>
                </a:cubicBezTo>
                <a:cubicBezTo>
                  <a:pt x="69" y="173"/>
                  <a:pt x="69" y="173"/>
                  <a:pt x="69" y="173"/>
                </a:cubicBezTo>
                <a:cubicBezTo>
                  <a:pt x="41" y="234"/>
                  <a:pt x="41" y="234"/>
                  <a:pt x="41" y="234"/>
                </a:cubicBezTo>
                <a:cubicBezTo>
                  <a:pt x="32" y="251"/>
                  <a:pt x="32" y="251"/>
                  <a:pt x="32" y="251"/>
                </a:cubicBezTo>
                <a:cubicBezTo>
                  <a:pt x="52" y="265"/>
                  <a:pt x="52" y="265"/>
                  <a:pt x="52" y="265"/>
                </a:cubicBezTo>
                <a:cubicBezTo>
                  <a:pt x="85" y="246"/>
                  <a:pt x="85" y="246"/>
                  <a:pt x="85" y="246"/>
                </a:cubicBezTo>
                <a:cubicBezTo>
                  <a:pt x="85" y="246"/>
                  <a:pt x="89" y="246"/>
                  <a:pt x="88" y="253"/>
                </a:cubicBezTo>
                <a:cubicBezTo>
                  <a:pt x="78" y="281"/>
                  <a:pt x="78" y="281"/>
                  <a:pt x="78" y="281"/>
                </a:cubicBezTo>
                <a:cubicBezTo>
                  <a:pt x="78" y="281"/>
                  <a:pt x="56" y="303"/>
                  <a:pt x="48" y="302"/>
                </a:cubicBezTo>
                <a:cubicBezTo>
                  <a:pt x="48" y="302"/>
                  <a:pt x="45" y="302"/>
                  <a:pt x="34" y="306"/>
                </a:cubicBezTo>
                <a:cubicBezTo>
                  <a:pt x="34" y="306"/>
                  <a:pt x="0" y="323"/>
                  <a:pt x="31" y="339"/>
                </a:cubicBezTo>
                <a:cubicBezTo>
                  <a:pt x="31" y="339"/>
                  <a:pt x="41" y="350"/>
                  <a:pt x="51" y="332"/>
                </a:cubicBezTo>
                <a:cubicBezTo>
                  <a:pt x="65" y="309"/>
                  <a:pt x="65" y="309"/>
                  <a:pt x="65" y="309"/>
                </a:cubicBezTo>
                <a:cubicBezTo>
                  <a:pt x="108" y="342"/>
                  <a:pt x="108" y="342"/>
                  <a:pt x="108" y="342"/>
                </a:cubicBezTo>
                <a:cubicBezTo>
                  <a:pt x="108" y="342"/>
                  <a:pt x="117" y="330"/>
                  <a:pt x="115" y="309"/>
                </a:cubicBezTo>
                <a:lnTo>
                  <a:pt x="115" y="250"/>
                </a:lnTo>
                <a:close/>
                <a:moveTo>
                  <a:pt x="85" y="220"/>
                </a:moveTo>
                <a:cubicBezTo>
                  <a:pt x="66" y="232"/>
                  <a:pt x="66" y="232"/>
                  <a:pt x="66" y="232"/>
                </a:cubicBezTo>
                <a:cubicBezTo>
                  <a:pt x="82" y="178"/>
                  <a:pt x="82" y="178"/>
                  <a:pt x="82" y="178"/>
                </a:cubicBezTo>
                <a:cubicBezTo>
                  <a:pt x="87" y="161"/>
                  <a:pt x="106" y="154"/>
                  <a:pt x="106" y="154"/>
                </a:cubicBezTo>
                <a:cubicBezTo>
                  <a:pt x="105" y="170"/>
                  <a:pt x="95" y="197"/>
                  <a:pt x="95" y="197"/>
                </a:cubicBezTo>
                <a:cubicBezTo>
                  <a:pt x="90" y="212"/>
                  <a:pt x="85" y="220"/>
                  <a:pt x="85" y="22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3" name="Freeform 12"/>
          <p:cNvSpPr/>
          <p:nvPr>
            <p:custDataLst>
              <p:tags r:id="rId9"/>
            </p:custDataLst>
          </p:nvPr>
        </p:nvSpPr>
        <p:spPr bwMode="auto">
          <a:xfrm>
            <a:off x="11489690" y="354965"/>
            <a:ext cx="52070" cy="46355"/>
          </a:xfrm>
          <a:custGeom>
            <a:avLst/>
            <a:gdLst>
              <a:gd name="T0" fmla="*/ 51 w 70"/>
              <a:gd name="T1" fmla="*/ 9 h 62"/>
              <a:gd name="T2" fmla="*/ 22 w 70"/>
              <a:gd name="T3" fmla="*/ 0 h 62"/>
              <a:gd name="T4" fmla="*/ 18 w 70"/>
              <a:gd name="T5" fmla="*/ 12 h 62"/>
              <a:gd name="T6" fmla="*/ 37 w 70"/>
              <a:gd name="T7" fmla="*/ 39 h 62"/>
              <a:gd name="T8" fmla="*/ 57 w 70"/>
              <a:gd name="T9" fmla="*/ 44 h 62"/>
              <a:gd name="T10" fmla="*/ 64 w 70"/>
              <a:gd name="T11" fmla="*/ 30 h 62"/>
              <a:gd name="T12" fmla="*/ 51 w 70"/>
              <a:gd name="T13" fmla="*/ 9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" h="62">
                <a:moveTo>
                  <a:pt x="51" y="9"/>
                </a:moveTo>
                <a:cubicBezTo>
                  <a:pt x="22" y="0"/>
                  <a:pt x="22" y="0"/>
                  <a:pt x="22" y="0"/>
                </a:cubicBezTo>
                <a:cubicBezTo>
                  <a:pt x="22" y="0"/>
                  <a:pt x="0" y="1"/>
                  <a:pt x="18" y="12"/>
                </a:cubicBezTo>
                <a:cubicBezTo>
                  <a:pt x="18" y="12"/>
                  <a:pt x="32" y="27"/>
                  <a:pt x="37" y="39"/>
                </a:cubicBezTo>
                <a:cubicBezTo>
                  <a:pt x="37" y="39"/>
                  <a:pt x="42" y="62"/>
                  <a:pt x="57" y="44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0"/>
                  <a:pt x="70" y="17"/>
                  <a:pt x="51" y="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Freeform 13"/>
          <p:cNvSpPr/>
          <p:nvPr>
            <p:custDataLst>
              <p:tags r:id="rId10"/>
            </p:custDataLst>
          </p:nvPr>
        </p:nvSpPr>
        <p:spPr bwMode="auto">
          <a:xfrm>
            <a:off x="11202035" y="454025"/>
            <a:ext cx="28575" cy="3683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0 w 39"/>
              <a:gd name="T11" fmla="*/ 50 h 50"/>
              <a:gd name="T12" fmla="*/ 7 w 39"/>
              <a:gd name="T13" fmla="*/ 48 h 50"/>
              <a:gd name="T14" fmla="*/ 4 w 39"/>
              <a:gd name="T15" fmla="*/ 50 h 50"/>
              <a:gd name="T16" fmla="*/ 2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2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0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4" y="49"/>
                  <a:pt x="4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3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2" y="20"/>
                  <a:pt x="2" y="13"/>
                </a:cubicBezTo>
                <a:cubicBezTo>
                  <a:pt x="2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5" name="Freeform 14"/>
          <p:cNvSpPr/>
          <p:nvPr>
            <p:custDataLst>
              <p:tags r:id="rId11"/>
            </p:custDataLst>
          </p:nvPr>
        </p:nvSpPr>
        <p:spPr bwMode="auto">
          <a:xfrm>
            <a:off x="11236325" y="454660"/>
            <a:ext cx="43180" cy="35560"/>
          </a:xfrm>
          <a:custGeom>
            <a:avLst/>
            <a:gdLst>
              <a:gd name="T0" fmla="*/ 0 w 59"/>
              <a:gd name="T1" fmla="*/ 47 h 48"/>
              <a:gd name="T2" fmla="*/ 8 w 59"/>
              <a:gd name="T3" fmla="*/ 40 h 48"/>
              <a:gd name="T4" fmla="*/ 8 w 59"/>
              <a:gd name="T5" fmla="*/ 8 h 48"/>
              <a:gd name="T6" fmla="*/ 0 w 59"/>
              <a:gd name="T7" fmla="*/ 2 h 48"/>
              <a:gd name="T8" fmla="*/ 0 w 59"/>
              <a:gd name="T9" fmla="*/ 0 h 48"/>
              <a:gd name="T10" fmla="*/ 24 w 59"/>
              <a:gd name="T11" fmla="*/ 0 h 48"/>
              <a:gd name="T12" fmla="*/ 24 w 59"/>
              <a:gd name="T13" fmla="*/ 2 h 48"/>
              <a:gd name="T14" fmla="*/ 17 w 59"/>
              <a:gd name="T15" fmla="*/ 8 h 48"/>
              <a:gd name="T16" fmla="*/ 17 w 59"/>
              <a:gd name="T17" fmla="*/ 22 h 48"/>
              <a:gd name="T18" fmla="*/ 43 w 59"/>
              <a:gd name="T19" fmla="*/ 22 h 48"/>
              <a:gd name="T20" fmla="*/ 43 w 59"/>
              <a:gd name="T21" fmla="*/ 8 h 48"/>
              <a:gd name="T22" fmla="*/ 35 w 59"/>
              <a:gd name="T23" fmla="*/ 2 h 48"/>
              <a:gd name="T24" fmla="*/ 35 w 59"/>
              <a:gd name="T25" fmla="*/ 0 h 48"/>
              <a:gd name="T26" fmla="*/ 59 w 59"/>
              <a:gd name="T27" fmla="*/ 0 h 48"/>
              <a:gd name="T28" fmla="*/ 59 w 59"/>
              <a:gd name="T29" fmla="*/ 2 h 48"/>
              <a:gd name="T30" fmla="*/ 52 w 59"/>
              <a:gd name="T31" fmla="*/ 8 h 48"/>
              <a:gd name="T32" fmla="*/ 52 w 59"/>
              <a:gd name="T33" fmla="*/ 41 h 48"/>
              <a:gd name="T34" fmla="*/ 59 w 59"/>
              <a:gd name="T35" fmla="*/ 47 h 48"/>
              <a:gd name="T36" fmla="*/ 59 w 59"/>
              <a:gd name="T37" fmla="*/ 48 h 48"/>
              <a:gd name="T38" fmla="*/ 35 w 59"/>
              <a:gd name="T39" fmla="*/ 48 h 48"/>
              <a:gd name="T40" fmla="*/ 35 w 59"/>
              <a:gd name="T41" fmla="*/ 47 h 48"/>
              <a:gd name="T42" fmla="*/ 43 w 59"/>
              <a:gd name="T43" fmla="*/ 40 h 48"/>
              <a:gd name="T44" fmla="*/ 43 w 59"/>
              <a:gd name="T45" fmla="*/ 26 h 48"/>
              <a:gd name="T46" fmla="*/ 17 w 59"/>
              <a:gd name="T47" fmla="*/ 26 h 48"/>
              <a:gd name="T48" fmla="*/ 17 w 59"/>
              <a:gd name="T49" fmla="*/ 41 h 48"/>
              <a:gd name="T50" fmla="*/ 24 w 59"/>
              <a:gd name="T51" fmla="*/ 47 h 48"/>
              <a:gd name="T52" fmla="*/ 24 w 59"/>
              <a:gd name="T53" fmla="*/ 48 h 48"/>
              <a:gd name="T54" fmla="*/ 0 w 59"/>
              <a:gd name="T55" fmla="*/ 48 h 48"/>
              <a:gd name="T56" fmla="*/ 0 w 59"/>
              <a:gd name="T5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9" h="48">
                <a:moveTo>
                  <a:pt x="0" y="47"/>
                </a:moveTo>
                <a:cubicBezTo>
                  <a:pt x="7" y="47"/>
                  <a:pt x="8" y="45"/>
                  <a:pt x="8" y="40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22"/>
                  <a:pt x="17" y="22"/>
                  <a:pt x="17" y="22"/>
                </a:cubicBezTo>
                <a:cubicBezTo>
                  <a:pt x="43" y="22"/>
                  <a:pt x="43" y="22"/>
                  <a:pt x="43" y="22"/>
                </a:cubicBezTo>
                <a:cubicBezTo>
                  <a:pt x="43" y="8"/>
                  <a:pt x="43" y="8"/>
                  <a:pt x="43" y="8"/>
                </a:cubicBezTo>
                <a:cubicBezTo>
                  <a:pt x="43" y="3"/>
                  <a:pt x="42" y="2"/>
                  <a:pt x="35" y="2"/>
                </a:cubicBezTo>
                <a:cubicBezTo>
                  <a:pt x="35" y="0"/>
                  <a:pt x="35" y="0"/>
                  <a:pt x="35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2"/>
                  <a:pt x="59" y="2"/>
                  <a:pt x="59" y="2"/>
                </a:cubicBezTo>
                <a:cubicBezTo>
                  <a:pt x="53" y="2"/>
                  <a:pt x="52" y="3"/>
                  <a:pt x="52" y="8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5"/>
                  <a:pt x="53" y="47"/>
                  <a:pt x="59" y="47"/>
                </a:cubicBezTo>
                <a:cubicBezTo>
                  <a:pt x="59" y="48"/>
                  <a:pt x="59" y="48"/>
                  <a:pt x="59" y="48"/>
                </a:cubicBezTo>
                <a:cubicBezTo>
                  <a:pt x="35" y="48"/>
                  <a:pt x="35" y="48"/>
                  <a:pt x="35" y="48"/>
                </a:cubicBezTo>
                <a:cubicBezTo>
                  <a:pt x="35" y="47"/>
                  <a:pt x="35" y="47"/>
                  <a:pt x="35" y="47"/>
                </a:cubicBezTo>
                <a:cubicBezTo>
                  <a:pt x="43" y="47"/>
                  <a:pt x="43" y="45"/>
                  <a:pt x="43" y="40"/>
                </a:cubicBezTo>
                <a:cubicBezTo>
                  <a:pt x="43" y="26"/>
                  <a:pt x="43" y="26"/>
                  <a:pt x="43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41"/>
                  <a:pt x="17" y="41"/>
                  <a:pt x="17" y="41"/>
                </a:cubicBezTo>
                <a:cubicBezTo>
                  <a:pt x="17" y="45"/>
                  <a:pt x="17" y="47"/>
                  <a:pt x="24" y="47"/>
                </a:cubicBezTo>
                <a:cubicBezTo>
                  <a:pt x="24" y="48"/>
                  <a:pt x="24" y="48"/>
                  <a:pt x="24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Freeform 15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11282045" y="454660"/>
            <a:ext cx="45085" cy="35560"/>
          </a:xfrm>
          <a:custGeom>
            <a:avLst/>
            <a:gdLst>
              <a:gd name="T0" fmla="*/ 18 w 61"/>
              <a:gd name="T1" fmla="*/ 30 h 48"/>
              <a:gd name="T2" fmla="*/ 28 w 61"/>
              <a:gd name="T3" fmla="*/ 10 h 48"/>
              <a:gd name="T4" fmla="*/ 38 w 61"/>
              <a:gd name="T5" fmla="*/ 30 h 48"/>
              <a:gd name="T6" fmla="*/ 18 w 61"/>
              <a:gd name="T7" fmla="*/ 30 h 48"/>
              <a:gd name="T8" fmla="*/ 61 w 61"/>
              <a:gd name="T9" fmla="*/ 47 h 48"/>
              <a:gd name="T10" fmla="*/ 53 w 61"/>
              <a:gd name="T11" fmla="*/ 41 h 48"/>
              <a:gd name="T12" fmla="*/ 31 w 61"/>
              <a:gd name="T13" fmla="*/ 0 h 48"/>
              <a:gd name="T14" fmla="*/ 29 w 61"/>
              <a:gd name="T15" fmla="*/ 0 h 48"/>
              <a:gd name="T16" fmla="*/ 11 w 61"/>
              <a:gd name="T17" fmla="*/ 35 h 48"/>
              <a:gd name="T18" fmla="*/ 5 w 61"/>
              <a:gd name="T19" fmla="*/ 45 h 48"/>
              <a:gd name="T20" fmla="*/ 0 w 61"/>
              <a:gd name="T21" fmla="*/ 47 h 48"/>
              <a:gd name="T22" fmla="*/ 0 w 61"/>
              <a:gd name="T23" fmla="*/ 48 h 48"/>
              <a:gd name="T24" fmla="*/ 18 w 61"/>
              <a:gd name="T25" fmla="*/ 48 h 48"/>
              <a:gd name="T26" fmla="*/ 18 w 61"/>
              <a:gd name="T27" fmla="*/ 47 h 48"/>
              <a:gd name="T28" fmla="*/ 12 w 61"/>
              <a:gd name="T29" fmla="*/ 44 h 48"/>
              <a:gd name="T30" fmla="*/ 12 w 61"/>
              <a:gd name="T31" fmla="*/ 41 h 48"/>
              <a:gd name="T32" fmla="*/ 16 w 61"/>
              <a:gd name="T33" fmla="*/ 33 h 48"/>
              <a:gd name="T34" fmla="*/ 39 w 61"/>
              <a:gd name="T35" fmla="*/ 33 h 48"/>
              <a:gd name="T36" fmla="*/ 43 w 61"/>
              <a:gd name="T37" fmla="*/ 40 h 48"/>
              <a:gd name="T38" fmla="*/ 44 w 61"/>
              <a:gd name="T39" fmla="*/ 44 h 48"/>
              <a:gd name="T40" fmla="*/ 38 w 61"/>
              <a:gd name="T41" fmla="*/ 47 h 48"/>
              <a:gd name="T42" fmla="*/ 38 w 61"/>
              <a:gd name="T43" fmla="*/ 48 h 48"/>
              <a:gd name="T44" fmla="*/ 61 w 61"/>
              <a:gd name="T45" fmla="*/ 48 h 48"/>
              <a:gd name="T46" fmla="*/ 61 w 61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1" h="48">
                <a:moveTo>
                  <a:pt x="18" y="30"/>
                </a:moveTo>
                <a:cubicBezTo>
                  <a:pt x="28" y="10"/>
                  <a:pt x="28" y="10"/>
                  <a:pt x="28" y="10"/>
                </a:cubicBezTo>
                <a:cubicBezTo>
                  <a:pt x="38" y="30"/>
                  <a:pt x="38" y="30"/>
                  <a:pt x="38" y="30"/>
                </a:cubicBezTo>
                <a:lnTo>
                  <a:pt x="18" y="30"/>
                </a:lnTo>
                <a:close/>
                <a:moveTo>
                  <a:pt x="61" y="47"/>
                </a:moveTo>
                <a:cubicBezTo>
                  <a:pt x="57" y="47"/>
                  <a:pt x="55" y="46"/>
                  <a:pt x="53" y="41"/>
                </a:cubicBezTo>
                <a:cubicBezTo>
                  <a:pt x="31" y="0"/>
                  <a:pt x="31" y="0"/>
                  <a:pt x="31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11" y="35"/>
                  <a:pt x="11" y="35"/>
                  <a:pt x="11" y="35"/>
                </a:cubicBezTo>
                <a:cubicBezTo>
                  <a:pt x="10" y="38"/>
                  <a:pt x="7" y="44"/>
                  <a:pt x="5" y="45"/>
                </a:cubicBezTo>
                <a:cubicBezTo>
                  <a:pt x="3" y="47"/>
                  <a:pt x="2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18" y="48"/>
                  <a:pt x="18" y="48"/>
                  <a:pt x="18" y="48"/>
                </a:cubicBezTo>
                <a:cubicBezTo>
                  <a:pt x="18" y="47"/>
                  <a:pt x="18" y="47"/>
                  <a:pt x="18" y="47"/>
                </a:cubicBezTo>
                <a:cubicBezTo>
                  <a:pt x="16" y="47"/>
                  <a:pt x="12" y="47"/>
                  <a:pt x="12" y="44"/>
                </a:cubicBezTo>
                <a:cubicBezTo>
                  <a:pt x="12" y="43"/>
                  <a:pt x="12" y="42"/>
                  <a:pt x="12" y="41"/>
                </a:cubicBezTo>
                <a:cubicBezTo>
                  <a:pt x="16" y="33"/>
                  <a:pt x="16" y="33"/>
                  <a:pt x="16" y="33"/>
                </a:cubicBezTo>
                <a:cubicBezTo>
                  <a:pt x="39" y="33"/>
                  <a:pt x="39" y="33"/>
                  <a:pt x="39" y="33"/>
                </a:cubicBezTo>
                <a:cubicBezTo>
                  <a:pt x="43" y="40"/>
                  <a:pt x="43" y="40"/>
                  <a:pt x="43" y="40"/>
                </a:cubicBezTo>
                <a:cubicBezTo>
                  <a:pt x="43" y="41"/>
                  <a:pt x="44" y="43"/>
                  <a:pt x="44" y="44"/>
                </a:cubicBezTo>
                <a:cubicBezTo>
                  <a:pt x="44" y="47"/>
                  <a:pt x="42" y="47"/>
                  <a:pt x="38" y="47"/>
                </a:cubicBezTo>
                <a:cubicBezTo>
                  <a:pt x="38" y="48"/>
                  <a:pt x="38" y="48"/>
                  <a:pt x="38" y="48"/>
                </a:cubicBezTo>
                <a:cubicBezTo>
                  <a:pt x="61" y="48"/>
                  <a:pt x="61" y="48"/>
                  <a:pt x="61" y="48"/>
                </a:cubicBezTo>
                <a:lnTo>
                  <a:pt x="61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Freeform 16"/>
          <p:cNvSpPr/>
          <p:nvPr>
            <p:custDataLst>
              <p:tags r:id="rId13"/>
            </p:custDataLst>
          </p:nvPr>
        </p:nvSpPr>
        <p:spPr bwMode="auto">
          <a:xfrm>
            <a:off x="11328400" y="454660"/>
            <a:ext cx="44450" cy="3619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Freeform 17"/>
          <p:cNvSpPr>
            <a:spLocks noEditPoints="1"/>
          </p:cNvSpPr>
          <p:nvPr>
            <p:custDataLst>
              <p:tags r:id="rId14"/>
            </p:custDataLst>
          </p:nvPr>
        </p:nvSpPr>
        <p:spPr bwMode="auto">
          <a:xfrm>
            <a:off x="11375390" y="454660"/>
            <a:ext cx="43180" cy="35560"/>
          </a:xfrm>
          <a:custGeom>
            <a:avLst/>
            <a:gdLst>
              <a:gd name="T0" fmla="*/ 17 w 58"/>
              <a:gd name="T1" fmla="*/ 6 h 48"/>
              <a:gd name="T2" fmla="*/ 21 w 58"/>
              <a:gd name="T3" fmla="*/ 3 h 48"/>
              <a:gd name="T4" fmla="*/ 41 w 58"/>
              <a:gd name="T5" fmla="*/ 8 h 48"/>
              <a:gd name="T6" fmla="*/ 49 w 58"/>
              <a:gd name="T7" fmla="*/ 25 h 48"/>
              <a:gd name="T8" fmla="*/ 22 w 58"/>
              <a:gd name="T9" fmla="*/ 46 h 48"/>
              <a:gd name="T10" fmla="*/ 17 w 58"/>
              <a:gd name="T11" fmla="*/ 43 h 48"/>
              <a:gd name="T12" fmla="*/ 17 w 58"/>
              <a:gd name="T13" fmla="*/ 6 h 48"/>
              <a:gd name="T14" fmla="*/ 0 w 58"/>
              <a:gd name="T15" fmla="*/ 48 h 48"/>
              <a:gd name="T16" fmla="*/ 25 w 58"/>
              <a:gd name="T17" fmla="*/ 48 h 48"/>
              <a:gd name="T18" fmla="*/ 58 w 58"/>
              <a:gd name="T19" fmla="*/ 25 h 48"/>
              <a:gd name="T20" fmla="*/ 23 w 58"/>
              <a:gd name="T21" fmla="*/ 0 h 48"/>
              <a:gd name="T22" fmla="*/ 0 w 58"/>
              <a:gd name="T23" fmla="*/ 0 h 48"/>
              <a:gd name="T24" fmla="*/ 0 w 58"/>
              <a:gd name="T25" fmla="*/ 2 h 48"/>
              <a:gd name="T26" fmla="*/ 8 w 58"/>
              <a:gd name="T27" fmla="*/ 8 h 48"/>
              <a:gd name="T28" fmla="*/ 8 w 58"/>
              <a:gd name="T29" fmla="*/ 41 h 48"/>
              <a:gd name="T30" fmla="*/ 0 w 58"/>
              <a:gd name="T31" fmla="*/ 47 h 48"/>
              <a:gd name="T32" fmla="*/ 0 w 58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8" h="48">
                <a:moveTo>
                  <a:pt x="17" y="6"/>
                </a:moveTo>
                <a:cubicBezTo>
                  <a:pt x="17" y="5"/>
                  <a:pt x="17" y="3"/>
                  <a:pt x="21" y="3"/>
                </a:cubicBezTo>
                <a:cubicBezTo>
                  <a:pt x="32" y="3"/>
                  <a:pt x="36" y="5"/>
                  <a:pt x="41" y="8"/>
                </a:cubicBezTo>
                <a:cubicBezTo>
                  <a:pt x="47" y="13"/>
                  <a:pt x="49" y="19"/>
                  <a:pt x="49" y="25"/>
                </a:cubicBezTo>
                <a:cubicBezTo>
                  <a:pt x="49" y="46"/>
                  <a:pt x="27" y="46"/>
                  <a:pt x="22" y="46"/>
                </a:cubicBezTo>
                <a:cubicBezTo>
                  <a:pt x="18" y="46"/>
                  <a:pt x="17" y="45"/>
                  <a:pt x="17" y="43"/>
                </a:cubicBezTo>
                <a:lnTo>
                  <a:pt x="17" y="6"/>
                </a:lnTo>
                <a:close/>
                <a:moveTo>
                  <a:pt x="0" y="48"/>
                </a:moveTo>
                <a:cubicBezTo>
                  <a:pt x="25" y="48"/>
                  <a:pt x="25" y="48"/>
                  <a:pt x="25" y="48"/>
                </a:cubicBezTo>
                <a:cubicBezTo>
                  <a:pt x="51" y="48"/>
                  <a:pt x="58" y="34"/>
                  <a:pt x="58" y="25"/>
                </a:cubicBezTo>
                <a:cubicBezTo>
                  <a:pt x="58" y="8"/>
                  <a:pt x="44" y="0"/>
                  <a:pt x="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7" y="2"/>
                  <a:pt x="8" y="3"/>
                  <a:pt x="8" y="8"/>
                </a:cubicBezTo>
                <a:cubicBezTo>
                  <a:pt x="8" y="41"/>
                  <a:pt x="8" y="41"/>
                  <a:pt x="8" y="41"/>
                </a:cubicBezTo>
                <a:cubicBezTo>
                  <a:pt x="8" y="46"/>
                  <a:pt x="7" y="47"/>
                  <a:pt x="0" y="47"/>
                </a:cubicBezTo>
                <a:lnTo>
                  <a:pt x="0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Freeform 18"/>
          <p:cNvSpPr>
            <a:spLocks noEditPoints="1"/>
          </p:cNvSpPr>
          <p:nvPr>
            <p:custDataLst>
              <p:tags r:id="rId15"/>
            </p:custDataLst>
          </p:nvPr>
        </p:nvSpPr>
        <p:spPr bwMode="auto">
          <a:xfrm>
            <a:off x="11422380" y="454025"/>
            <a:ext cx="41910" cy="36830"/>
          </a:xfrm>
          <a:custGeom>
            <a:avLst/>
            <a:gdLst>
              <a:gd name="T0" fmla="*/ 29 w 57"/>
              <a:gd name="T1" fmla="*/ 48 h 50"/>
              <a:gd name="T2" fmla="*/ 10 w 57"/>
              <a:gd name="T3" fmla="*/ 25 h 50"/>
              <a:gd name="T4" fmla="*/ 29 w 57"/>
              <a:gd name="T5" fmla="*/ 3 h 50"/>
              <a:gd name="T6" fmla="*/ 47 w 57"/>
              <a:gd name="T7" fmla="*/ 25 h 50"/>
              <a:gd name="T8" fmla="*/ 29 w 57"/>
              <a:gd name="T9" fmla="*/ 48 h 50"/>
              <a:gd name="T10" fmla="*/ 29 w 57"/>
              <a:gd name="T11" fmla="*/ 50 h 50"/>
              <a:gd name="T12" fmla="*/ 57 w 57"/>
              <a:gd name="T13" fmla="*/ 26 h 50"/>
              <a:gd name="T14" fmla="*/ 29 w 57"/>
              <a:gd name="T15" fmla="*/ 0 h 50"/>
              <a:gd name="T16" fmla="*/ 0 w 57"/>
              <a:gd name="T17" fmla="*/ 26 h 50"/>
              <a:gd name="T18" fmla="*/ 29 w 57"/>
              <a:gd name="T19" fmla="*/ 5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" h="50">
                <a:moveTo>
                  <a:pt x="29" y="48"/>
                </a:moveTo>
                <a:cubicBezTo>
                  <a:pt x="19" y="48"/>
                  <a:pt x="10" y="41"/>
                  <a:pt x="10" y="25"/>
                </a:cubicBezTo>
                <a:cubicBezTo>
                  <a:pt x="10" y="9"/>
                  <a:pt x="20" y="3"/>
                  <a:pt x="29" y="3"/>
                </a:cubicBezTo>
                <a:cubicBezTo>
                  <a:pt x="38" y="3"/>
                  <a:pt x="47" y="9"/>
                  <a:pt x="47" y="25"/>
                </a:cubicBezTo>
                <a:cubicBezTo>
                  <a:pt x="47" y="41"/>
                  <a:pt x="38" y="48"/>
                  <a:pt x="29" y="48"/>
                </a:cubicBezTo>
                <a:close/>
                <a:moveTo>
                  <a:pt x="29" y="50"/>
                </a:moveTo>
                <a:cubicBezTo>
                  <a:pt x="44" y="50"/>
                  <a:pt x="57" y="41"/>
                  <a:pt x="57" y="26"/>
                </a:cubicBezTo>
                <a:cubicBezTo>
                  <a:pt x="57" y="9"/>
                  <a:pt x="43" y="0"/>
                  <a:pt x="29" y="0"/>
                </a:cubicBezTo>
                <a:cubicBezTo>
                  <a:pt x="14" y="0"/>
                  <a:pt x="0" y="9"/>
                  <a:pt x="0" y="26"/>
                </a:cubicBezTo>
                <a:cubicBezTo>
                  <a:pt x="0" y="41"/>
                  <a:pt x="13" y="50"/>
                  <a:pt x="2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Freeform 19"/>
          <p:cNvSpPr/>
          <p:nvPr>
            <p:custDataLst>
              <p:tags r:id="rId16"/>
            </p:custDataLst>
          </p:nvPr>
        </p:nvSpPr>
        <p:spPr bwMode="auto">
          <a:xfrm>
            <a:off x="11467465" y="454660"/>
            <a:ext cx="44450" cy="3619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3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1 w 60"/>
              <a:gd name="T15" fmla="*/ 47 h 49"/>
              <a:gd name="T16" fmla="*/ 21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9 w 60"/>
              <a:gd name="T23" fmla="*/ 38 h 49"/>
              <a:gd name="T24" fmla="*/ 9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1" y="47"/>
                </a:cubicBezTo>
                <a:cubicBezTo>
                  <a:pt x="21" y="48"/>
                  <a:pt x="21" y="48"/>
                  <a:pt x="21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9" y="46"/>
                  <a:pt x="9" y="38"/>
                </a:cubicBezTo>
                <a:cubicBezTo>
                  <a:pt x="9" y="6"/>
                  <a:pt x="9" y="6"/>
                  <a:pt x="9" y="6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Freeform 20"/>
          <p:cNvSpPr/>
          <p:nvPr>
            <p:custDataLst>
              <p:tags r:id="rId17"/>
            </p:custDataLst>
          </p:nvPr>
        </p:nvSpPr>
        <p:spPr bwMode="auto">
          <a:xfrm>
            <a:off x="11515725" y="454025"/>
            <a:ext cx="43180" cy="36830"/>
          </a:xfrm>
          <a:custGeom>
            <a:avLst/>
            <a:gdLst>
              <a:gd name="T0" fmla="*/ 58 w 58"/>
              <a:gd name="T1" fmla="*/ 25 h 50"/>
              <a:gd name="T2" fmla="*/ 52 w 58"/>
              <a:gd name="T3" fmla="*/ 31 h 50"/>
              <a:gd name="T4" fmla="*/ 52 w 58"/>
              <a:gd name="T5" fmla="*/ 45 h 50"/>
              <a:gd name="T6" fmla="*/ 31 w 58"/>
              <a:gd name="T7" fmla="*/ 50 h 50"/>
              <a:gd name="T8" fmla="*/ 7 w 58"/>
              <a:gd name="T9" fmla="*/ 43 h 50"/>
              <a:gd name="T10" fmla="*/ 0 w 58"/>
              <a:gd name="T11" fmla="*/ 25 h 50"/>
              <a:gd name="T12" fmla="*/ 29 w 58"/>
              <a:gd name="T13" fmla="*/ 0 h 50"/>
              <a:gd name="T14" fmla="*/ 45 w 58"/>
              <a:gd name="T15" fmla="*/ 3 h 50"/>
              <a:gd name="T16" fmla="*/ 49 w 58"/>
              <a:gd name="T17" fmla="*/ 0 h 50"/>
              <a:gd name="T18" fmla="*/ 51 w 58"/>
              <a:gd name="T19" fmla="*/ 0 h 50"/>
              <a:gd name="T20" fmla="*/ 52 w 58"/>
              <a:gd name="T21" fmla="*/ 16 h 50"/>
              <a:gd name="T22" fmla="*/ 50 w 58"/>
              <a:gd name="T23" fmla="*/ 16 h 50"/>
              <a:gd name="T24" fmla="*/ 31 w 58"/>
              <a:gd name="T25" fmla="*/ 3 h 50"/>
              <a:gd name="T26" fmla="*/ 9 w 58"/>
              <a:gd name="T27" fmla="*/ 26 h 50"/>
              <a:gd name="T28" fmla="*/ 32 w 58"/>
              <a:gd name="T29" fmla="*/ 48 h 50"/>
              <a:gd name="T30" fmla="*/ 44 w 58"/>
              <a:gd name="T31" fmla="*/ 43 h 50"/>
              <a:gd name="T32" fmla="*/ 44 w 58"/>
              <a:gd name="T33" fmla="*/ 32 h 50"/>
              <a:gd name="T34" fmla="*/ 36 w 58"/>
              <a:gd name="T35" fmla="*/ 25 h 50"/>
              <a:gd name="T36" fmla="*/ 36 w 58"/>
              <a:gd name="T37" fmla="*/ 24 h 50"/>
              <a:gd name="T38" fmla="*/ 58 w 58"/>
              <a:gd name="T39" fmla="*/ 24 h 50"/>
              <a:gd name="T40" fmla="*/ 58 w 58"/>
              <a:gd name="T41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8" h="50">
                <a:moveTo>
                  <a:pt x="58" y="25"/>
                </a:moveTo>
                <a:cubicBezTo>
                  <a:pt x="55" y="25"/>
                  <a:pt x="52" y="26"/>
                  <a:pt x="52" y="31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6"/>
                  <a:pt x="41" y="50"/>
                  <a:pt x="31" y="50"/>
                </a:cubicBezTo>
                <a:cubicBezTo>
                  <a:pt x="23" y="50"/>
                  <a:pt x="13" y="48"/>
                  <a:pt x="7" y="43"/>
                </a:cubicBezTo>
                <a:cubicBezTo>
                  <a:pt x="2" y="38"/>
                  <a:pt x="0" y="34"/>
                  <a:pt x="0" y="25"/>
                </a:cubicBezTo>
                <a:cubicBezTo>
                  <a:pt x="0" y="13"/>
                  <a:pt x="11" y="0"/>
                  <a:pt x="29" y="0"/>
                </a:cubicBezTo>
                <a:cubicBezTo>
                  <a:pt x="38" y="0"/>
                  <a:pt x="42" y="3"/>
                  <a:pt x="45" y="3"/>
                </a:cubicBezTo>
                <a:cubicBezTo>
                  <a:pt x="46" y="3"/>
                  <a:pt x="48" y="2"/>
                  <a:pt x="49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16"/>
                  <a:pt x="52" y="16"/>
                  <a:pt x="52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47" y="11"/>
                  <a:pt x="43" y="3"/>
                  <a:pt x="31" y="3"/>
                </a:cubicBezTo>
                <a:cubicBezTo>
                  <a:pt x="22" y="3"/>
                  <a:pt x="9" y="8"/>
                  <a:pt x="9" y="26"/>
                </a:cubicBezTo>
                <a:cubicBezTo>
                  <a:pt x="9" y="39"/>
                  <a:pt x="19" y="48"/>
                  <a:pt x="32" y="48"/>
                </a:cubicBezTo>
                <a:cubicBezTo>
                  <a:pt x="38" y="48"/>
                  <a:pt x="44" y="46"/>
                  <a:pt x="44" y="43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26"/>
                  <a:pt x="42" y="25"/>
                  <a:pt x="36" y="25"/>
                </a:cubicBezTo>
                <a:cubicBezTo>
                  <a:pt x="36" y="24"/>
                  <a:pt x="36" y="24"/>
                  <a:pt x="36" y="24"/>
                </a:cubicBezTo>
                <a:cubicBezTo>
                  <a:pt x="58" y="24"/>
                  <a:pt x="58" y="24"/>
                  <a:pt x="58" y="24"/>
                </a:cubicBezTo>
                <a:lnTo>
                  <a:pt x="58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Freeform 21"/>
          <p:cNvSpPr/>
          <p:nvPr>
            <p:custDataLst>
              <p:tags r:id="rId18"/>
            </p:custDataLst>
          </p:nvPr>
        </p:nvSpPr>
        <p:spPr bwMode="auto">
          <a:xfrm>
            <a:off x="11576685" y="454660"/>
            <a:ext cx="44450" cy="3619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30 h 49"/>
              <a:gd name="T6" fmla="*/ 30 w 60"/>
              <a:gd name="T7" fmla="*/ 49 h 49"/>
              <a:gd name="T8" fmla="*/ 8 w 60"/>
              <a:gd name="T9" fmla="*/ 31 h 49"/>
              <a:gd name="T10" fmla="*/ 8 w 60"/>
              <a:gd name="T11" fmla="*/ 8 h 49"/>
              <a:gd name="T12" fmla="*/ 0 w 60"/>
              <a:gd name="T13" fmla="*/ 2 h 49"/>
              <a:gd name="T14" fmla="*/ 0 w 60"/>
              <a:gd name="T15" fmla="*/ 0 h 49"/>
              <a:gd name="T16" fmla="*/ 25 w 60"/>
              <a:gd name="T17" fmla="*/ 0 h 49"/>
              <a:gd name="T18" fmla="*/ 25 w 60"/>
              <a:gd name="T19" fmla="*/ 2 h 49"/>
              <a:gd name="T20" fmla="*/ 17 w 60"/>
              <a:gd name="T21" fmla="*/ 8 h 49"/>
              <a:gd name="T22" fmla="*/ 17 w 60"/>
              <a:gd name="T23" fmla="*/ 32 h 49"/>
              <a:gd name="T24" fmla="*/ 32 w 60"/>
              <a:gd name="T25" fmla="*/ 46 h 49"/>
              <a:gd name="T26" fmla="*/ 46 w 60"/>
              <a:gd name="T27" fmla="*/ 41 h 49"/>
              <a:gd name="T28" fmla="*/ 48 w 60"/>
              <a:gd name="T29" fmla="*/ 31 h 49"/>
              <a:gd name="T30" fmla="*/ 48 w 60"/>
              <a:gd name="T31" fmla="*/ 11 h 49"/>
              <a:gd name="T32" fmla="*/ 40 w 60"/>
              <a:gd name="T33" fmla="*/ 2 h 49"/>
              <a:gd name="T34" fmla="*/ 40 w 60"/>
              <a:gd name="T35" fmla="*/ 0 h 49"/>
              <a:gd name="T36" fmla="*/ 60 w 60"/>
              <a:gd name="T37" fmla="*/ 0 h 49"/>
              <a:gd name="T38" fmla="*/ 60 w 60"/>
              <a:gd name="T39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4" y="2"/>
                  <a:pt x="52" y="4"/>
                  <a:pt x="52" y="11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6"/>
                  <a:pt x="52" y="49"/>
                  <a:pt x="30" y="49"/>
                </a:cubicBezTo>
                <a:cubicBezTo>
                  <a:pt x="8" y="49"/>
                  <a:pt x="8" y="35"/>
                  <a:pt x="8" y="3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2"/>
                  <a:pt x="25" y="2"/>
                  <a:pt x="25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32"/>
                  <a:pt x="17" y="32"/>
                  <a:pt x="17" y="32"/>
                </a:cubicBezTo>
                <a:cubicBezTo>
                  <a:pt x="17" y="36"/>
                  <a:pt x="17" y="46"/>
                  <a:pt x="32" y="46"/>
                </a:cubicBezTo>
                <a:cubicBezTo>
                  <a:pt x="39" y="46"/>
                  <a:pt x="44" y="44"/>
                  <a:pt x="46" y="41"/>
                </a:cubicBezTo>
                <a:cubicBezTo>
                  <a:pt x="48" y="39"/>
                  <a:pt x="48" y="37"/>
                  <a:pt x="48" y="3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Freeform 22"/>
          <p:cNvSpPr/>
          <p:nvPr>
            <p:custDataLst>
              <p:tags r:id="rId19"/>
            </p:custDataLst>
          </p:nvPr>
        </p:nvSpPr>
        <p:spPr bwMode="auto">
          <a:xfrm>
            <a:off x="11623040" y="454660"/>
            <a:ext cx="44450" cy="3619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Freeform 23"/>
          <p:cNvSpPr/>
          <p:nvPr>
            <p:custDataLst>
              <p:tags r:id="rId20"/>
            </p:custDataLst>
          </p:nvPr>
        </p:nvSpPr>
        <p:spPr bwMode="auto">
          <a:xfrm>
            <a:off x="11669395" y="454660"/>
            <a:ext cx="19685" cy="3556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24"/>
          <p:cNvSpPr/>
          <p:nvPr>
            <p:custDataLst>
              <p:tags r:id="rId21"/>
            </p:custDataLst>
          </p:nvPr>
        </p:nvSpPr>
        <p:spPr bwMode="auto">
          <a:xfrm>
            <a:off x="11690985" y="454660"/>
            <a:ext cx="43180" cy="36195"/>
          </a:xfrm>
          <a:custGeom>
            <a:avLst/>
            <a:gdLst>
              <a:gd name="T0" fmla="*/ 59 w 59"/>
              <a:gd name="T1" fmla="*/ 2 h 49"/>
              <a:gd name="T2" fmla="*/ 51 w 59"/>
              <a:gd name="T3" fmla="*/ 9 h 49"/>
              <a:gd name="T4" fmla="*/ 32 w 59"/>
              <a:gd name="T5" fmla="*/ 49 h 49"/>
              <a:gd name="T6" fmla="*/ 31 w 59"/>
              <a:gd name="T7" fmla="*/ 49 h 49"/>
              <a:gd name="T8" fmla="*/ 9 w 59"/>
              <a:gd name="T9" fmla="*/ 9 h 49"/>
              <a:gd name="T10" fmla="*/ 0 w 59"/>
              <a:gd name="T11" fmla="*/ 2 h 49"/>
              <a:gd name="T12" fmla="*/ 0 w 59"/>
              <a:gd name="T13" fmla="*/ 0 h 49"/>
              <a:gd name="T14" fmla="*/ 23 w 59"/>
              <a:gd name="T15" fmla="*/ 0 h 49"/>
              <a:gd name="T16" fmla="*/ 23 w 59"/>
              <a:gd name="T17" fmla="*/ 2 h 49"/>
              <a:gd name="T18" fmla="*/ 17 w 59"/>
              <a:gd name="T19" fmla="*/ 5 h 49"/>
              <a:gd name="T20" fmla="*/ 20 w 59"/>
              <a:gd name="T21" fmla="*/ 12 h 49"/>
              <a:gd name="T22" fmla="*/ 33 w 59"/>
              <a:gd name="T23" fmla="*/ 37 h 49"/>
              <a:gd name="T24" fmla="*/ 46 w 59"/>
              <a:gd name="T25" fmla="*/ 10 h 49"/>
              <a:gd name="T26" fmla="*/ 48 w 59"/>
              <a:gd name="T27" fmla="*/ 5 h 49"/>
              <a:gd name="T28" fmla="*/ 41 w 59"/>
              <a:gd name="T29" fmla="*/ 2 h 49"/>
              <a:gd name="T30" fmla="*/ 41 w 59"/>
              <a:gd name="T31" fmla="*/ 0 h 49"/>
              <a:gd name="T32" fmla="*/ 59 w 59"/>
              <a:gd name="T33" fmla="*/ 0 h 49"/>
              <a:gd name="T34" fmla="*/ 59 w 59"/>
              <a:gd name="T3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" h="49">
                <a:moveTo>
                  <a:pt x="59" y="2"/>
                </a:moveTo>
                <a:cubicBezTo>
                  <a:pt x="55" y="2"/>
                  <a:pt x="54" y="3"/>
                  <a:pt x="51" y="9"/>
                </a:cubicBezTo>
                <a:cubicBezTo>
                  <a:pt x="32" y="49"/>
                  <a:pt x="32" y="49"/>
                  <a:pt x="32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9" y="9"/>
                  <a:pt x="9" y="9"/>
                  <a:pt x="9" y="9"/>
                </a:cubicBezTo>
                <a:cubicBezTo>
                  <a:pt x="6" y="3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2"/>
                  <a:pt x="23" y="2"/>
                  <a:pt x="23" y="2"/>
                </a:cubicBezTo>
                <a:cubicBezTo>
                  <a:pt x="18" y="2"/>
                  <a:pt x="17" y="2"/>
                  <a:pt x="17" y="5"/>
                </a:cubicBezTo>
                <a:cubicBezTo>
                  <a:pt x="17" y="6"/>
                  <a:pt x="18" y="9"/>
                  <a:pt x="20" y="12"/>
                </a:cubicBezTo>
                <a:cubicBezTo>
                  <a:pt x="33" y="37"/>
                  <a:pt x="33" y="37"/>
                  <a:pt x="33" y="37"/>
                </a:cubicBezTo>
                <a:cubicBezTo>
                  <a:pt x="46" y="10"/>
                  <a:pt x="46" y="10"/>
                  <a:pt x="46" y="10"/>
                </a:cubicBezTo>
                <a:cubicBezTo>
                  <a:pt x="46" y="10"/>
                  <a:pt x="48" y="7"/>
                  <a:pt x="48" y="5"/>
                </a:cubicBezTo>
                <a:cubicBezTo>
                  <a:pt x="48" y="2"/>
                  <a:pt x="45" y="2"/>
                  <a:pt x="41" y="2"/>
                </a:cubicBezTo>
                <a:cubicBezTo>
                  <a:pt x="41" y="0"/>
                  <a:pt x="41" y="0"/>
                  <a:pt x="41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Freeform 25"/>
          <p:cNvSpPr/>
          <p:nvPr>
            <p:custDataLst>
              <p:tags r:id="rId22"/>
            </p:custDataLst>
          </p:nvPr>
        </p:nvSpPr>
        <p:spPr bwMode="auto">
          <a:xfrm>
            <a:off x="11736705" y="454660"/>
            <a:ext cx="38100" cy="35560"/>
          </a:xfrm>
          <a:custGeom>
            <a:avLst/>
            <a:gdLst>
              <a:gd name="T0" fmla="*/ 47 w 51"/>
              <a:gd name="T1" fmla="*/ 48 h 48"/>
              <a:gd name="T2" fmla="*/ 0 w 51"/>
              <a:gd name="T3" fmla="*/ 48 h 48"/>
              <a:gd name="T4" fmla="*/ 0 w 51"/>
              <a:gd name="T5" fmla="*/ 47 h 48"/>
              <a:gd name="T6" fmla="*/ 8 w 51"/>
              <a:gd name="T7" fmla="*/ 41 h 48"/>
              <a:gd name="T8" fmla="*/ 8 w 51"/>
              <a:gd name="T9" fmla="*/ 8 h 48"/>
              <a:gd name="T10" fmla="*/ 0 w 51"/>
              <a:gd name="T11" fmla="*/ 2 h 48"/>
              <a:gd name="T12" fmla="*/ 0 w 51"/>
              <a:gd name="T13" fmla="*/ 0 h 48"/>
              <a:gd name="T14" fmla="*/ 47 w 51"/>
              <a:gd name="T15" fmla="*/ 0 h 48"/>
              <a:gd name="T16" fmla="*/ 47 w 51"/>
              <a:gd name="T17" fmla="*/ 11 h 48"/>
              <a:gd name="T18" fmla="*/ 45 w 51"/>
              <a:gd name="T19" fmla="*/ 11 h 48"/>
              <a:gd name="T20" fmla="*/ 31 w 51"/>
              <a:gd name="T21" fmla="*/ 3 h 48"/>
              <a:gd name="T22" fmla="*/ 20 w 51"/>
              <a:gd name="T23" fmla="*/ 3 h 48"/>
              <a:gd name="T24" fmla="*/ 17 w 51"/>
              <a:gd name="T25" fmla="*/ 6 h 48"/>
              <a:gd name="T26" fmla="*/ 17 w 51"/>
              <a:gd name="T27" fmla="*/ 22 h 48"/>
              <a:gd name="T28" fmla="*/ 30 w 51"/>
              <a:gd name="T29" fmla="*/ 22 h 48"/>
              <a:gd name="T30" fmla="*/ 40 w 51"/>
              <a:gd name="T31" fmla="*/ 15 h 48"/>
              <a:gd name="T32" fmla="*/ 42 w 51"/>
              <a:gd name="T33" fmla="*/ 15 h 48"/>
              <a:gd name="T34" fmla="*/ 42 w 51"/>
              <a:gd name="T35" fmla="*/ 32 h 48"/>
              <a:gd name="T36" fmla="*/ 40 w 51"/>
              <a:gd name="T37" fmla="*/ 32 h 48"/>
              <a:gd name="T38" fmla="*/ 30 w 51"/>
              <a:gd name="T39" fmla="*/ 25 h 48"/>
              <a:gd name="T40" fmla="*/ 17 w 51"/>
              <a:gd name="T41" fmla="*/ 25 h 48"/>
              <a:gd name="T42" fmla="*/ 17 w 51"/>
              <a:gd name="T43" fmla="*/ 43 h 48"/>
              <a:gd name="T44" fmla="*/ 30 w 51"/>
              <a:gd name="T45" fmla="*/ 46 h 48"/>
              <a:gd name="T46" fmla="*/ 49 w 51"/>
              <a:gd name="T47" fmla="*/ 36 h 48"/>
              <a:gd name="T48" fmla="*/ 51 w 51"/>
              <a:gd name="T49" fmla="*/ 36 h 48"/>
              <a:gd name="T50" fmla="*/ 47 w 51"/>
              <a:gd name="T51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1" h="48">
                <a:moveTo>
                  <a:pt x="47" y="48"/>
                </a:move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6" y="47"/>
                  <a:pt x="8" y="46"/>
                  <a:pt x="8" y="4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6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7" y="11"/>
                  <a:pt x="47" y="11"/>
                  <a:pt x="47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3" y="4"/>
                  <a:pt x="41" y="3"/>
                  <a:pt x="31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3"/>
                  <a:pt x="17" y="3"/>
                  <a:pt x="17" y="6"/>
                </a:cubicBezTo>
                <a:cubicBezTo>
                  <a:pt x="17" y="22"/>
                  <a:pt x="17" y="22"/>
                  <a:pt x="17" y="22"/>
                </a:cubicBezTo>
                <a:cubicBezTo>
                  <a:pt x="30" y="22"/>
                  <a:pt x="30" y="22"/>
                  <a:pt x="30" y="22"/>
                </a:cubicBezTo>
                <a:cubicBezTo>
                  <a:pt x="38" y="22"/>
                  <a:pt x="39" y="20"/>
                  <a:pt x="40" y="15"/>
                </a:cubicBezTo>
                <a:cubicBezTo>
                  <a:pt x="42" y="15"/>
                  <a:pt x="42" y="15"/>
                  <a:pt x="42" y="15"/>
                </a:cubicBezTo>
                <a:cubicBezTo>
                  <a:pt x="42" y="32"/>
                  <a:pt x="42" y="32"/>
                  <a:pt x="42" y="32"/>
                </a:cubicBezTo>
                <a:cubicBezTo>
                  <a:pt x="40" y="32"/>
                  <a:pt x="40" y="32"/>
                  <a:pt x="40" y="32"/>
                </a:cubicBezTo>
                <a:cubicBezTo>
                  <a:pt x="39" y="26"/>
                  <a:pt x="37" y="25"/>
                  <a:pt x="30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6"/>
                  <a:pt x="17" y="46"/>
                  <a:pt x="30" y="46"/>
                </a:cubicBezTo>
                <a:cubicBezTo>
                  <a:pt x="41" y="46"/>
                  <a:pt x="45" y="43"/>
                  <a:pt x="49" y="36"/>
                </a:cubicBezTo>
                <a:cubicBezTo>
                  <a:pt x="51" y="36"/>
                  <a:pt x="51" y="36"/>
                  <a:pt x="51" y="36"/>
                </a:cubicBezTo>
                <a:lnTo>
                  <a:pt x="47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Freeform 26"/>
          <p:cNvSpPr>
            <a:spLocks noEditPoints="1"/>
          </p:cNvSpPr>
          <p:nvPr>
            <p:custDataLst>
              <p:tags r:id="rId23"/>
            </p:custDataLst>
          </p:nvPr>
        </p:nvSpPr>
        <p:spPr bwMode="auto">
          <a:xfrm>
            <a:off x="11776710" y="454660"/>
            <a:ext cx="41275" cy="35560"/>
          </a:xfrm>
          <a:custGeom>
            <a:avLst/>
            <a:gdLst>
              <a:gd name="T0" fmla="*/ 16 w 56"/>
              <a:gd name="T1" fmla="*/ 6 h 48"/>
              <a:gd name="T2" fmla="*/ 22 w 56"/>
              <a:gd name="T3" fmla="*/ 3 h 48"/>
              <a:gd name="T4" fmla="*/ 36 w 56"/>
              <a:gd name="T5" fmla="*/ 13 h 48"/>
              <a:gd name="T6" fmla="*/ 16 w 56"/>
              <a:gd name="T7" fmla="*/ 24 h 48"/>
              <a:gd name="T8" fmla="*/ 16 w 56"/>
              <a:gd name="T9" fmla="*/ 6 h 48"/>
              <a:gd name="T10" fmla="*/ 56 w 56"/>
              <a:gd name="T11" fmla="*/ 47 h 48"/>
              <a:gd name="T12" fmla="*/ 48 w 56"/>
              <a:gd name="T13" fmla="*/ 44 h 48"/>
              <a:gd name="T14" fmla="*/ 30 w 56"/>
              <a:gd name="T15" fmla="*/ 25 h 48"/>
              <a:gd name="T16" fmla="*/ 46 w 56"/>
              <a:gd name="T17" fmla="*/ 13 h 48"/>
              <a:gd name="T18" fmla="*/ 24 w 56"/>
              <a:gd name="T19" fmla="*/ 0 h 48"/>
              <a:gd name="T20" fmla="*/ 0 w 56"/>
              <a:gd name="T21" fmla="*/ 0 h 48"/>
              <a:gd name="T22" fmla="*/ 0 w 56"/>
              <a:gd name="T23" fmla="*/ 2 h 48"/>
              <a:gd name="T24" fmla="*/ 7 w 56"/>
              <a:gd name="T25" fmla="*/ 8 h 48"/>
              <a:gd name="T26" fmla="*/ 7 w 56"/>
              <a:gd name="T27" fmla="*/ 40 h 48"/>
              <a:gd name="T28" fmla="*/ 0 w 56"/>
              <a:gd name="T29" fmla="*/ 47 h 48"/>
              <a:gd name="T30" fmla="*/ 0 w 56"/>
              <a:gd name="T31" fmla="*/ 48 h 48"/>
              <a:gd name="T32" fmla="*/ 24 w 56"/>
              <a:gd name="T33" fmla="*/ 48 h 48"/>
              <a:gd name="T34" fmla="*/ 24 w 56"/>
              <a:gd name="T35" fmla="*/ 47 h 48"/>
              <a:gd name="T36" fmla="*/ 16 w 56"/>
              <a:gd name="T37" fmla="*/ 41 h 48"/>
              <a:gd name="T38" fmla="*/ 16 w 56"/>
              <a:gd name="T39" fmla="*/ 26 h 48"/>
              <a:gd name="T40" fmla="*/ 21 w 56"/>
              <a:gd name="T41" fmla="*/ 26 h 48"/>
              <a:gd name="T42" fmla="*/ 42 w 56"/>
              <a:gd name="T43" fmla="*/ 48 h 48"/>
              <a:gd name="T44" fmla="*/ 56 w 56"/>
              <a:gd name="T45" fmla="*/ 48 h 48"/>
              <a:gd name="T46" fmla="*/ 56 w 56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6" h="48">
                <a:moveTo>
                  <a:pt x="16" y="6"/>
                </a:moveTo>
                <a:cubicBezTo>
                  <a:pt x="16" y="4"/>
                  <a:pt x="17" y="3"/>
                  <a:pt x="22" y="3"/>
                </a:cubicBezTo>
                <a:cubicBezTo>
                  <a:pt x="25" y="3"/>
                  <a:pt x="36" y="3"/>
                  <a:pt x="36" y="13"/>
                </a:cubicBezTo>
                <a:cubicBezTo>
                  <a:pt x="36" y="23"/>
                  <a:pt x="23" y="24"/>
                  <a:pt x="16" y="24"/>
                </a:cubicBezTo>
                <a:lnTo>
                  <a:pt x="16" y="6"/>
                </a:lnTo>
                <a:close/>
                <a:moveTo>
                  <a:pt x="56" y="47"/>
                </a:moveTo>
                <a:cubicBezTo>
                  <a:pt x="52" y="47"/>
                  <a:pt x="50" y="46"/>
                  <a:pt x="48" y="44"/>
                </a:cubicBezTo>
                <a:cubicBezTo>
                  <a:pt x="30" y="25"/>
                  <a:pt x="30" y="25"/>
                  <a:pt x="30" y="25"/>
                </a:cubicBezTo>
                <a:cubicBezTo>
                  <a:pt x="35" y="25"/>
                  <a:pt x="46" y="23"/>
                  <a:pt x="46" y="13"/>
                </a:cubicBezTo>
                <a:cubicBezTo>
                  <a:pt x="46" y="2"/>
                  <a:pt x="32" y="0"/>
                  <a:pt x="2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6" y="2"/>
                  <a:pt x="7" y="3"/>
                  <a:pt x="7" y="8"/>
                </a:cubicBezTo>
                <a:cubicBezTo>
                  <a:pt x="7" y="40"/>
                  <a:pt x="7" y="40"/>
                  <a:pt x="7" y="40"/>
                </a:cubicBezTo>
                <a:cubicBezTo>
                  <a:pt x="7" y="45"/>
                  <a:pt x="7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47"/>
                  <a:pt x="24" y="47"/>
                  <a:pt x="24" y="47"/>
                </a:cubicBezTo>
                <a:cubicBezTo>
                  <a:pt x="17" y="47"/>
                  <a:pt x="16" y="45"/>
                  <a:pt x="16" y="41"/>
                </a:cubicBezTo>
                <a:cubicBezTo>
                  <a:pt x="16" y="26"/>
                  <a:pt x="16" y="26"/>
                  <a:pt x="16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42" y="48"/>
                  <a:pt x="42" y="48"/>
                  <a:pt x="42" y="48"/>
                </a:cubicBezTo>
                <a:cubicBezTo>
                  <a:pt x="56" y="48"/>
                  <a:pt x="56" y="48"/>
                  <a:pt x="56" y="48"/>
                </a:cubicBezTo>
                <a:lnTo>
                  <a:pt x="56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Freeform 27"/>
          <p:cNvSpPr/>
          <p:nvPr>
            <p:custDataLst>
              <p:tags r:id="rId24"/>
            </p:custDataLst>
          </p:nvPr>
        </p:nvSpPr>
        <p:spPr bwMode="auto">
          <a:xfrm>
            <a:off x="11821160" y="454025"/>
            <a:ext cx="28575" cy="3683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1 w 39"/>
              <a:gd name="T11" fmla="*/ 50 h 50"/>
              <a:gd name="T12" fmla="*/ 7 w 39"/>
              <a:gd name="T13" fmla="*/ 48 h 50"/>
              <a:gd name="T14" fmla="*/ 5 w 39"/>
              <a:gd name="T15" fmla="*/ 50 h 50"/>
              <a:gd name="T16" fmla="*/ 3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3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1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5" y="49"/>
                  <a:pt x="5" y="50"/>
                </a:cubicBezTo>
                <a:cubicBezTo>
                  <a:pt x="3" y="50"/>
                  <a:pt x="3" y="50"/>
                  <a:pt x="3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4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3" y="20"/>
                  <a:pt x="3" y="13"/>
                </a:cubicBezTo>
                <a:cubicBezTo>
                  <a:pt x="3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Freeform 28"/>
          <p:cNvSpPr/>
          <p:nvPr>
            <p:custDataLst>
              <p:tags r:id="rId25"/>
            </p:custDataLst>
          </p:nvPr>
        </p:nvSpPr>
        <p:spPr bwMode="auto">
          <a:xfrm>
            <a:off x="11855450" y="454660"/>
            <a:ext cx="19050" cy="3556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Freeform 29"/>
          <p:cNvSpPr/>
          <p:nvPr>
            <p:custDataLst>
              <p:tags r:id="rId26"/>
            </p:custDataLst>
          </p:nvPr>
        </p:nvSpPr>
        <p:spPr bwMode="auto">
          <a:xfrm>
            <a:off x="11876405" y="454660"/>
            <a:ext cx="36830" cy="35560"/>
          </a:xfrm>
          <a:custGeom>
            <a:avLst/>
            <a:gdLst>
              <a:gd name="T0" fmla="*/ 38 w 50"/>
              <a:gd name="T1" fmla="*/ 48 h 48"/>
              <a:gd name="T2" fmla="*/ 13 w 50"/>
              <a:gd name="T3" fmla="*/ 48 h 48"/>
              <a:gd name="T4" fmla="*/ 13 w 50"/>
              <a:gd name="T5" fmla="*/ 47 h 48"/>
              <a:gd name="T6" fmla="*/ 21 w 50"/>
              <a:gd name="T7" fmla="*/ 40 h 48"/>
              <a:gd name="T8" fmla="*/ 21 w 50"/>
              <a:gd name="T9" fmla="*/ 4 h 48"/>
              <a:gd name="T10" fmla="*/ 16 w 50"/>
              <a:gd name="T11" fmla="*/ 4 h 48"/>
              <a:gd name="T12" fmla="*/ 2 w 50"/>
              <a:gd name="T13" fmla="*/ 13 h 48"/>
              <a:gd name="T14" fmla="*/ 0 w 50"/>
              <a:gd name="T15" fmla="*/ 13 h 48"/>
              <a:gd name="T16" fmla="*/ 1 w 50"/>
              <a:gd name="T17" fmla="*/ 0 h 48"/>
              <a:gd name="T18" fmla="*/ 50 w 50"/>
              <a:gd name="T19" fmla="*/ 0 h 48"/>
              <a:gd name="T20" fmla="*/ 50 w 50"/>
              <a:gd name="T21" fmla="*/ 13 h 48"/>
              <a:gd name="T22" fmla="*/ 48 w 50"/>
              <a:gd name="T23" fmla="*/ 13 h 48"/>
              <a:gd name="T24" fmla="*/ 34 w 50"/>
              <a:gd name="T25" fmla="*/ 4 h 48"/>
              <a:gd name="T26" fmla="*/ 30 w 50"/>
              <a:gd name="T27" fmla="*/ 4 h 48"/>
              <a:gd name="T28" fmla="*/ 30 w 50"/>
              <a:gd name="T29" fmla="*/ 41 h 48"/>
              <a:gd name="T30" fmla="*/ 38 w 50"/>
              <a:gd name="T31" fmla="*/ 47 h 48"/>
              <a:gd name="T32" fmla="*/ 38 w 50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0" h="48">
                <a:moveTo>
                  <a:pt x="38" y="48"/>
                </a:moveTo>
                <a:cubicBezTo>
                  <a:pt x="13" y="48"/>
                  <a:pt x="13" y="48"/>
                  <a:pt x="13" y="48"/>
                </a:cubicBezTo>
                <a:cubicBezTo>
                  <a:pt x="13" y="47"/>
                  <a:pt x="13" y="47"/>
                  <a:pt x="13" y="47"/>
                </a:cubicBezTo>
                <a:cubicBezTo>
                  <a:pt x="20" y="47"/>
                  <a:pt x="21" y="45"/>
                  <a:pt x="21" y="40"/>
                </a:cubicBezTo>
                <a:cubicBezTo>
                  <a:pt x="21" y="4"/>
                  <a:pt x="21" y="4"/>
                  <a:pt x="21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6" y="4"/>
                  <a:pt x="4" y="5"/>
                  <a:pt x="2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1" y="0"/>
                  <a:pt x="1" y="0"/>
                  <a:pt x="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0" y="13"/>
                  <a:pt x="50" y="13"/>
                  <a:pt x="50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6" y="5"/>
                  <a:pt x="44" y="4"/>
                  <a:pt x="34" y="4"/>
                </a:cubicBezTo>
                <a:cubicBezTo>
                  <a:pt x="30" y="4"/>
                  <a:pt x="30" y="4"/>
                  <a:pt x="30" y="4"/>
                </a:cubicBezTo>
                <a:cubicBezTo>
                  <a:pt x="30" y="41"/>
                  <a:pt x="30" y="41"/>
                  <a:pt x="30" y="41"/>
                </a:cubicBezTo>
                <a:cubicBezTo>
                  <a:pt x="30" y="45"/>
                  <a:pt x="31" y="47"/>
                  <a:pt x="38" y="47"/>
                </a:cubicBezTo>
                <a:lnTo>
                  <a:pt x="38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Freeform 30"/>
          <p:cNvSpPr/>
          <p:nvPr>
            <p:custDataLst>
              <p:tags r:id="rId27"/>
            </p:custDataLst>
          </p:nvPr>
        </p:nvSpPr>
        <p:spPr bwMode="auto">
          <a:xfrm>
            <a:off x="11917045" y="454660"/>
            <a:ext cx="43180" cy="35560"/>
          </a:xfrm>
          <a:custGeom>
            <a:avLst/>
            <a:gdLst>
              <a:gd name="T0" fmla="*/ 59 w 59"/>
              <a:gd name="T1" fmla="*/ 2 h 48"/>
              <a:gd name="T2" fmla="*/ 47 w 59"/>
              <a:gd name="T3" fmla="*/ 10 h 48"/>
              <a:gd name="T4" fmla="*/ 34 w 59"/>
              <a:gd name="T5" fmla="*/ 26 h 48"/>
              <a:gd name="T6" fmla="*/ 34 w 59"/>
              <a:gd name="T7" fmla="*/ 41 h 48"/>
              <a:gd name="T8" fmla="*/ 43 w 59"/>
              <a:gd name="T9" fmla="*/ 47 h 48"/>
              <a:gd name="T10" fmla="*/ 43 w 59"/>
              <a:gd name="T11" fmla="*/ 48 h 48"/>
              <a:gd name="T12" fmla="*/ 16 w 59"/>
              <a:gd name="T13" fmla="*/ 48 h 48"/>
              <a:gd name="T14" fmla="*/ 16 w 59"/>
              <a:gd name="T15" fmla="*/ 47 h 48"/>
              <a:gd name="T16" fmla="*/ 25 w 59"/>
              <a:gd name="T17" fmla="*/ 40 h 48"/>
              <a:gd name="T18" fmla="*/ 25 w 59"/>
              <a:gd name="T19" fmla="*/ 27 h 48"/>
              <a:gd name="T20" fmla="*/ 14 w 59"/>
              <a:gd name="T21" fmla="*/ 13 h 48"/>
              <a:gd name="T22" fmla="*/ 0 w 59"/>
              <a:gd name="T23" fmla="*/ 2 h 48"/>
              <a:gd name="T24" fmla="*/ 0 w 59"/>
              <a:gd name="T25" fmla="*/ 0 h 48"/>
              <a:gd name="T26" fmla="*/ 24 w 59"/>
              <a:gd name="T27" fmla="*/ 0 h 48"/>
              <a:gd name="T28" fmla="*/ 24 w 59"/>
              <a:gd name="T29" fmla="*/ 2 h 48"/>
              <a:gd name="T30" fmla="*/ 18 w 59"/>
              <a:gd name="T31" fmla="*/ 4 h 48"/>
              <a:gd name="T32" fmla="*/ 19 w 59"/>
              <a:gd name="T33" fmla="*/ 7 h 48"/>
              <a:gd name="T34" fmla="*/ 32 w 59"/>
              <a:gd name="T35" fmla="*/ 23 h 48"/>
              <a:gd name="T36" fmla="*/ 45 w 59"/>
              <a:gd name="T37" fmla="*/ 7 h 48"/>
              <a:gd name="T38" fmla="*/ 46 w 59"/>
              <a:gd name="T39" fmla="*/ 4 h 48"/>
              <a:gd name="T40" fmla="*/ 40 w 59"/>
              <a:gd name="T41" fmla="*/ 2 h 48"/>
              <a:gd name="T42" fmla="*/ 40 w 59"/>
              <a:gd name="T43" fmla="*/ 0 h 48"/>
              <a:gd name="T44" fmla="*/ 59 w 59"/>
              <a:gd name="T45" fmla="*/ 0 h 48"/>
              <a:gd name="T46" fmla="*/ 59 w 59"/>
              <a:gd name="T47" fmla="*/ 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9" h="48">
                <a:moveTo>
                  <a:pt x="59" y="2"/>
                </a:moveTo>
                <a:cubicBezTo>
                  <a:pt x="56" y="2"/>
                  <a:pt x="53" y="2"/>
                  <a:pt x="47" y="10"/>
                </a:cubicBezTo>
                <a:cubicBezTo>
                  <a:pt x="34" y="26"/>
                  <a:pt x="34" y="26"/>
                  <a:pt x="34" y="26"/>
                </a:cubicBezTo>
                <a:cubicBezTo>
                  <a:pt x="34" y="41"/>
                  <a:pt x="34" y="41"/>
                  <a:pt x="34" y="41"/>
                </a:cubicBezTo>
                <a:cubicBezTo>
                  <a:pt x="34" y="46"/>
                  <a:pt x="35" y="47"/>
                  <a:pt x="43" y="47"/>
                </a:cubicBezTo>
                <a:cubicBezTo>
                  <a:pt x="43" y="48"/>
                  <a:pt x="43" y="48"/>
                  <a:pt x="43" y="48"/>
                </a:cubicBezTo>
                <a:cubicBezTo>
                  <a:pt x="16" y="48"/>
                  <a:pt x="16" y="48"/>
                  <a:pt x="16" y="48"/>
                </a:cubicBezTo>
                <a:cubicBezTo>
                  <a:pt x="16" y="47"/>
                  <a:pt x="16" y="47"/>
                  <a:pt x="16" y="47"/>
                </a:cubicBezTo>
                <a:cubicBezTo>
                  <a:pt x="25" y="47"/>
                  <a:pt x="25" y="45"/>
                  <a:pt x="25" y="40"/>
                </a:cubicBezTo>
                <a:cubicBezTo>
                  <a:pt x="25" y="27"/>
                  <a:pt x="25" y="27"/>
                  <a:pt x="25" y="27"/>
                </a:cubicBezTo>
                <a:cubicBezTo>
                  <a:pt x="14" y="13"/>
                  <a:pt x="14" y="13"/>
                  <a:pt x="14" y="13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20" y="2"/>
                  <a:pt x="18" y="2"/>
                  <a:pt x="18" y="4"/>
                </a:cubicBezTo>
                <a:cubicBezTo>
                  <a:pt x="18" y="5"/>
                  <a:pt x="18" y="6"/>
                  <a:pt x="19" y="7"/>
                </a:cubicBezTo>
                <a:cubicBezTo>
                  <a:pt x="32" y="23"/>
                  <a:pt x="32" y="23"/>
                  <a:pt x="32" y="23"/>
                </a:cubicBezTo>
                <a:cubicBezTo>
                  <a:pt x="45" y="7"/>
                  <a:pt x="45" y="7"/>
                  <a:pt x="45" y="7"/>
                </a:cubicBezTo>
                <a:cubicBezTo>
                  <a:pt x="45" y="6"/>
                  <a:pt x="46" y="5"/>
                  <a:pt x="46" y="4"/>
                </a:cubicBezTo>
                <a:cubicBezTo>
                  <a:pt x="46" y="2"/>
                  <a:pt x="42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Freeform 31"/>
          <p:cNvSpPr>
            <a:spLocks noEditPoints="1"/>
          </p:cNvSpPr>
          <p:nvPr>
            <p:custDataLst>
              <p:tags r:id="rId28"/>
            </p:custDataLst>
          </p:nvPr>
        </p:nvSpPr>
        <p:spPr bwMode="auto">
          <a:xfrm>
            <a:off x="10744835" y="158115"/>
            <a:ext cx="375920" cy="381000"/>
          </a:xfrm>
          <a:custGeom>
            <a:avLst/>
            <a:gdLst>
              <a:gd name="T0" fmla="*/ 254 w 508"/>
              <a:gd name="T1" fmla="*/ 0 h 513"/>
              <a:gd name="T2" fmla="*/ 0 w 508"/>
              <a:gd name="T3" fmla="*/ 256 h 513"/>
              <a:gd name="T4" fmla="*/ 254 w 508"/>
              <a:gd name="T5" fmla="*/ 513 h 513"/>
              <a:gd name="T6" fmla="*/ 508 w 508"/>
              <a:gd name="T7" fmla="*/ 256 h 513"/>
              <a:gd name="T8" fmla="*/ 254 w 508"/>
              <a:gd name="T9" fmla="*/ 0 h 513"/>
              <a:gd name="T10" fmla="*/ 254 w 508"/>
              <a:gd name="T11" fmla="*/ 504 h 513"/>
              <a:gd name="T12" fmla="*/ 9 w 508"/>
              <a:gd name="T13" fmla="*/ 256 h 513"/>
              <a:gd name="T14" fmla="*/ 254 w 508"/>
              <a:gd name="T15" fmla="*/ 9 h 513"/>
              <a:gd name="T16" fmla="*/ 499 w 508"/>
              <a:gd name="T17" fmla="*/ 256 h 513"/>
              <a:gd name="T18" fmla="*/ 254 w 508"/>
              <a:gd name="T19" fmla="*/ 504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8" h="513">
                <a:moveTo>
                  <a:pt x="254" y="0"/>
                </a:moveTo>
                <a:cubicBezTo>
                  <a:pt x="114" y="0"/>
                  <a:pt x="0" y="115"/>
                  <a:pt x="0" y="256"/>
                </a:cubicBezTo>
                <a:cubicBezTo>
                  <a:pt x="0" y="398"/>
                  <a:pt x="114" y="513"/>
                  <a:pt x="254" y="513"/>
                </a:cubicBezTo>
                <a:cubicBezTo>
                  <a:pt x="394" y="513"/>
                  <a:pt x="508" y="398"/>
                  <a:pt x="508" y="256"/>
                </a:cubicBezTo>
                <a:cubicBezTo>
                  <a:pt x="508" y="115"/>
                  <a:pt x="394" y="0"/>
                  <a:pt x="254" y="0"/>
                </a:cubicBezTo>
                <a:close/>
                <a:moveTo>
                  <a:pt x="254" y="504"/>
                </a:moveTo>
                <a:cubicBezTo>
                  <a:pt x="119" y="504"/>
                  <a:pt x="9" y="393"/>
                  <a:pt x="9" y="256"/>
                </a:cubicBezTo>
                <a:cubicBezTo>
                  <a:pt x="9" y="119"/>
                  <a:pt x="119" y="9"/>
                  <a:pt x="254" y="9"/>
                </a:cubicBezTo>
                <a:cubicBezTo>
                  <a:pt x="389" y="9"/>
                  <a:pt x="499" y="119"/>
                  <a:pt x="499" y="256"/>
                </a:cubicBezTo>
                <a:cubicBezTo>
                  <a:pt x="499" y="393"/>
                  <a:pt x="389" y="504"/>
                  <a:pt x="254" y="50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3" name="Freeform 32"/>
          <p:cNvSpPr/>
          <p:nvPr>
            <p:custDataLst>
              <p:tags r:id="rId29"/>
            </p:custDataLst>
          </p:nvPr>
        </p:nvSpPr>
        <p:spPr bwMode="auto">
          <a:xfrm>
            <a:off x="10897870" y="489585"/>
            <a:ext cx="23495" cy="26035"/>
          </a:xfrm>
          <a:custGeom>
            <a:avLst/>
            <a:gdLst>
              <a:gd name="T0" fmla="*/ 16 w 32"/>
              <a:gd name="T1" fmla="*/ 22 h 35"/>
              <a:gd name="T2" fmla="*/ 17 w 32"/>
              <a:gd name="T3" fmla="*/ 16 h 35"/>
              <a:gd name="T4" fmla="*/ 31 w 32"/>
              <a:gd name="T5" fmla="*/ 18 h 35"/>
              <a:gd name="T6" fmla="*/ 29 w 32"/>
              <a:gd name="T7" fmla="*/ 31 h 35"/>
              <a:gd name="T8" fmla="*/ 23 w 32"/>
              <a:gd name="T9" fmla="*/ 34 h 35"/>
              <a:gd name="T10" fmla="*/ 15 w 32"/>
              <a:gd name="T11" fmla="*/ 34 h 35"/>
              <a:gd name="T12" fmla="*/ 6 w 32"/>
              <a:gd name="T13" fmla="*/ 31 h 35"/>
              <a:gd name="T14" fmla="*/ 1 w 32"/>
              <a:gd name="T15" fmla="*/ 24 h 35"/>
              <a:gd name="T16" fmla="*/ 1 w 32"/>
              <a:gd name="T17" fmla="*/ 15 h 35"/>
              <a:gd name="T18" fmla="*/ 4 w 32"/>
              <a:gd name="T19" fmla="*/ 6 h 35"/>
              <a:gd name="T20" fmla="*/ 11 w 32"/>
              <a:gd name="T21" fmla="*/ 1 h 35"/>
              <a:gd name="T22" fmla="*/ 19 w 32"/>
              <a:gd name="T23" fmla="*/ 1 h 35"/>
              <a:gd name="T24" fmla="*/ 28 w 32"/>
              <a:gd name="T25" fmla="*/ 5 h 35"/>
              <a:gd name="T26" fmla="*/ 32 w 32"/>
              <a:gd name="T27" fmla="*/ 12 h 35"/>
              <a:gd name="T28" fmla="*/ 25 w 32"/>
              <a:gd name="T29" fmla="*/ 12 h 35"/>
              <a:gd name="T30" fmla="*/ 23 w 32"/>
              <a:gd name="T31" fmla="*/ 8 h 35"/>
              <a:gd name="T32" fmla="*/ 18 w 32"/>
              <a:gd name="T33" fmla="*/ 6 h 35"/>
              <a:gd name="T34" fmla="*/ 11 w 32"/>
              <a:gd name="T35" fmla="*/ 8 h 35"/>
              <a:gd name="T36" fmla="*/ 7 w 32"/>
              <a:gd name="T37" fmla="*/ 16 h 35"/>
              <a:gd name="T38" fmla="*/ 9 w 32"/>
              <a:gd name="T39" fmla="*/ 25 h 35"/>
              <a:gd name="T40" fmla="*/ 15 w 32"/>
              <a:gd name="T41" fmla="*/ 29 h 35"/>
              <a:gd name="T42" fmla="*/ 19 w 32"/>
              <a:gd name="T43" fmla="*/ 28 h 35"/>
              <a:gd name="T44" fmla="*/ 23 w 32"/>
              <a:gd name="T45" fmla="*/ 27 h 35"/>
              <a:gd name="T46" fmla="*/ 24 w 32"/>
              <a:gd name="T47" fmla="*/ 23 h 35"/>
              <a:gd name="T48" fmla="*/ 16 w 32"/>
              <a:gd name="T4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2" h="35">
                <a:moveTo>
                  <a:pt x="16" y="22"/>
                </a:moveTo>
                <a:cubicBezTo>
                  <a:pt x="17" y="16"/>
                  <a:pt x="17" y="16"/>
                  <a:pt x="17" y="16"/>
                </a:cubicBezTo>
                <a:cubicBezTo>
                  <a:pt x="31" y="18"/>
                  <a:pt x="31" y="18"/>
                  <a:pt x="31" y="18"/>
                </a:cubicBezTo>
                <a:cubicBezTo>
                  <a:pt x="29" y="31"/>
                  <a:pt x="29" y="31"/>
                  <a:pt x="29" y="31"/>
                </a:cubicBezTo>
                <a:cubicBezTo>
                  <a:pt x="28" y="32"/>
                  <a:pt x="26" y="33"/>
                  <a:pt x="23" y="34"/>
                </a:cubicBezTo>
                <a:cubicBezTo>
                  <a:pt x="20" y="34"/>
                  <a:pt x="17" y="35"/>
                  <a:pt x="15" y="34"/>
                </a:cubicBezTo>
                <a:cubicBezTo>
                  <a:pt x="11" y="34"/>
                  <a:pt x="8" y="33"/>
                  <a:pt x="6" y="31"/>
                </a:cubicBezTo>
                <a:cubicBezTo>
                  <a:pt x="4" y="29"/>
                  <a:pt x="2" y="27"/>
                  <a:pt x="1" y="24"/>
                </a:cubicBezTo>
                <a:cubicBezTo>
                  <a:pt x="0" y="21"/>
                  <a:pt x="0" y="18"/>
                  <a:pt x="1" y="15"/>
                </a:cubicBezTo>
                <a:cubicBezTo>
                  <a:pt x="1" y="11"/>
                  <a:pt x="2" y="9"/>
                  <a:pt x="4" y="6"/>
                </a:cubicBezTo>
                <a:cubicBezTo>
                  <a:pt x="6" y="4"/>
                  <a:pt x="8" y="2"/>
                  <a:pt x="11" y="1"/>
                </a:cubicBezTo>
                <a:cubicBezTo>
                  <a:pt x="14" y="0"/>
                  <a:pt x="16" y="0"/>
                  <a:pt x="19" y="1"/>
                </a:cubicBezTo>
                <a:cubicBezTo>
                  <a:pt x="23" y="1"/>
                  <a:pt x="26" y="2"/>
                  <a:pt x="28" y="5"/>
                </a:cubicBezTo>
                <a:cubicBezTo>
                  <a:pt x="31" y="7"/>
                  <a:pt x="32" y="9"/>
                  <a:pt x="32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4" y="9"/>
                  <a:pt x="23" y="8"/>
                </a:cubicBezTo>
                <a:cubicBezTo>
                  <a:pt x="22" y="7"/>
                  <a:pt x="20" y="6"/>
                  <a:pt x="18" y="6"/>
                </a:cubicBezTo>
                <a:cubicBezTo>
                  <a:pt x="16" y="6"/>
                  <a:pt x="13" y="6"/>
                  <a:pt x="11" y="8"/>
                </a:cubicBezTo>
                <a:cubicBezTo>
                  <a:pt x="9" y="9"/>
                  <a:pt x="8" y="12"/>
                  <a:pt x="7" y="16"/>
                </a:cubicBezTo>
                <a:cubicBezTo>
                  <a:pt x="7" y="19"/>
                  <a:pt x="7" y="22"/>
                  <a:pt x="9" y="25"/>
                </a:cubicBezTo>
                <a:cubicBezTo>
                  <a:pt x="10" y="27"/>
                  <a:pt x="12" y="28"/>
                  <a:pt x="15" y="29"/>
                </a:cubicBezTo>
                <a:cubicBezTo>
                  <a:pt x="16" y="29"/>
                  <a:pt x="18" y="29"/>
                  <a:pt x="19" y="28"/>
                </a:cubicBezTo>
                <a:cubicBezTo>
                  <a:pt x="21" y="28"/>
                  <a:pt x="22" y="28"/>
                  <a:pt x="23" y="27"/>
                </a:cubicBezTo>
                <a:cubicBezTo>
                  <a:pt x="24" y="23"/>
                  <a:pt x="24" y="23"/>
                  <a:pt x="24" y="23"/>
                </a:cubicBezTo>
                <a:lnTo>
                  <a:pt x="16" y="2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Freeform 33"/>
          <p:cNvSpPr/>
          <p:nvPr>
            <p:custDataLst>
              <p:tags r:id="rId30"/>
            </p:custDataLst>
          </p:nvPr>
        </p:nvSpPr>
        <p:spPr bwMode="auto">
          <a:xfrm>
            <a:off x="10869930" y="481330"/>
            <a:ext cx="26670" cy="29210"/>
          </a:xfrm>
          <a:custGeom>
            <a:avLst/>
            <a:gdLst>
              <a:gd name="T0" fmla="*/ 0 w 97"/>
              <a:gd name="T1" fmla="*/ 84 h 105"/>
              <a:gd name="T2" fmla="*/ 30 w 97"/>
              <a:gd name="T3" fmla="*/ 0 h 105"/>
              <a:gd name="T4" fmla="*/ 46 w 97"/>
              <a:gd name="T5" fmla="*/ 6 h 105"/>
              <a:gd name="T6" fmla="*/ 62 w 97"/>
              <a:gd name="T7" fmla="*/ 73 h 105"/>
              <a:gd name="T8" fmla="*/ 81 w 97"/>
              <a:gd name="T9" fmla="*/ 17 h 105"/>
              <a:gd name="T10" fmla="*/ 97 w 97"/>
              <a:gd name="T11" fmla="*/ 22 h 105"/>
              <a:gd name="T12" fmla="*/ 67 w 97"/>
              <a:gd name="T13" fmla="*/ 105 h 105"/>
              <a:gd name="T14" fmla="*/ 49 w 97"/>
              <a:gd name="T15" fmla="*/ 100 h 105"/>
              <a:gd name="T16" fmla="*/ 35 w 97"/>
              <a:gd name="T17" fmla="*/ 35 h 105"/>
              <a:gd name="T18" fmla="*/ 17 w 97"/>
              <a:gd name="T19" fmla="*/ 89 h 105"/>
              <a:gd name="T20" fmla="*/ 0 w 97"/>
              <a:gd name="T21" fmla="*/ 84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7" h="105">
                <a:moveTo>
                  <a:pt x="0" y="84"/>
                </a:moveTo>
                <a:lnTo>
                  <a:pt x="30" y="0"/>
                </a:lnTo>
                <a:lnTo>
                  <a:pt x="46" y="6"/>
                </a:lnTo>
                <a:lnTo>
                  <a:pt x="62" y="73"/>
                </a:lnTo>
                <a:lnTo>
                  <a:pt x="81" y="17"/>
                </a:lnTo>
                <a:lnTo>
                  <a:pt x="97" y="22"/>
                </a:lnTo>
                <a:lnTo>
                  <a:pt x="67" y="105"/>
                </a:lnTo>
                <a:lnTo>
                  <a:pt x="49" y="100"/>
                </a:lnTo>
                <a:lnTo>
                  <a:pt x="35" y="35"/>
                </a:lnTo>
                <a:lnTo>
                  <a:pt x="17" y="89"/>
                </a:lnTo>
                <a:lnTo>
                  <a:pt x="0" y="8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Freeform 34"/>
          <p:cNvSpPr/>
          <p:nvPr>
            <p:custDataLst>
              <p:tags r:id="rId31"/>
            </p:custDataLst>
          </p:nvPr>
        </p:nvSpPr>
        <p:spPr bwMode="auto">
          <a:xfrm>
            <a:off x="10800080" y="434975"/>
            <a:ext cx="31750" cy="30480"/>
          </a:xfrm>
          <a:custGeom>
            <a:avLst/>
            <a:gdLst>
              <a:gd name="T0" fmla="*/ 0 w 115"/>
              <a:gd name="T1" fmla="*/ 56 h 110"/>
              <a:gd name="T2" fmla="*/ 67 w 115"/>
              <a:gd name="T3" fmla="*/ 0 h 110"/>
              <a:gd name="T4" fmla="*/ 81 w 115"/>
              <a:gd name="T5" fmla="*/ 14 h 110"/>
              <a:gd name="T6" fmla="*/ 59 w 115"/>
              <a:gd name="T7" fmla="*/ 78 h 110"/>
              <a:gd name="T8" fmla="*/ 105 w 115"/>
              <a:gd name="T9" fmla="*/ 40 h 110"/>
              <a:gd name="T10" fmla="*/ 115 w 115"/>
              <a:gd name="T11" fmla="*/ 54 h 110"/>
              <a:gd name="T12" fmla="*/ 46 w 115"/>
              <a:gd name="T13" fmla="*/ 110 h 110"/>
              <a:gd name="T14" fmla="*/ 35 w 115"/>
              <a:gd name="T15" fmla="*/ 97 h 110"/>
              <a:gd name="T16" fmla="*/ 56 w 115"/>
              <a:gd name="T17" fmla="*/ 32 h 110"/>
              <a:gd name="T18" fmla="*/ 11 w 115"/>
              <a:gd name="T19" fmla="*/ 70 h 110"/>
              <a:gd name="T20" fmla="*/ 0 w 115"/>
              <a:gd name="T21" fmla="*/ 56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5" h="110">
                <a:moveTo>
                  <a:pt x="0" y="56"/>
                </a:moveTo>
                <a:lnTo>
                  <a:pt x="67" y="0"/>
                </a:lnTo>
                <a:lnTo>
                  <a:pt x="81" y="14"/>
                </a:lnTo>
                <a:lnTo>
                  <a:pt x="59" y="78"/>
                </a:lnTo>
                <a:lnTo>
                  <a:pt x="105" y="40"/>
                </a:lnTo>
                <a:lnTo>
                  <a:pt x="115" y="54"/>
                </a:lnTo>
                <a:lnTo>
                  <a:pt x="46" y="110"/>
                </a:lnTo>
                <a:lnTo>
                  <a:pt x="35" y="97"/>
                </a:lnTo>
                <a:lnTo>
                  <a:pt x="56" y="32"/>
                </a:lnTo>
                <a:lnTo>
                  <a:pt x="11" y="70"/>
                </a:lnTo>
                <a:lnTo>
                  <a:pt x="0" y="5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Freeform 35"/>
          <p:cNvSpPr>
            <a:spLocks noEditPoints="1"/>
          </p:cNvSpPr>
          <p:nvPr>
            <p:custDataLst>
              <p:tags r:id="rId32"/>
            </p:custDataLst>
          </p:nvPr>
        </p:nvSpPr>
        <p:spPr bwMode="auto">
          <a:xfrm>
            <a:off x="10844530" y="471805"/>
            <a:ext cx="26035" cy="26035"/>
          </a:xfrm>
          <a:custGeom>
            <a:avLst/>
            <a:gdLst>
              <a:gd name="T0" fmla="*/ 17 w 35"/>
              <a:gd name="T1" fmla="*/ 7 h 35"/>
              <a:gd name="T2" fmla="*/ 24 w 35"/>
              <a:gd name="T3" fmla="*/ 8 h 35"/>
              <a:gd name="T4" fmla="*/ 28 w 35"/>
              <a:gd name="T5" fmla="*/ 14 h 35"/>
              <a:gd name="T6" fmla="*/ 26 w 35"/>
              <a:gd name="T7" fmla="*/ 22 h 35"/>
              <a:gd name="T8" fmla="*/ 19 w 35"/>
              <a:gd name="T9" fmla="*/ 28 h 35"/>
              <a:gd name="T10" fmla="*/ 12 w 35"/>
              <a:gd name="T11" fmla="*/ 27 h 35"/>
              <a:gd name="T12" fmla="*/ 8 w 35"/>
              <a:gd name="T13" fmla="*/ 21 h 35"/>
              <a:gd name="T14" fmla="*/ 10 w 35"/>
              <a:gd name="T15" fmla="*/ 13 h 35"/>
              <a:gd name="T16" fmla="*/ 17 w 35"/>
              <a:gd name="T17" fmla="*/ 7 h 35"/>
              <a:gd name="T18" fmla="*/ 1 w 35"/>
              <a:gd name="T19" fmla="*/ 22 h 35"/>
              <a:gd name="T20" fmla="*/ 9 w 35"/>
              <a:gd name="T21" fmla="*/ 32 h 35"/>
              <a:gd name="T22" fmla="*/ 21 w 35"/>
              <a:gd name="T23" fmla="*/ 34 h 35"/>
              <a:gd name="T24" fmla="*/ 32 w 35"/>
              <a:gd name="T25" fmla="*/ 26 h 35"/>
              <a:gd name="T26" fmla="*/ 35 w 35"/>
              <a:gd name="T27" fmla="*/ 13 h 35"/>
              <a:gd name="T28" fmla="*/ 27 w 35"/>
              <a:gd name="T29" fmla="*/ 3 h 35"/>
              <a:gd name="T30" fmla="*/ 20 w 35"/>
              <a:gd name="T31" fmla="*/ 0 h 35"/>
              <a:gd name="T32" fmla="*/ 15 w 35"/>
              <a:gd name="T33" fmla="*/ 1 h 35"/>
              <a:gd name="T34" fmla="*/ 10 w 35"/>
              <a:gd name="T35" fmla="*/ 3 h 35"/>
              <a:gd name="T36" fmla="*/ 4 w 35"/>
              <a:gd name="T37" fmla="*/ 9 h 35"/>
              <a:gd name="T38" fmla="*/ 1 w 35"/>
              <a:gd name="T3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" h="35">
                <a:moveTo>
                  <a:pt x="17" y="7"/>
                </a:moveTo>
                <a:cubicBezTo>
                  <a:pt x="19" y="6"/>
                  <a:pt x="22" y="6"/>
                  <a:pt x="24" y="8"/>
                </a:cubicBezTo>
                <a:cubicBezTo>
                  <a:pt x="26" y="9"/>
                  <a:pt x="28" y="11"/>
                  <a:pt x="28" y="14"/>
                </a:cubicBezTo>
                <a:cubicBezTo>
                  <a:pt x="29" y="16"/>
                  <a:pt x="28" y="19"/>
                  <a:pt x="26" y="22"/>
                </a:cubicBezTo>
                <a:cubicBezTo>
                  <a:pt x="24" y="25"/>
                  <a:pt x="22" y="27"/>
                  <a:pt x="19" y="28"/>
                </a:cubicBezTo>
                <a:cubicBezTo>
                  <a:pt x="17" y="29"/>
                  <a:pt x="14" y="29"/>
                  <a:pt x="12" y="27"/>
                </a:cubicBezTo>
                <a:cubicBezTo>
                  <a:pt x="10" y="26"/>
                  <a:pt x="8" y="24"/>
                  <a:pt x="8" y="21"/>
                </a:cubicBezTo>
                <a:cubicBezTo>
                  <a:pt x="7" y="19"/>
                  <a:pt x="8" y="16"/>
                  <a:pt x="10" y="13"/>
                </a:cubicBezTo>
                <a:cubicBezTo>
                  <a:pt x="12" y="10"/>
                  <a:pt x="14" y="8"/>
                  <a:pt x="17" y="7"/>
                </a:cubicBezTo>
                <a:close/>
                <a:moveTo>
                  <a:pt x="1" y="22"/>
                </a:moveTo>
                <a:cubicBezTo>
                  <a:pt x="2" y="26"/>
                  <a:pt x="5" y="30"/>
                  <a:pt x="9" y="32"/>
                </a:cubicBezTo>
                <a:cubicBezTo>
                  <a:pt x="13" y="35"/>
                  <a:pt x="17" y="35"/>
                  <a:pt x="21" y="34"/>
                </a:cubicBezTo>
                <a:cubicBezTo>
                  <a:pt x="26" y="33"/>
                  <a:pt x="29" y="30"/>
                  <a:pt x="32" y="26"/>
                </a:cubicBezTo>
                <a:cubicBezTo>
                  <a:pt x="35" y="21"/>
                  <a:pt x="35" y="17"/>
                  <a:pt x="35" y="13"/>
                </a:cubicBezTo>
                <a:cubicBezTo>
                  <a:pt x="34" y="9"/>
                  <a:pt x="31" y="5"/>
                  <a:pt x="27" y="3"/>
                </a:cubicBezTo>
                <a:cubicBezTo>
                  <a:pt x="24" y="2"/>
                  <a:pt x="22" y="1"/>
                  <a:pt x="20" y="0"/>
                </a:cubicBezTo>
                <a:cubicBezTo>
                  <a:pt x="18" y="0"/>
                  <a:pt x="17" y="0"/>
                  <a:pt x="15" y="1"/>
                </a:cubicBezTo>
                <a:cubicBezTo>
                  <a:pt x="13" y="1"/>
                  <a:pt x="11" y="2"/>
                  <a:pt x="10" y="3"/>
                </a:cubicBezTo>
                <a:cubicBezTo>
                  <a:pt x="8" y="4"/>
                  <a:pt x="6" y="7"/>
                  <a:pt x="4" y="9"/>
                </a:cubicBezTo>
                <a:cubicBezTo>
                  <a:pt x="1" y="14"/>
                  <a:pt x="0" y="18"/>
                  <a:pt x="1" y="2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Freeform 36"/>
          <p:cNvSpPr>
            <a:spLocks noEditPoints="1"/>
          </p:cNvSpPr>
          <p:nvPr>
            <p:custDataLst>
              <p:tags r:id="rId33"/>
            </p:custDataLst>
          </p:nvPr>
        </p:nvSpPr>
        <p:spPr bwMode="auto">
          <a:xfrm>
            <a:off x="10819765" y="453390"/>
            <a:ext cx="27305" cy="27940"/>
          </a:xfrm>
          <a:custGeom>
            <a:avLst/>
            <a:gdLst>
              <a:gd name="T0" fmla="*/ 25 w 37"/>
              <a:gd name="T1" fmla="*/ 11 h 38"/>
              <a:gd name="T2" fmla="*/ 29 w 37"/>
              <a:gd name="T3" fmla="*/ 15 h 38"/>
              <a:gd name="T4" fmla="*/ 31 w 37"/>
              <a:gd name="T5" fmla="*/ 18 h 38"/>
              <a:gd name="T6" fmla="*/ 30 w 37"/>
              <a:gd name="T7" fmla="*/ 21 h 38"/>
              <a:gd name="T8" fmla="*/ 27 w 37"/>
              <a:gd name="T9" fmla="*/ 26 h 38"/>
              <a:gd name="T10" fmla="*/ 22 w 37"/>
              <a:gd name="T11" fmla="*/ 30 h 38"/>
              <a:gd name="T12" fmla="*/ 19 w 37"/>
              <a:gd name="T13" fmla="*/ 32 h 38"/>
              <a:gd name="T14" fmla="*/ 16 w 37"/>
              <a:gd name="T15" fmla="*/ 31 h 38"/>
              <a:gd name="T16" fmla="*/ 13 w 37"/>
              <a:gd name="T17" fmla="*/ 29 h 38"/>
              <a:gd name="T18" fmla="*/ 9 w 37"/>
              <a:gd name="T19" fmla="*/ 25 h 38"/>
              <a:gd name="T20" fmla="*/ 23 w 37"/>
              <a:gd name="T21" fmla="*/ 9 h 38"/>
              <a:gd name="T22" fmla="*/ 25 w 37"/>
              <a:gd name="T23" fmla="*/ 11 h 38"/>
              <a:gd name="T24" fmla="*/ 0 w 37"/>
              <a:gd name="T25" fmla="*/ 25 h 38"/>
              <a:gd name="T26" fmla="*/ 10 w 37"/>
              <a:gd name="T27" fmla="*/ 33 h 38"/>
              <a:gd name="T28" fmla="*/ 15 w 37"/>
              <a:gd name="T29" fmla="*/ 37 h 38"/>
              <a:gd name="T30" fmla="*/ 20 w 37"/>
              <a:gd name="T31" fmla="*/ 38 h 38"/>
              <a:gd name="T32" fmla="*/ 27 w 37"/>
              <a:gd name="T33" fmla="*/ 36 h 38"/>
              <a:gd name="T34" fmla="*/ 32 w 37"/>
              <a:gd name="T35" fmla="*/ 31 h 38"/>
              <a:gd name="T36" fmla="*/ 36 w 37"/>
              <a:gd name="T37" fmla="*/ 24 h 38"/>
              <a:gd name="T38" fmla="*/ 37 w 37"/>
              <a:gd name="T39" fmla="*/ 18 h 38"/>
              <a:gd name="T40" fmla="*/ 35 w 37"/>
              <a:gd name="T41" fmla="*/ 13 h 38"/>
              <a:gd name="T42" fmla="*/ 31 w 37"/>
              <a:gd name="T43" fmla="*/ 8 h 38"/>
              <a:gd name="T44" fmla="*/ 22 w 37"/>
              <a:gd name="T45" fmla="*/ 0 h 38"/>
              <a:gd name="T46" fmla="*/ 0 w 37"/>
              <a:gd name="T47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7" h="38">
                <a:moveTo>
                  <a:pt x="25" y="11"/>
                </a:moveTo>
                <a:cubicBezTo>
                  <a:pt x="28" y="13"/>
                  <a:pt x="29" y="14"/>
                  <a:pt x="29" y="15"/>
                </a:cubicBezTo>
                <a:cubicBezTo>
                  <a:pt x="30" y="16"/>
                  <a:pt x="31" y="17"/>
                  <a:pt x="31" y="18"/>
                </a:cubicBezTo>
                <a:cubicBezTo>
                  <a:pt x="31" y="19"/>
                  <a:pt x="31" y="20"/>
                  <a:pt x="30" y="21"/>
                </a:cubicBezTo>
                <a:cubicBezTo>
                  <a:pt x="30" y="23"/>
                  <a:pt x="28" y="24"/>
                  <a:pt x="27" y="26"/>
                </a:cubicBezTo>
                <a:cubicBezTo>
                  <a:pt x="25" y="28"/>
                  <a:pt x="24" y="29"/>
                  <a:pt x="22" y="30"/>
                </a:cubicBezTo>
                <a:cubicBezTo>
                  <a:pt x="21" y="31"/>
                  <a:pt x="20" y="32"/>
                  <a:pt x="19" y="32"/>
                </a:cubicBezTo>
                <a:cubicBezTo>
                  <a:pt x="18" y="32"/>
                  <a:pt x="17" y="31"/>
                  <a:pt x="16" y="31"/>
                </a:cubicBezTo>
                <a:cubicBezTo>
                  <a:pt x="15" y="31"/>
                  <a:pt x="14" y="30"/>
                  <a:pt x="13" y="29"/>
                </a:cubicBezTo>
                <a:cubicBezTo>
                  <a:pt x="9" y="25"/>
                  <a:pt x="9" y="25"/>
                  <a:pt x="9" y="25"/>
                </a:cubicBezTo>
                <a:cubicBezTo>
                  <a:pt x="23" y="9"/>
                  <a:pt x="23" y="9"/>
                  <a:pt x="23" y="9"/>
                </a:cubicBezTo>
                <a:lnTo>
                  <a:pt x="25" y="11"/>
                </a:lnTo>
                <a:close/>
                <a:moveTo>
                  <a:pt x="0" y="25"/>
                </a:moveTo>
                <a:cubicBezTo>
                  <a:pt x="10" y="33"/>
                  <a:pt x="10" y="33"/>
                  <a:pt x="10" y="33"/>
                </a:cubicBezTo>
                <a:cubicBezTo>
                  <a:pt x="12" y="35"/>
                  <a:pt x="13" y="36"/>
                  <a:pt x="15" y="37"/>
                </a:cubicBezTo>
                <a:cubicBezTo>
                  <a:pt x="17" y="37"/>
                  <a:pt x="18" y="38"/>
                  <a:pt x="20" y="38"/>
                </a:cubicBezTo>
                <a:cubicBezTo>
                  <a:pt x="22" y="38"/>
                  <a:pt x="24" y="37"/>
                  <a:pt x="27" y="36"/>
                </a:cubicBezTo>
                <a:cubicBezTo>
                  <a:pt x="28" y="34"/>
                  <a:pt x="30" y="33"/>
                  <a:pt x="32" y="31"/>
                </a:cubicBezTo>
                <a:cubicBezTo>
                  <a:pt x="34" y="28"/>
                  <a:pt x="35" y="26"/>
                  <a:pt x="36" y="24"/>
                </a:cubicBezTo>
                <a:cubicBezTo>
                  <a:pt x="37" y="22"/>
                  <a:pt x="37" y="20"/>
                  <a:pt x="37" y="18"/>
                </a:cubicBezTo>
                <a:cubicBezTo>
                  <a:pt x="37" y="16"/>
                  <a:pt x="36" y="14"/>
                  <a:pt x="35" y="13"/>
                </a:cubicBezTo>
                <a:cubicBezTo>
                  <a:pt x="35" y="11"/>
                  <a:pt x="33" y="10"/>
                  <a:pt x="31" y="8"/>
                </a:cubicBezTo>
                <a:cubicBezTo>
                  <a:pt x="22" y="0"/>
                  <a:pt x="22" y="0"/>
                  <a:pt x="22" y="0"/>
                </a:cubicBezTo>
                <a:lnTo>
                  <a:pt x="0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Freeform 37"/>
          <p:cNvSpPr>
            <a:spLocks noEditPoints="1"/>
          </p:cNvSpPr>
          <p:nvPr>
            <p:custDataLst>
              <p:tags r:id="rId34"/>
            </p:custDataLst>
          </p:nvPr>
        </p:nvSpPr>
        <p:spPr bwMode="auto">
          <a:xfrm>
            <a:off x="10784840" y="420370"/>
            <a:ext cx="27940" cy="25400"/>
          </a:xfrm>
          <a:custGeom>
            <a:avLst/>
            <a:gdLst>
              <a:gd name="T0" fmla="*/ 46 w 102"/>
              <a:gd name="T1" fmla="*/ 24 h 91"/>
              <a:gd name="T2" fmla="*/ 80 w 102"/>
              <a:gd name="T3" fmla="*/ 18 h 91"/>
              <a:gd name="T4" fmla="*/ 56 w 102"/>
              <a:gd name="T5" fmla="*/ 45 h 91"/>
              <a:gd name="T6" fmla="*/ 46 w 102"/>
              <a:gd name="T7" fmla="*/ 24 h 91"/>
              <a:gd name="T8" fmla="*/ 102 w 102"/>
              <a:gd name="T9" fmla="*/ 16 h 91"/>
              <a:gd name="T10" fmla="*/ 94 w 102"/>
              <a:gd name="T11" fmla="*/ 0 h 91"/>
              <a:gd name="T12" fmla="*/ 0 w 102"/>
              <a:gd name="T13" fmla="*/ 13 h 91"/>
              <a:gd name="T14" fmla="*/ 8 w 102"/>
              <a:gd name="T15" fmla="*/ 29 h 91"/>
              <a:gd name="T16" fmla="*/ 30 w 102"/>
              <a:gd name="T17" fmla="*/ 26 h 91"/>
              <a:gd name="T18" fmla="*/ 48 w 102"/>
              <a:gd name="T19" fmla="*/ 56 h 91"/>
              <a:gd name="T20" fmla="*/ 32 w 102"/>
              <a:gd name="T21" fmla="*/ 75 h 91"/>
              <a:gd name="T22" fmla="*/ 43 w 102"/>
              <a:gd name="T23" fmla="*/ 91 h 91"/>
              <a:gd name="T24" fmla="*/ 102 w 102"/>
              <a:gd name="T25" fmla="*/ 16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2" h="91">
                <a:moveTo>
                  <a:pt x="46" y="24"/>
                </a:moveTo>
                <a:lnTo>
                  <a:pt x="80" y="18"/>
                </a:lnTo>
                <a:lnTo>
                  <a:pt x="56" y="45"/>
                </a:lnTo>
                <a:lnTo>
                  <a:pt x="46" y="24"/>
                </a:lnTo>
                <a:close/>
                <a:moveTo>
                  <a:pt x="102" y="16"/>
                </a:moveTo>
                <a:lnTo>
                  <a:pt x="94" y="0"/>
                </a:lnTo>
                <a:lnTo>
                  <a:pt x="0" y="13"/>
                </a:lnTo>
                <a:lnTo>
                  <a:pt x="8" y="29"/>
                </a:lnTo>
                <a:lnTo>
                  <a:pt x="30" y="26"/>
                </a:lnTo>
                <a:lnTo>
                  <a:pt x="48" y="56"/>
                </a:lnTo>
                <a:lnTo>
                  <a:pt x="32" y="75"/>
                </a:lnTo>
                <a:lnTo>
                  <a:pt x="43" y="91"/>
                </a:lnTo>
                <a:lnTo>
                  <a:pt x="102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9" name="Freeform 38"/>
          <p:cNvSpPr/>
          <p:nvPr>
            <p:custDataLst>
              <p:tags r:id="rId35"/>
            </p:custDataLst>
          </p:nvPr>
        </p:nvSpPr>
        <p:spPr bwMode="auto">
          <a:xfrm>
            <a:off x="10775315" y="391160"/>
            <a:ext cx="29210" cy="26670"/>
          </a:xfrm>
          <a:custGeom>
            <a:avLst/>
            <a:gdLst>
              <a:gd name="T0" fmla="*/ 0 w 106"/>
              <a:gd name="T1" fmla="*/ 29 h 96"/>
              <a:gd name="T2" fmla="*/ 82 w 106"/>
              <a:gd name="T3" fmla="*/ 0 h 96"/>
              <a:gd name="T4" fmla="*/ 88 w 106"/>
              <a:gd name="T5" fmla="*/ 19 h 96"/>
              <a:gd name="T6" fmla="*/ 56 w 106"/>
              <a:gd name="T7" fmla="*/ 29 h 96"/>
              <a:gd name="T8" fmla="*/ 66 w 106"/>
              <a:gd name="T9" fmla="*/ 62 h 96"/>
              <a:gd name="T10" fmla="*/ 101 w 106"/>
              <a:gd name="T11" fmla="*/ 51 h 96"/>
              <a:gd name="T12" fmla="*/ 106 w 106"/>
              <a:gd name="T13" fmla="*/ 67 h 96"/>
              <a:gd name="T14" fmla="*/ 24 w 106"/>
              <a:gd name="T15" fmla="*/ 96 h 96"/>
              <a:gd name="T16" fmla="*/ 16 w 106"/>
              <a:gd name="T17" fmla="*/ 80 h 96"/>
              <a:gd name="T18" fmla="*/ 53 w 106"/>
              <a:gd name="T19" fmla="*/ 67 h 96"/>
              <a:gd name="T20" fmla="*/ 42 w 106"/>
              <a:gd name="T21" fmla="*/ 35 h 96"/>
              <a:gd name="T22" fmla="*/ 5 w 106"/>
              <a:gd name="T23" fmla="*/ 48 h 96"/>
              <a:gd name="T24" fmla="*/ 0 w 106"/>
              <a:gd name="T25" fmla="*/ 29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6" h="96">
                <a:moveTo>
                  <a:pt x="0" y="29"/>
                </a:moveTo>
                <a:lnTo>
                  <a:pt x="82" y="0"/>
                </a:lnTo>
                <a:lnTo>
                  <a:pt x="88" y="19"/>
                </a:lnTo>
                <a:lnTo>
                  <a:pt x="56" y="29"/>
                </a:lnTo>
                <a:lnTo>
                  <a:pt x="66" y="62"/>
                </a:lnTo>
                <a:lnTo>
                  <a:pt x="101" y="51"/>
                </a:lnTo>
                <a:lnTo>
                  <a:pt x="106" y="67"/>
                </a:lnTo>
                <a:lnTo>
                  <a:pt x="24" y="96"/>
                </a:lnTo>
                <a:lnTo>
                  <a:pt x="16" y="80"/>
                </a:lnTo>
                <a:lnTo>
                  <a:pt x="53" y="67"/>
                </a:lnTo>
                <a:lnTo>
                  <a:pt x="42" y="35"/>
                </a:lnTo>
                <a:lnTo>
                  <a:pt x="5" y="48"/>
                </a:lnTo>
                <a:lnTo>
                  <a:pt x="0" y="2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0" name="Freeform 39"/>
          <p:cNvSpPr/>
          <p:nvPr>
            <p:custDataLst>
              <p:tags r:id="rId36"/>
            </p:custDataLst>
          </p:nvPr>
        </p:nvSpPr>
        <p:spPr bwMode="auto">
          <a:xfrm>
            <a:off x="10770235" y="369570"/>
            <a:ext cx="26035" cy="20955"/>
          </a:xfrm>
          <a:custGeom>
            <a:avLst/>
            <a:gdLst>
              <a:gd name="T0" fmla="*/ 9 w 35"/>
              <a:gd name="T1" fmla="*/ 1 h 28"/>
              <a:gd name="T2" fmla="*/ 11 w 35"/>
              <a:gd name="T3" fmla="*/ 8 h 28"/>
              <a:gd name="T4" fmla="*/ 7 w 35"/>
              <a:gd name="T5" fmla="*/ 11 h 28"/>
              <a:gd name="T6" fmla="*/ 6 w 35"/>
              <a:gd name="T7" fmla="*/ 16 h 28"/>
              <a:gd name="T8" fmla="*/ 8 w 35"/>
              <a:gd name="T9" fmla="*/ 20 h 28"/>
              <a:gd name="T10" fmla="*/ 12 w 35"/>
              <a:gd name="T11" fmla="*/ 21 h 28"/>
              <a:gd name="T12" fmla="*/ 14 w 35"/>
              <a:gd name="T13" fmla="*/ 20 h 28"/>
              <a:gd name="T14" fmla="*/ 15 w 35"/>
              <a:gd name="T15" fmla="*/ 18 h 28"/>
              <a:gd name="T16" fmla="*/ 15 w 35"/>
              <a:gd name="T17" fmla="*/ 12 h 28"/>
              <a:gd name="T18" fmla="*/ 17 w 35"/>
              <a:gd name="T19" fmla="*/ 4 h 28"/>
              <a:gd name="T20" fmla="*/ 23 w 35"/>
              <a:gd name="T21" fmla="*/ 0 h 28"/>
              <a:gd name="T22" fmla="*/ 28 w 35"/>
              <a:gd name="T23" fmla="*/ 1 h 28"/>
              <a:gd name="T24" fmla="*/ 32 w 35"/>
              <a:gd name="T25" fmla="*/ 4 h 28"/>
              <a:gd name="T26" fmla="*/ 34 w 35"/>
              <a:gd name="T27" fmla="*/ 10 h 28"/>
              <a:gd name="T28" fmla="*/ 33 w 35"/>
              <a:gd name="T29" fmla="*/ 20 h 28"/>
              <a:gd name="T30" fmla="*/ 27 w 35"/>
              <a:gd name="T31" fmla="*/ 24 h 28"/>
              <a:gd name="T32" fmla="*/ 25 w 35"/>
              <a:gd name="T33" fmla="*/ 18 h 28"/>
              <a:gd name="T34" fmla="*/ 28 w 35"/>
              <a:gd name="T35" fmla="*/ 16 h 28"/>
              <a:gd name="T36" fmla="*/ 29 w 35"/>
              <a:gd name="T37" fmla="*/ 11 h 28"/>
              <a:gd name="T38" fmla="*/ 27 w 35"/>
              <a:gd name="T39" fmla="*/ 7 h 28"/>
              <a:gd name="T40" fmla="*/ 25 w 35"/>
              <a:gd name="T41" fmla="*/ 6 h 28"/>
              <a:gd name="T42" fmla="*/ 23 w 35"/>
              <a:gd name="T43" fmla="*/ 8 h 28"/>
              <a:gd name="T44" fmla="*/ 22 w 35"/>
              <a:gd name="T45" fmla="*/ 14 h 28"/>
              <a:gd name="T46" fmla="*/ 21 w 35"/>
              <a:gd name="T47" fmla="*/ 22 h 28"/>
              <a:gd name="T48" fmla="*/ 18 w 35"/>
              <a:gd name="T49" fmla="*/ 26 h 28"/>
              <a:gd name="T50" fmla="*/ 13 w 35"/>
              <a:gd name="T51" fmla="*/ 28 h 28"/>
              <a:gd name="T52" fmla="*/ 7 w 35"/>
              <a:gd name="T53" fmla="*/ 27 h 28"/>
              <a:gd name="T54" fmla="*/ 3 w 35"/>
              <a:gd name="T55" fmla="*/ 24 h 28"/>
              <a:gd name="T56" fmla="*/ 0 w 35"/>
              <a:gd name="T57" fmla="*/ 17 h 28"/>
              <a:gd name="T58" fmla="*/ 2 w 35"/>
              <a:gd name="T59" fmla="*/ 7 h 28"/>
              <a:gd name="T60" fmla="*/ 9 w 35"/>
              <a:gd name="T61" fmla="*/ 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5" h="28">
                <a:moveTo>
                  <a:pt x="9" y="1"/>
                </a:moveTo>
                <a:cubicBezTo>
                  <a:pt x="11" y="8"/>
                  <a:pt x="11" y="8"/>
                  <a:pt x="11" y="8"/>
                </a:cubicBezTo>
                <a:cubicBezTo>
                  <a:pt x="9" y="8"/>
                  <a:pt x="7" y="10"/>
                  <a:pt x="7" y="11"/>
                </a:cubicBezTo>
                <a:cubicBezTo>
                  <a:pt x="6" y="12"/>
                  <a:pt x="6" y="14"/>
                  <a:pt x="6" y="16"/>
                </a:cubicBezTo>
                <a:cubicBezTo>
                  <a:pt x="6" y="18"/>
                  <a:pt x="7" y="19"/>
                  <a:pt x="8" y="20"/>
                </a:cubicBezTo>
                <a:cubicBezTo>
                  <a:pt x="9" y="21"/>
                  <a:pt x="10" y="22"/>
                  <a:pt x="12" y="21"/>
                </a:cubicBezTo>
                <a:cubicBezTo>
                  <a:pt x="12" y="21"/>
                  <a:pt x="13" y="21"/>
                  <a:pt x="14" y="20"/>
                </a:cubicBezTo>
                <a:cubicBezTo>
                  <a:pt x="14" y="20"/>
                  <a:pt x="14" y="19"/>
                  <a:pt x="15" y="18"/>
                </a:cubicBezTo>
                <a:cubicBezTo>
                  <a:pt x="15" y="17"/>
                  <a:pt x="15" y="15"/>
                  <a:pt x="15" y="12"/>
                </a:cubicBezTo>
                <a:cubicBezTo>
                  <a:pt x="15" y="9"/>
                  <a:pt x="16" y="6"/>
                  <a:pt x="17" y="4"/>
                </a:cubicBezTo>
                <a:cubicBezTo>
                  <a:pt x="18" y="2"/>
                  <a:pt x="20" y="1"/>
                  <a:pt x="23" y="0"/>
                </a:cubicBezTo>
                <a:cubicBezTo>
                  <a:pt x="25" y="0"/>
                  <a:pt x="26" y="0"/>
                  <a:pt x="28" y="1"/>
                </a:cubicBezTo>
                <a:cubicBezTo>
                  <a:pt x="29" y="2"/>
                  <a:pt x="31" y="3"/>
                  <a:pt x="32" y="4"/>
                </a:cubicBezTo>
                <a:cubicBezTo>
                  <a:pt x="33" y="6"/>
                  <a:pt x="34" y="8"/>
                  <a:pt x="34" y="10"/>
                </a:cubicBezTo>
                <a:cubicBezTo>
                  <a:pt x="35" y="14"/>
                  <a:pt x="35" y="18"/>
                  <a:pt x="33" y="20"/>
                </a:cubicBezTo>
                <a:cubicBezTo>
                  <a:pt x="32" y="22"/>
                  <a:pt x="30" y="24"/>
                  <a:pt x="27" y="24"/>
                </a:cubicBezTo>
                <a:cubicBezTo>
                  <a:pt x="25" y="18"/>
                  <a:pt x="25" y="18"/>
                  <a:pt x="25" y="18"/>
                </a:cubicBezTo>
                <a:cubicBezTo>
                  <a:pt x="27" y="17"/>
                  <a:pt x="28" y="17"/>
                  <a:pt x="28" y="16"/>
                </a:cubicBezTo>
                <a:cubicBezTo>
                  <a:pt x="29" y="15"/>
                  <a:pt x="29" y="13"/>
                  <a:pt x="29" y="11"/>
                </a:cubicBezTo>
                <a:cubicBezTo>
                  <a:pt x="28" y="9"/>
                  <a:pt x="28" y="8"/>
                  <a:pt x="27" y="7"/>
                </a:cubicBezTo>
                <a:cubicBezTo>
                  <a:pt x="26" y="7"/>
                  <a:pt x="25" y="6"/>
                  <a:pt x="25" y="6"/>
                </a:cubicBezTo>
                <a:cubicBezTo>
                  <a:pt x="24" y="7"/>
                  <a:pt x="23" y="7"/>
                  <a:pt x="23" y="8"/>
                </a:cubicBezTo>
                <a:cubicBezTo>
                  <a:pt x="22" y="9"/>
                  <a:pt x="22" y="11"/>
                  <a:pt x="22" y="14"/>
                </a:cubicBezTo>
                <a:cubicBezTo>
                  <a:pt x="21" y="17"/>
                  <a:pt x="21" y="20"/>
                  <a:pt x="21" y="22"/>
                </a:cubicBezTo>
                <a:cubicBezTo>
                  <a:pt x="20" y="23"/>
                  <a:pt x="19" y="25"/>
                  <a:pt x="18" y="26"/>
                </a:cubicBezTo>
                <a:cubicBezTo>
                  <a:pt x="17" y="27"/>
                  <a:pt x="15" y="28"/>
                  <a:pt x="13" y="28"/>
                </a:cubicBezTo>
                <a:cubicBezTo>
                  <a:pt x="11" y="28"/>
                  <a:pt x="9" y="28"/>
                  <a:pt x="7" y="27"/>
                </a:cubicBezTo>
                <a:cubicBezTo>
                  <a:pt x="6" y="27"/>
                  <a:pt x="4" y="25"/>
                  <a:pt x="3" y="24"/>
                </a:cubicBezTo>
                <a:cubicBezTo>
                  <a:pt x="2" y="22"/>
                  <a:pt x="1" y="20"/>
                  <a:pt x="0" y="17"/>
                </a:cubicBezTo>
                <a:cubicBezTo>
                  <a:pt x="0" y="13"/>
                  <a:pt x="0" y="9"/>
                  <a:pt x="2" y="7"/>
                </a:cubicBezTo>
                <a:cubicBezTo>
                  <a:pt x="3" y="4"/>
                  <a:pt x="6" y="3"/>
                  <a:pt x="9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1" name="Freeform 40"/>
          <p:cNvSpPr/>
          <p:nvPr>
            <p:custDataLst>
              <p:tags r:id="rId37"/>
            </p:custDataLst>
          </p:nvPr>
        </p:nvSpPr>
        <p:spPr bwMode="auto">
          <a:xfrm>
            <a:off x="10937240" y="490220"/>
            <a:ext cx="21590" cy="26035"/>
          </a:xfrm>
          <a:custGeom>
            <a:avLst/>
            <a:gdLst>
              <a:gd name="T0" fmla="*/ 0 w 29"/>
              <a:gd name="T1" fmla="*/ 3 h 35"/>
              <a:gd name="T2" fmla="*/ 7 w 29"/>
              <a:gd name="T3" fmla="*/ 2 h 35"/>
              <a:gd name="T4" fmla="*/ 9 w 29"/>
              <a:gd name="T5" fmla="*/ 20 h 35"/>
              <a:gd name="T6" fmla="*/ 9 w 29"/>
              <a:gd name="T7" fmla="*/ 25 h 35"/>
              <a:gd name="T8" fmla="*/ 12 w 29"/>
              <a:gd name="T9" fmla="*/ 28 h 35"/>
              <a:gd name="T10" fmla="*/ 16 w 29"/>
              <a:gd name="T11" fmla="*/ 29 h 35"/>
              <a:gd name="T12" fmla="*/ 20 w 29"/>
              <a:gd name="T13" fmla="*/ 28 h 35"/>
              <a:gd name="T14" fmla="*/ 22 w 29"/>
              <a:gd name="T15" fmla="*/ 25 h 35"/>
              <a:gd name="T16" fmla="*/ 22 w 29"/>
              <a:gd name="T17" fmla="*/ 19 h 35"/>
              <a:gd name="T18" fmla="*/ 20 w 29"/>
              <a:gd name="T19" fmla="*/ 1 h 35"/>
              <a:gd name="T20" fmla="*/ 27 w 29"/>
              <a:gd name="T21" fmla="*/ 0 h 35"/>
              <a:gd name="T22" fmla="*/ 28 w 29"/>
              <a:gd name="T23" fmla="*/ 18 h 35"/>
              <a:gd name="T24" fmla="*/ 28 w 29"/>
              <a:gd name="T25" fmla="*/ 26 h 35"/>
              <a:gd name="T26" fmla="*/ 27 w 29"/>
              <a:gd name="T27" fmla="*/ 30 h 35"/>
              <a:gd name="T28" fmla="*/ 23 w 29"/>
              <a:gd name="T29" fmla="*/ 33 h 35"/>
              <a:gd name="T30" fmla="*/ 17 w 29"/>
              <a:gd name="T31" fmla="*/ 35 h 35"/>
              <a:gd name="T32" fmla="*/ 10 w 29"/>
              <a:gd name="T33" fmla="*/ 34 h 35"/>
              <a:gd name="T34" fmla="*/ 6 w 29"/>
              <a:gd name="T35" fmla="*/ 32 h 35"/>
              <a:gd name="T36" fmla="*/ 3 w 29"/>
              <a:gd name="T37" fmla="*/ 28 h 35"/>
              <a:gd name="T38" fmla="*/ 2 w 29"/>
              <a:gd name="T39" fmla="*/ 20 h 35"/>
              <a:gd name="T40" fmla="*/ 0 w 29"/>
              <a:gd name="T41" fmla="*/ 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5">
                <a:moveTo>
                  <a:pt x="0" y="3"/>
                </a:moveTo>
                <a:cubicBezTo>
                  <a:pt x="7" y="2"/>
                  <a:pt x="7" y="2"/>
                  <a:pt x="7" y="2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3"/>
                  <a:pt x="9" y="25"/>
                  <a:pt x="9" y="25"/>
                </a:cubicBezTo>
                <a:cubicBezTo>
                  <a:pt x="10" y="27"/>
                  <a:pt x="11" y="28"/>
                  <a:pt x="12" y="28"/>
                </a:cubicBezTo>
                <a:cubicBezTo>
                  <a:pt x="13" y="29"/>
                  <a:pt x="14" y="29"/>
                  <a:pt x="16" y="29"/>
                </a:cubicBezTo>
                <a:cubicBezTo>
                  <a:pt x="18" y="29"/>
                  <a:pt x="19" y="29"/>
                  <a:pt x="20" y="28"/>
                </a:cubicBezTo>
                <a:cubicBezTo>
                  <a:pt x="21" y="27"/>
                  <a:pt x="22" y="26"/>
                  <a:pt x="22" y="25"/>
                </a:cubicBezTo>
                <a:cubicBezTo>
                  <a:pt x="22" y="24"/>
                  <a:pt x="22" y="22"/>
                  <a:pt x="22" y="19"/>
                </a:cubicBezTo>
                <a:cubicBezTo>
                  <a:pt x="20" y="1"/>
                  <a:pt x="20" y="1"/>
                  <a:pt x="20" y="1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18"/>
                  <a:pt x="28" y="18"/>
                  <a:pt x="28" y="18"/>
                </a:cubicBezTo>
                <a:cubicBezTo>
                  <a:pt x="29" y="22"/>
                  <a:pt x="29" y="24"/>
                  <a:pt x="28" y="26"/>
                </a:cubicBezTo>
                <a:cubicBezTo>
                  <a:pt x="28" y="28"/>
                  <a:pt x="28" y="29"/>
                  <a:pt x="27" y="30"/>
                </a:cubicBezTo>
                <a:cubicBezTo>
                  <a:pt x="26" y="32"/>
                  <a:pt x="25" y="33"/>
                  <a:pt x="23" y="33"/>
                </a:cubicBezTo>
                <a:cubicBezTo>
                  <a:pt x="22" y="34"/>
                  <a:pt x="20" y="35"/>
                  <a:pt x="17" y="35"/>
                </a:cubicBezTo>
                <a:cubicBezTo>
                  <a:pt x="14" y="35"/>
                  <a:pt x="11" y="35"/>
                  <a:pt x="10" y="34"/>
                </a:cubicBezTo>
                <a:cubicBezTo>
                  <a:pt x="8" y="34"/>
                  <a:pt x="7" y="33"/>
                  <a:pt x="6" y="32"/>
                </a:cubicBezTo>
                <a:cubicBezTo>
                  <a:pt x="5" y="31"/>
                  <a:pt x="4" y="30"/>
                  <a:pt x="3" y="28"/>
                </a:cubicBezTo>
                <a:cubicBezTo>
                  <a:pt x="3" y="27"/>
                  <a:pt x="2" y="24"/>
                  <a:pt x="2" y="20"/>
                </a:cubicBezTo>
                <a:lnTo>
                  <a:pt x="0" y="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2" name="Freeform 41"/>
          <p:cNvSpPr/>
          <p:nvPr>
            <p:custDataLst>
              <p:tags r:id="rId38"/>
            </p:custDataLst>
          </p:nvPr>
        </p:nvSpPr>
        <p:spPr bwMode="auto">
          <a:xfrm>
            <a:off x="10961370" y="484505"/>
            <a:ext cx="26035" cy="29210"/>
          </a:xfrm>
          <a:custGeom>
            <a:avLst/>
            <a:gdLst>
              <a:gd name="T0" fmla="*/ 24 w 93"/>
              <a:gd name="T1" fmla="*/ 105 h 105"/>
              <a:gd name="T2" fmla="*/ 0 w 93"/>
              <a:gd name="T3" fmla="*/ 19 h 105"/>
              <a:gd name="T4" fmla="*/ 18 w 93"/>
              <a:gd name="T5" fmla="*/ 16 h 105"/>
              <a:gd name="T6" fmla="*/ 69 w 93"/>
              <a:gd name="T7" fmla="*/ 62 h 105"/>
              <a:gd name="T8" fmla="*/ 53 w 93"/>
              <a:gd name="T9" fmla="*/ 6 h 105"/>
              <a:gd name="T10" fmla="*/ 69 w 93"/>
              <a:gd name="T11" fmla="*/ 0 h 105"/>
              <a:gd name="T12" fmla="*/ 93 w 93"/>
              <a:gd name="T13" fmla="*/ 86 h 105"/>
              <a:gd name="T14" fmla="*/ 75 w 93"/>
              <a:gd name="T15" fmla="*/ 91 h 105"/>
              <a:gd name="T16" fmla="*/ 24 w 93"/>
              <a:gd name="T17" fmla="*/ 43 h 105"/>
              <a:gd name="T18" fmla="*/ 40 w 93"/>
              <a:gd name="T19" fmla="*/ 99 h 105"/>
              <a:gd name="T20" fmla="*/ 24 w 93"/>
              <a:gd name="T21" fmla="*/ 105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3" h="105">
                <a:moveTo>
                  <a:pt x="24" y="105"/>
                </a:moveTo>
                <a:lnTo>
                  <a:pt x="0" y="19"/>
                </a:lnTo>
                <a:lnTo>
                  <a:pt x="18" y="16"/>
                </a:lnTo>
                <a:lnTo>
                  <a:pt x="69" y="62"/>
                </a:lnTo>
                <a:lnTo>
                  <a:pt x="53" y="6"/>
                </a:lnTo>
                <a:lnTo>
                  <a:pt x="69" y="0"/>
                </a:lnTo>
                <a:lnTo>
                  <a:pt x="93" y="86"/>
                </a:lnTo>
                <a:lnTo>
                  <a:pt x="75" y="91"/>
                </a:lnTo>
                <a:lnTo>
                  <a:pt x="24" y="43"/>
                </a:lnTo>
                <a:lnTo>
                  <a:pt x="40" y="99"/>
                </a:lnTo>
                <a:lnTo>
                  <a:pt x="24" y="10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3" name="Freeform 42"/>
          <p:cNvSpPr/>
          <p:nvPr>
            <p:custDataLst>
              <p:tags r:id="rId39"/>
            </p:custDataLst>
          </p:nvPr>
        </p:nvSpPr>
        <p:spPr bwMode="auto">
          <a:xfrm>
            <a:off x="10985500" y="480695"/>
            <a:ext cx="13970" cy="24130"/>
          </a:xfrm>
          <a:custGeom>
            <a:avLst/>
            <a:gdLst>
              <a:gd name="T0" fmla="*/ 35 w 51"/>
              <a:gd name="T1" fmla="*/ 88 h 88"/>
              <a:gd name="T2" fmla="*/ 0 w 51"/>
              <a:gd name="T3" fmla="*/ 5 h 88"/>
              <a:gd name="T4" fmla="*/ 16 w 51"/>
              <a:gd name="T5" fmla="*/ 0 h 88"/>
              <a:gd name="T6" fmla="*/ 51 w 51"/>
              <a:gd name="T7" fmla="*/ 80 h 88"/>
              <a:gd name="T8" fmla="*/ 35 w 51"/>
              <a:gd name="T9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88">
                <a:moveTo>
                  <a:pt x="35" y="88"/>
                </a:moveTo>
                <a:lnTo>
                  <a:pt x="0" y="5"/>
                </a:lnTo>
                <a:lnTo>
                  <a:pt x="16" y="0"/>
                </a:lnTo>
                <a:lnTo>
                  <a:pt x="51" y="80"/>
                </a:lnTo>
                <a:lnTo>
                  <a:pt x="35" y="8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Freeform 43"/>
          <p:cNvSpPr/>
          <p:nvPr>
            <p:custDataLst>
              <p:tags r:id="rId40"/>
            </p:custDataLst>
          </p:nvPr>
        </p:nvSpPr>
        <p:spPr bwMode="auto">
          <a:xfrm>
            <a:off x="10991850" y="468630"/>
            <a:ext cx="24130" cy="27940"/>
          </a:xfrm>
          <a:custGeom>
            <a:avLst/>
            <a:gdLst>
              <a:gd name="T0" fmla="*/ 72 w 88"/>
              <a:gd name="T1" fmla="*/ 102 h 102"/>
              <a:gd name="T2" fmla="*/ 0 w 88"/>
              <a:gd name="T3" fmla="*/ 40 h 102"/>
              <a:gd name="T4" fmla="*/ 19 w 88"/>
              <a:gd name="T5" fmla="*/ 32 h 102"/>
              <a:gd name="T6" fmla="*/ 70 w 88"/>
              <a:gd name="T7" fmla="*/ 78 h 102"/>
              <a:gd name="T8" fmla="*/ 56 w 88"/>
              <a:gd name="T9" fmla="*/ 11 h 102"/>
              <a:gd name="T10" fmla="*/ 72 w 88"/>
              <a:gd name="T11" fmla="*/ 0 h 102"/>
              <a:gd name="T12" fmla="*/ 88 w 88"/>
              <a:gd name="T13" fmla="*/ 94 h 102"/>
              <a:gd name="T14" fmla="*/ 72 w 88"/>
              <a:gd name="T15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8" h="102">
                <a:moveTo>
                  <a:pt x="72" y="102"/>
                </a:moveTo>
                <a:lnTo>
                  <a:pt x="0" y="40"/>
                </a:lnTo>
                <a:lnTo>
                  <a:pt x="19" y="32"/>
                </a:lnTo>
                <a:lnTo>
                  <a:pt x="70" y="78"/>
                </a:lnTo>
                <a:lnTo>
                  <a:pt x="56" y="11"/>
                </a:lnTo>
                <a:lnTo>
                  <a:pt x="72" y="0"/>
                </a:lnTo>
                <a:lnTo>
                  <a:pt x="88" y="94"/>
                </a:lnTo>
                <a:lnTo>
                  <a:pt x="72" y="10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Freeform 44"/>
          <p:cNvSpPr/>
          <p:nvPr>
            <p:custDataLst>
              <p:tags r:id="rId41"/>
            </p:custDataLst>
          </p:nvPr>
        </p:nvSpPr>
        <p:spPr bwMode="auto">
          <a:xfrm>
            <a:off x="11014075" y="455930"/>
            <a:ext cx="29845" cy="30480"/>
          </a:xfrm>
          <a:custGeom>
            <a:avLst/>
            <a:gdLst>
              <a:gd name="T0" fmla="*/ 57 w 107"/>
              <a:gd name="T1" fmla="*/ 110 h 110"/>
              <a:gd name="T2" fmla="*/ 0 w 107"/>
              <a:gd name="T3" fmla="*/ 40 h 110"/>
              <a:gd name="T4" fmla="*/ 51 w 107"/>
              <a:gd name="T5" fmla="*/ 0 h 110"/>
              <a:gd name="T6" fmla="*/ 62 w 107"/>
              <a:gd name="T7" fmla="*/ 11 h 110"/>
              <a:gd name="T8" fmla="*/ 24 w 107"/>
              <a:gd name="T9" fmla="*/ 40 h 110"/>
              <a:gd name="T10" fmla="*/ 35 w 107"/>
              <a:gd name="T11" fmla="*/ 57 h 110"/>
              <a:gd name="T12" fmla="*/ 70 w 107"/>
              <a:gd name="T13" fmla="*/ 30 h 110"/>
              <a:gd name="T14" fmla="*/ 81 w 107"/>
              <a:gd name="T15" fmla="*/ 40 h 110"/>
              <a:gd name="T16" fmla="*/ 46 w 107"/>
              <a:gd name="T17" fmla="*/ 67 h 110"/>
              <a:gd name="T18" fmla="*/ 59 w 107"/>
              <a:gd name="T19" fmla="*/ 86 h 110"/>
              <a:gd name="T20" fmla="*/ 99 w 107"/>
              <a:gd name="T21" fmla="*/ 57 h 110"/>
              <a:gd name="T22" fmla="*/ 107 w 107"/>
              <a:gd name="T23" fmla="*/ 67 h 110"/>
              <a:gd name="T24" fmla="*/ 57 w 107"/>
              <a:gd name="T25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7" h="110">
                <a:moveTo>
                  <a:pt x="57" y="110"/>
                </a:moveTo>
                <a:lnTo>
                  <a:pt x="0" y="40"/>
                </a:lnTo>
                <a:lnTo>
                  <a:pt x="51" y="0"/>
                </a:lnTo>
                <a:lnTo>
                  <a:pt x="62" y="11"/>
                </a:lnTo>
                <a:lnTo>
                  <a:pt x="24" y="40"/>
                </a:lnTo>
                <a:lnTo>
                  <a:pt x="35" y="57"/>
                </a:lnTo>
                <a:lnTo>
                  <a:pt x="70" y="30"/>
                </a:lnTo>
                <a:lnTo>
                  <a:pt x="81" y="40"/>
                </a:lnTo>
                <a:lnTo>
                  <a:pt x="46" y="67"/>
                </a:lnTo>
                <a:lnTo>
                  <a:pt x="59" y="86"/>
                </a:lnTo>
                <a:lnTo>
                  <a:pt x="99" y="57"/>
                </a:lnTo>
                <a:lnTo>
                  <a:pt x="107" y="67"/>
                </a:lnTo>
                <a:lnTo>
                  <a:pt x="57" y="1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Freeform 45"/>
          <p:cNvSpPr>
            <a:spLocks noEditPoints="1"/>
          </p:cNvSpPr>
          <p:nvPr>
            <p:custDataLst>
              <p:tags r:id="rId42"/>
            </p:custDataLst>
          </p:nvPr>
        </p:nvSpPr>
        <p:spPr bwMode="auto">
          <a:xfrm>
            <a:off x="11031855" y="440690"/>
            <a:ext cx="32385" cy="29210"/>
          </a:xfrm>
          <a:custGeom>
            <a:avLst/>
            <a:gdLst>
              <a:gd name="T0" fmla="*/ 8 w 44"/>
              <a:gd name="T1" fmla="*/ 16 h 39"/>
              <a:gd name="T2" fmla="*/ 12 w 44"/>
              <a:gd name="T3" fmla="*/ 12 h 39"/>
              <a:gd name="T4" fmla="*/ 15 w 44"/>
              <a:gd name="T5" fmla="*/ 8 h 39"/>
              <a:gd name="T6" fmla="*/ 18 w 44"/>
              <a:gd name="T7" fmla="*/ 7 h 39"/>
              <a:gd name="T8" fmla="*/ 21 w 44"/>
              <a:gd name="T9" fmla="*/ 9 h 39"/>
              <a:gd name="T10" fmla="*/ 22 w 44"/>
              <a:gd name="T11" fmla="*/ 11 h 39"/>
              <a:gd name="T12" fmla="*/ 22 w 44"/>
              <a:gd name="T13" fmla="*/ 13 h 39"/>
              <a:gd name="T14" fmla="*/ 18 w 44"/>
              <a:gd name="T15" fmla="*/ 18 h 39"/>
              <a:gd name="T16" fmla="*/ 15 w 44"/>
              <a:gd name="T17" fmla="*/ 21 h 39"/>
              <a:gd name="T18" fmla="*/ 8 w 44"/>
              <a:gd name="T19" fmla="*/ 16 h 39"/>
              <a:gd name="T20" fmla="*/ 29 w 44"/>
              <a:gd name="T21" fmla="*/ 34 h 39"/>
              <a:gd name="T22" fmla="*/ 19 w 44"/>
              <a:gd name="T23" fmla="*/ 25 h 39"/>
              <a:gd name="T24" fmla="*/ 19 w 44"/>
              <a:gd name="T25" fmla="*/ 24 h 39"/>
              <a:gd name="T26" fmla="*/ 22 w 44"/>
              <a:gd name="T27" fmla="*/ 22 h 39"/>
              <a:gd name="T28" fmla="*/ 24 w 44"/>
              <a:gd name="T29" fmla="*/ 21 h 39"/>
              <a:gd name="T30" fmla="*/ 30 w 44"/>
              <a:gd name="T31" fmla="*/ 22 h 39"/>
              <a:gd name="T32" fmla="*/ 39 w 44"/>
              <a:gd name="T33" fmla="*/ 23 h 39"/>
              <a:gd name="T34" fmla="*/ 44 w 44"/>
              <a:gd name="T35" fmla="*/ 17 h 39"/>
              <a:gd name="T36" fmla="*/ 37 w 44"/>
              <a:gd name="T37" fmla="*/ 16 h 39"/>
              <a:gd name="T38" fmla="*/ 30 w 44"/>
              <a:gd name="T39" fmla="*/ 15 h 39"/>
              <a:gd name="T40" fmla="*/ 26 w 44"/>
              <a:gd name="T41" fmla="*/ 16 h 39"/>
              <a:gd name="T42" fmla="*/ 28 w 44"/>
              <a:gd name="T43" fmla="*/ 9 h 39"/>
              <a:gd name="T44" fmla="*/ 25 w 44"/>
              <a:gd name="T45" fmla="*/ 3 h 39"/>
              <a:gd name="T46" fmla="*/ 20 w 44"/>
              <a:gd name="T47" fmla="*/ 1 h 39"/>
              <a:gd name="T48" fmla="*/ 15 w 44"/>
              <a:gd name="T49" fmla="*/ 1 h 39"/>
              <a:gd name="T50" fmla="*/ 9 w 44"/>
              <a:gd name="T51" fmla="*/ 6 h 39"/>
              <a:gd name="T52" fmla="*/ 0 w 44"/>
              <a:gd name="T53" fmla="*/ 17 h 39"/>
              <a:gd name="T54" fmla="*/ 24 w 44"/>
              <a:gd name="T55" fmla="*/ 39 h 39"/>
              <a:gd name="T56" fmla="*/ 29 w 44"/>
              <a:gd name="T57" fmla="*/ 34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4" h="39">
                <a:moveTo>
                  <a:pt x="8" y="16"/>
                </a:moveTo>
                <a:cubicBezTo>
                  <a:pt x="12" y="12"/>
                  <a:pt x="12" y="12"/>
                  <a:pt x="12" y="12"/>
                </a:cubicBezTo>
                <a:cubicBezTo>
                  <a:pt x="14" y="10"/>
                  <a:pt x="15" y="9"/>
                  <a:pt x="15" y="8"/>
                </a:cubicBezTo>
                <a:cubicBezTo>
                  <a:pt x="16" y="8"/>
                  <a:pt x="17" y="7"/>
                  <a:pt x="18" y="7"/>
                </a:cubicBezTo>
                <a:cubicBezTo>
                  <a:pt x="19" y="7"/>
                  <a:pt x="20" y="8"/>
                  <a:pt x="21" y="9"/>
                </a:cubicBezTo>
                <a:cubicBezTo>
                  <a:pt x="21" y="9"/>
                  <a:pt x="22" y="10"/>
                  <a:pt x="22" y="11"/>
                </a:cubicBezTo>
                <a:cubicBezTo>
                  <a:pt x="22" y="11"/>
                  <a:pt x="22" y="12"/>
                  <a:pt x="22" y="13"/>
                </a:cubicBezTo>
                <a:cubicBezTo>
                  <a:pt x="21" y="14"/>
                  <a:pt x="20" y="15"/>
                  <a:pt x="18" y="18"/>
                </a:cubicBezTo>
                <a:cubicBezTo>
                  <a:pt x="15" y="21"/>
                  <a:pt x="15" y="21"/>
                  <a:pt x="15" y="21"/>
                </a:cubicBezTo>
                <a:lnTo>
                  <a:pt x="8" y="16"/>
                </a:lnTo>
                <a:close/>
                <a:moveTo>
                  <a:pt x="29" y="34"/>
                </a:moveTo>
                <a:cubicBezTo>
                  <a:pt x="19" y="25"/>
                  <a:pt x="19" y="25"/>
                  <a:pt x="19" y="25"/>
                </a:cubicBezTo>
                <a:cubicBezTo>
                  <a:pt x="19" y="24"/>
                  <a:pt x="19" y="24"/>
                  <a:pt x="19" y="24"/>
                </a:cubicBezTo>
                <a:cubicBezTo>
                  <a:pt x="20" y="23"/>
                  <a:pt x="21" y="22"/>
                  <a:pt x="22" y="22"/>
                </a:cubicBezTo>
                <a:cubicBezTo>
                  <a:pt x="23" y="21"/>
                  <a:pt x="23" y="21"/>
                  <a:pt x="24" y="21"/>
                </a:cubicBezTo>
                <a:cubicBezTo>
                  <a:pt x="25" y="21"/>
                  <a:pt x="27" y="21"/>
                  <a:pt x="30" y="22"/>
                </a:cubicBezTo>
                <a:cubicBezTo>
                  <a:pt x="39" y="23"/>
                  <a:pt x="39" y="23"/>
                  <a:pt x="39" y="23"/>
                </a:cubicBezTo>
                <a:cubicBezTo>
                  <a:pt x="44" y="17"/>
                  <a:pt x="44" y="17"/>
                  <a:pt x="44" y="17"/>
                </a:cubicBezTo>
                <a:cubicBezTo>
                  <a:pt x="37" y="16"/>
                  <a:pt x="37" y="16"/>
                  <a:pt x="37" y="16"/>
                </a:cubicBezTo>
                <a:cubicBezTo>
                  <a:pt x="34" y="15"/>
                  <a:pt x="32" y="15"/>
                  <a:pt x="30" y="15"/>
                </a:cubicBezTo>
                <a:cubicBezTo>
                  <a:pt x="29" y="15"/>
                  <a:pt x="27" y="15"/>
                  <a:pt x="26" y="16"/>
                </a:cubicBezTo>
                <a:cubicBezTo>
                  <a:pt x="27" y="13"/>
                  <a:pt x="28" y="11"/>
                  <a:pt x="28" y="9"/>
                </a:cubicBezTo>
                <a:cubicBezTo>
                  <a:pt x="28" y="7"/>
                  <a:pt x="27" y="5"/>
                  <a:pt x="25" y="3"/>
                </a:cubicBezTo>
                <a:cubicBezTo>
                  <a:pt x="23" y="2"/>
                  <a:pt x="22" y="1"/>
                  <a:pt x="20" y="1"/>
                </a:cubicBezTo>
                <a:cubicBezTo>
                  <a:pt x="18" y="0"/>
                  <a:pt x="17" y="1"/>
                  <a:pt x="15" y="1"/>
                </a:cubicBezTo>
                <a:cubicBezTo>
                  <a:pt x="14" y="2"/>
                  <a:pt x="12" y="4"/>
                  <a:pt x="9" y="6"/>
                </a:cubicBezTo>
                <a:cubicBezTo>
                  <a:pt x="0" y="17"/>
                  <a:pt x="0" y="17"/>
                  <a:pt x="0" y="17"/>
                </a:cubicBezTo>
                <a:cubicBezTo>
                  <a:pt x="24" y="39"/>
                  <a:pt x="24" y="39"/>
                  <a:pt x="24" y="39"/>
                </a:cubicBezTo>
                <a:lnTo>
                  <a:pt x="29" y="3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Freeform 46"/>
          <p:cNvSpPr/>
          <p:nvPr>
            <p:custDataLst>
              <p:tags r:id="rId43"/>
            </p:custDataLst>
          </p:nvPr>
        </p:nvSpPr>
        <p:spPr bwMode="auto">
          <a:xfrm>
            <a:off x="11049635" y="421640"/>
            <a:ext cx="26670" cy="24130"/>
          </a:xfrm>
          <a:custGeom>
            <a:avLst/>
            <a:gdLst>
              <a:gd name="T0" fmla="*/ 15 w 36"/>
              <a:gd name="T1" fmla="*/ 30 h 32"/>
              <a:gd name="T2" fmla="*/ 18 w 36"/>
              <a:gd name="T3" fmla="*/ 25 h 32"/>
              <a:gd name="T4" fmla="*/ 24 w 36"/>
              <a:gd name="T5" fmla="*/ 25 h 32"/>
              <a:gd name="T6" fmla="*/ 28 w 36"/>
              <a:gd name="T7" fmla="*/ 22 h 32"/>
              <a:gd name="T8" fmla="*/ 29 w 36"/>
              <a:gd name="T9" fmla="*/ 17 h 32"/>
              <a:gd name="T10" fmla="*/ 27 w 36"/>
              <a:gd name="T11" fmla="*/ 14 h 32"/>
              <a:gd name="T12" fmla="*/ 25 w 36"/>
              <a:gd name="T13" fmla="*/ 14 h 32"/>
              <a:gd name="T14" fmla="*/ 23 w 36"/>
              <a:gd name="T15" fmla="*/ 15 h 32"/>
              <a:gd name="T16" fmla="*/ 19 w 36"/>
              <a:gd name="T17" fmla="*/ 19 h 32"/>
              <a:gd name="T18" fmla="*/ 12 w 36"/>
              <a:gd name="T19" fmla="*/ 23 h 32"/>
              <a:gd name="T20" fmla="*/ 4 w 36"/>
              <a:gd name="T21" fmla="*/ 22 h 32"/>
              <a:gd name="T22" fmla="*/ 1 w 36"/>
              <a:gd name="T23" fmla="*/ 18 h 32"/>
              <a:gd name="T24" fmla="*/ 1 w 36"/>
              <a:gd name="T25" fmla="*/ 13 h 32"/>
              <a:gd name="T26" fmla="*/ 3 w 36"/>
              <a:gd name="T27" fmla="*/ 7 h 32"/>
              <a:gd name="T28" fmla="*/ 11 w 36"/>
              <a:gd name="T29" fmla="*/ 1 h 32"/>
              <a:gd name="T30" fmla="*/ 19 w 36"/>
              <a:gd name="T31" fmla="*/ 2 h 32"/>
              <a:gd name="T32" fmla="*/ 15 w 36"/>
              <a:gd name="T33" fmla="*/ 8 h 32"/>
              <a:gd name="T34" fmla="*/ 11 w 36"/>
              <a:gd name="T35" fmla="*/ 7 h 32"/>
              <a:gd name="T36" fmla="*/ 8 w 36"/>
              <a:gd name="T37" fmla="*/ 10 h 32"/>
              <a:gd name="T38" fmla="*/ 7 w 36"/>
              <a:gd name="T39" fmla="*/ 14 h 32"/>
              <a:gd name="T40" fmla="*/ 8 w 36"/>
              <a:gd name="T41" fmla="*/ 16 h 32"/>
              <a:gd name="T42" fmla="*/ 10 w 36"/>
              <a:gd name="T43" fmla="*/ 17 h 32"/>
              <a:gd name="T44" fmla="*/ 15 w 36"/>
              <a:gd name="T45" fmla="*/ 13 h 32"/>
              <a:gd name="T46" fmla="*/ 21 w 36"/>
              <a:gd name="T47" fmla="*/ 8 h 32"/>
              <a:gd name="T48" fmla="*/ 26 w 36"/>
              <a:gd name="T49" fmla="*/ 7 h 32"/>
              <a:gd name="T50" fmla="*/ 31 w 36"/>
              <a:gd name="T51" fmla="*/ 9 h 32"/>
              <a:gd name="T52" fmla="*/ 35 w 36"/>
              <a:gd name="T53" fmla="*/ 13 h 32"/>
              <a:gd name="T54" fmla="*/ 35 w 36"/>
              <a:gd name="T55" fmla="*/ 19 h 32"/>
              <a:gd name="T56" fmla="*/ 32 w 36"/>
              <a:gd name="T57" fmla="*/ 25 h 32"/>
              <a:gd name="T58" fmla="*/ 25 w 36"/>
              <a:gd name="T59" fmla="*/ 32 h 32"/>
              <a:gd name="T60" fmla="*/ 15 w 36"/>
              <a:gd name="T61" fmla="*/ 3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6" h="32">
                <a:moveTo>
                  <a:pt x="15" y="30"/>
                </a:moveTo>
                <a:cubicBezTo>
                  <a:pt x="18" y="25"/>
                  <a:pt x="18" y="25"/>
                  <a:pt x="18" y="25"/>
                </a:cubicBezTo>
                <a:cubicBezTo>
                  <a:pt x="20" y="26"/>
                  <a:pt x="22" y="26"/>
                  <a:pt x="24" y="25"/>
                </a:cubicBezTo>
                <a:cubicBezTo>
                  <a:pt x="25" y="25"/>
                  <a:pt x="26" y="24"/>
                  <a:pt x="28" y="22"/>
                </a:cubicBezTo>
                <a:cubicBezTo>
                  <a:pt x="29" y="20"/>
                  <a:pt x="29" y="19"/>
                  <a:pt x="29" y="17"/>
                </a:cubicBezTo>
                <a:cubicBezTo>
                  <a:pt x="29" y="16"/>
                  <a:pt x="28" y="15"/>
                  <a:pt x="27" y="14"/>
                </a:cubicBezTo>
                <a:cubicBezTo>
                  <a:pt x="27" y="14"/>
                  <a:pt x="26" y="14"/>
                  <a:pt x="25" y="14"/>
                </a:cubicBezTo>
                <a:cubicBezTo>
                  <a:pt x="25" y="14"/>
                  <a:pt x="24" y="14"/>
                  <a:pt x="23" y="15"/>
                </a:cubicBezTo>
                <a:cubicBezTo>
                  <a:pt x="22" y="15"/>
                  <a:pt x="21" y="17"/>
                  <a:pt x="19" y="19"/>
                </a:cubicBezTo>
                <a:cubicBezTo>
                  <a:pt x="16" y="21"/>
                  <a:pt x="14" y="22"/>
                  <a:pt x="12" y="23"/>
                </a:cubicBezTo>
                <a:cubicBezTo>
                  <a:pt x="9" y="24"/>
                  <a:pt x="7" y="23"/>
                  <a:pt x="4" y="22"/>
                </a:cubicBezTo>
                <a:cubicBezTo>
                  <a:pt x="3" y="21"/>
                  <a:pt x="2" y="20"/>
                  <a:pt x="1" y="18"/>
                </a:cubicBezTo>
                <a:cubicBezTo>
                  <a:pt x="1" y="16"/>
                  <a:pt x="0" y="15"/>
                  <a:pt x="1" y="13"/>
                </a:cubicBezTo>
                <a:cubicBezTo>
                  <a:pt x="1" y="11"/>
                  <a:pt x="2" y="9"/>
                  <a:pt x="3" y="7"/>
                </a:cubicBezTo>
                <a:cubicBezTo>
                  <a:pt x="6" y="3"/>
                  <a:pt x="8" y="1"/>
                  <a:pt x="11" y="1"/>
                </a:cubicBezTo>
                <a:cubicBezTo>
                  <a:pt x="14" y="0"/>
                  <a:pt x="16" y="0"/>
                  <a:pt x="19" y="2"/>
                </a:cubicBezTo>
                <a:cubicBezTo>
                  <a:pt x="15" y="8"/>
                  <a:pt x="15" y="8"/>
                  <a:pt x="15" y="8"/>
                </a:cubicBezTo>
                <a:cubicBezTo>
                  <a:pt x="14" y="7"/>
                  <a:pt x="12" y="7"/>
                  <a:pt x="11" y="7"/>
                </a:cubicBezTo>
                <a:cubicBezTo>
                  <a:pt x="10" y="7"/>
                  <a:pt x="9" y="8"/>
                  <a:pt x="8" y="10"/>
                </a:cubicBezTo>
                <a:cubicBezTo>
                  <a:pt x="7" y="11"/>
                  <a:pt x="6" y="13"/>
                  <a:pt x="7" y="14"/>
                </a:cubicBezTo>
                <a:cubicBezTo>
                  <a:pt x="7" y="15"/>
                  <a:pt x="7" y="16"/>
                  <a:pt x="8" y="16"/>
                </a:cubicBezTo>
                <a:cubicBezTo>
                  <a:pt x="8" y="17"/>
                  <a:pt x="9" y="17"/>
                  <a:pt x="10" y="17"/>
                </a:cubicBezTo>
                <a:cubicBezTo>
                  <a:pt x="11" y="16"/>
                  <a:pt x="13" y="15"/>
                  <a:pt x="15" y="13"/>
                </a:cubicBezTo>
                <a:cubicBezTo>
                  <a:pt x="18" y="10"/>
                  <a:pt x="20" y="9"/>
                  <a:pt x="21" y="8"/>
                </a:cubicBezTo>
                <a:cubicBezTo>
                  <a:pt x="23" y="7"/>
                  <a:pt x="24" y="7"/>
                  <a:pt x="26" y="7"/>
                </a:cubicBezTo>
                <a:cubicBezTo>
                  <a:pt x="28" y="7"/>
                  <a:pt x="29" y="8"/>
                  <a:pt x="31" y="9"/>
                </a:cubicBezTo>
                <a:cubicBezTo>
                  <a:pt x="33" y="10"/>
                  <a:pt x="34" y="11"/>
                  <a:pt x="35" y="13"/>
                </a:cubicBezTo>
                <a:cubicBezTo>
                  <a:pt x="35" y="15"/>
                  <a:pt x="36" y="17"/>
                  <a:pt x="35" y="19"/>
                </a:cubicBezTo>
                <a:cubicBezTo>
                  <a:pt x="35" y="21"/>
                  <a:pt x="34" y="23"/>
                  <a:pt x="32" y="25"/>
                </a:cubicBezTo>
                <a:cubicBezTo>
                  <a:pt x="30" y="29"/>
                  <a:pt x="27" y="31"/>
                  <a:pt x="25" y="32"/>
                </a:cubicBezTo>
                <a:cubicBezTo>
                  <a:pt x="22" y="32"/>
                  <a:pt x="19" y="32"/>
                  <a:pt x="15" y="3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Freeform 47"/>
          <p:cNvSpPr/>
          <p:nvPr>
            <p:custDataLst>
              <p:tags r:id="rId44"/>
            </p:custDataLst>
          </p:nvPr>
        </p:nvSpPr>
        <p:spPr bwMode="auto">
          <a:xfrm>
            <a:off x="11059160" y="410845"/>
            <a:ext cx="24765" cy="14605"/>
          </a:xfrm>
          <a:custGeom>
            <a:avLst/>
            <a:gdLst>
              <a:gd name="T0" fmla="*/ 81 w 89"/>
              <a:gd name="T1" fmla="*/ 53 h 53"/>
              <a:gd name="T2" fmla="*/ 0 w 89"/>
              <a:gd name="T3" fmla="*/ 16 h 53"/>
              <a:gd name="T4" fmla="*/ 8 w 89"/>
              <a:gd name="T5" fmla="*/ 0 h 53"/>
              <a:gd name="T6" fmla="*/ 89 w 89"/>
              <a:gd name="T7" fmla="*/ 37 h 53"/>
              <a:gd name="T8" fmla="*/ 81 w 89"/>
              <a:gd name="T9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" h="53">
                <a:moveTo>
                  <a:pt x="81" y="53"/>
                </a:moveTo>
                <a:lnTo>
                  <a:pt x="0" y="16"/>
                </a:lnTo>
                <a:lnTo>
                  <a:pt x="8" y="0"/>
                </a:lnTo>
                <a:lnTo>
                  <a:pt x="89" y="37"/>
                </a:lnTo>
                <a:lnTo>
                  <a:pt x="81" y="5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Freeform 48"/>
          <p:cNvSpPr/>
          <p:nvPr>
            <p:custDataLst>
              <p:tags r:id="rId45"/>
            </p:custDataLst>
          </p:nvPr>
        </p:nvSpPr>
        <p:spPr bwMode="auto">
          <a:xfrm>
            <a:off x="11062970" y="389890"/>
            <a:ext cx="27305" cy="19050"/>
          </a:xfrm>
          <a:custGeom>
            <a:avLst/>
            <a:gdLst>
              <a:gd name="T0" fmla="*/ 93 w 99"/>
              <a:gd name="T1" fmla="*/ 69 h 69"/>
              <a:gd name="T2" fmla="*/ 24 w 99"/>
              <a:gd name="T3" fmla="*/ 45 h 69"/>
              <a:gd name="T4" fmla="*/ 16 w 99"/>
              <a:gd name="T5" fmla="*/ 69 h 69"/>
              <a:gd name="T6" fmla="*/ 0 w 99"/>
              <a:gd name="T7" fmla="*/ 64 h 69"/>
              <a:gd name="T8" fmla="*/ 24 w 99"/>
              <a:gd name="T9" fmla="*/ 0 h 69"/>
              <a:gd name="T10" fmla="*/ 37 w 99"/>
              <a:gd name="T11" fmla="*/ 5 h 69"/>
              <a:gd name="T12" fmla="*/ 29 w 99"/>
              <a:gd name="T13" fmla="*/ 29 h 69"/>
              <a:gd name="T14" fmla="*/ 99 w 99"/>
              <a:gd name="T15" fmla="*/ 53 h 69"/>
              <a:gd name="T16" fmla="*/ 93 w 99"/>
              <a:gd name="T17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" h="69">
                <a:moveTo>
                  <a:pt x="93" y="69"/>
                </a:moveTo>
                <a:lnTo>
                  <a:pt x="24" y="45"/>
                </a:lnTo>
                <a:lnTo>
                  <a:pt x="16" y="69"/>
                </a:lnTo>
                <a:lnTo>
                  <a:pt x="0" y="64"/>
                </a:lnTo>
                <a:lnTo>
                  <a:pt x="24" y="0"/>
                </a:lnTo>
                <a:lnTo>
                  <a:pt x="37" y="5"/>
                </a:lnTo>
                <a:lnTo>
                  <a:pt x="29" y="29"/>
                </a:lnTo>
                <a:lnTo>
                  <a:pt x="99" y="53"/>
                </a:lnTo>
                <a:lnTo>
                  <a:pt x="93" y="6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Freeform 49"/>
          <p:cNvSpPr/>
          <p:nvPr>
            <p:custDataLst>
              <p:tags r:id="rId46"/>
            </p:custDataLst>
          </p:nvPr>
        </p:nvSpPr>
        <p:spPr bwMode="auto">
          <a:xfrm>
            <a:off x="11069955" y="367030"/>
            <a:ext cx="26670" cy="22225"/>
          </a:xfrm>
          <a:custGeom>
            <a:avLst/>
            <a:gdLst>
              <a:gd name="T0" fmla="*/ 91 w 97"/>
              <a:gd name="T1" fmla="*/ 65 h 81"/>
              <a:gd name="T2" fmla="*/ 57 w 97"/>
              <a:gd name="T3" fmla="*/ 59 h 81"/>
              <a:gd name="T4" fmla="*/ 0 w 97"/>
              <a:gd name="T5" fmla="*/ 81 h 81"/>
              <a:gd name="T6" fmla="*/ 3 w 97"/>
              <a:gd name="T7" fmla="*/ 59 h 81"/>
              <a:gd name="T8" fmla="*/ 41 w 97"/>
              <a:gd name="T9" fmla="*/ 46 h 81"/>
              <a:gd name="T10" fmla="*/ 11 w 97"/>
              <a:gd name="T11" fmla="*/ 19 h 81"/>
              <a:gd name="T12" fmla="*/ 14 w 97"/>
              <a:gd name="T13" fmla="*/ 0 h 81"/>
              <a:gd name="T14" fmla="*/ 59 w 97"/>
              <a:gd name="T15" fmla="*/ 41 h 81"/>
              <a:gd name="T16" fmla="*/ 97 w 97"/>
              <a:gd name="T17" fmla="*/ 49 h 81"/>
              <a:gd name="T18" fmla="*/ 91 w 97"/>
              <a:gd name="T19" fmla="*/ 65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7" h="81">
                <a:moveTo>
                  <a:pt x="91" y="65"/>
                </a:moveTo>
                <a:lnTo>
                  <a:pt x="57" y="59"/>
                </a:lnTo>
                <a:lnTo>
                  <a:pt x="0" y="81"/>
                </a:lnTo>
                <a:lnTo>
                  <a:pt x="3" y="59"/>
                </a:lnTo>
                <a:lnTo>
                  <a:pt x="41" y="46"/>
                </a:lnTo>
                <a:lnTo>
                  <a:pt x="11" y="19"/>
                </a:lnTo>
                <a:lnTo>
                  <a:pt x="14" y="0"/>
                </a:lnTo>
                <a:lnTo>
                  <a:pt x="59" y="41"/>
                </a:lnTo>
                <a:lnTo>
                  <a:pt x="97" y="49"/>
                </a:lnTo>
                <a:lnTo>
                  <a:pt x="91" y="6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Freeform 50"/>
          <p:cNvSpPr>
            <a:spLocks noEditPoints="1"/>
          </p:cNvSpPr>
          <p:nvPr>
            <p:custDataLst>
              <p:tags r:id="rId47"/>
            </p:custDataLst>
          </p:nvPr>
        </p:nvSpPr>
        <p:spPr bwMode="auto">
          <a:xfrm>
            <a:off x="10802620" y="217805"/>
            <a:ext cx="259080" cy="259715"/>
          </a:xfrm>
          <a:custGeom>
            <a:avLst/>
            <a:gdLst>
              <a:gd name="T0" fmla="*/ 175 w 350"/>
              <a:gd name="T1" fmla="*/ 0 h 350"/>
              <a:gd name="T2" fmla="*/ 0 w 350"/>
              <a:gd name="T3" fmla="*/ 175 h 350"/>
              <a:gd name="T4" fmla="*/ 175 w 350"/>
              <a:gd name="T5" fmla="*/ 350 h 350"/>
              <a:gd name="T6" fmla="*/ 350 w 350"/>
              <a:gd name="T7" fmla="*/ 175 h 350"/>
              <a:gd name="T8" fmla="*/ 175 w 350"/>
              <a:gd name="T9" fmla="*/ 0 h 350"/>
              <a:gd name="T10" fmla="*/ 175 w 350"/>
              <a:gd name="T11" fmla="*/ 7 h 350"/>
              <a:gd name="T12" fmla="*/ 343 w 350"/>
              <a:gd name="T13" fmla="*/ 175 h 350"/>
              <a:gd name="T14" fmla="*/ 325 w 350"/>
              <a:gd name="T15" fmla="*/ 250 h 350"/>
              <a:gd name="T16" fmla="*/ 25 w 350"/>
              <a:gd name="T17" fmla="*/ 250 h 350"/>
              <a:gd name="T18" fmla="*/ 25 w 350"/>
              <a:gd name="T19" fmla="*/ 250 h 350"/>
              <a:gd name="T20" fmla="*/ 7 w 350"/>
              <a:gd name="T21" fmla="*/ 175 h 350"/>
              <a:gd name="T22" fmla="*/ 175 w 350"/>
              <a:gd name="T23" fmla="*/ 7 h 350"/>
              <a:gd name="T24" fmla="*/ 175 w 350"/>
              <a:gd name="T25" fmla="*/ 343 h 350"/>
              <a:gd name="T26" fmla="*/ 29 w 350"/>
              <a:gd name="T27" fmla="*/ 259 h 350"/>
              <a:gd name="T28" fmla="*/ 321 w 350"/>
              <a:gd name="T29" fmla="*/ 259 h 350"/>
              <a:gd name="T30" fmla="*/ 175 w 350"/>
              <a:gd name="T31" fmla="*/ 343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50" h="350">
                <a:moveTo>
                  <a:pt x="175" y="0"/>
                </a:moveTo>
                <a:cubicBezTo>
                  <a:pt x="78" y="0"/>
                  <a:pt x="0" y="78"/>
                  <a:pt x="0" y="175"/>
                </a:cubicBezTo>
                <a:cubicBezTo>
                  <a:pt x="0" y="271"/>
                  <a:pt x="78" y="350"/>
                  <a:pt x="175" y="350"/>
                </a:cubicBezTo>
                <a:cubicBezTo>
                  <a:pt x="272" y="350"/>
                  <a:pt x="350" y="271"/>
                  <a:pt x="350" y="175"/>
                </a:cubicBezTo>
                <a:cubicBezTo>
                  <a:pt x="350" y="78"/>
                  <a:pt x="272" y="0"/>
                  <a:pt x="175" y="0"/>
                </a:cubicBezTo>
                <a:close/>
                <a:moveTo>
                  <a:pt x="175" y="7"/>
                </a:moveTo>
                <a:cubicBezTo>
                  <a:pt x="268" y="7"/>
                  <a:pt x="343" y="82"/>
                  <a:pt x="343" y="175"/>
                </a:cubicBezTo>
                <a:cubicBezTo>
                  <a:pt x="343" y="202"/>
                  <a:pt x="337" y="228"/>
                  <a:pt x="3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13" y="228"/>
                  <a:pt x="7" y="202"/>
                  <a:pt x="7" y="175"/>
                </a:cubicBezTo>
                <a:cubicBezTo>
                  <a:pt x="7" y="82"/>
                  <a:pt x="82" y="7"/>
                  <a:pt x="175" y="7"/>
                </a:cubicBezTo>
                <a:close/>
                <a:moveTo>
                  <a:pt x="175" y="343"/>
                </a:moveTo>
                <a:cubicBezTo>
                  <a:pt x="113" y="343"/>
                  <a:pt x="58" y="309"/>
                  <a:pt x="29" y="259"/>
                </a:cubicBezTo>
                <a:cubicBezTo>
                  <a:pt x="321" y="259"/>
                  <a:pt x="321" y="259"/>
                  <a:pt x="321" y="259"/>
                </a:cubicBezTo>
                <a:cubicBezTo>
                  <a:pt x="292" y="309"/>
                  <a:pt x="237" y="343"/>
                  <a:pt x="175" y="34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Freeform 51"/>
          <p:cNvSpPr>
            <a:spLocks noEditPoints="1"/>
          </p:cNvSpPr>
          <p:nvPr>
            <p:custDataLst>
              <p:tags r:id="rId48"/>
            </p:custDataLst>
          </p:nvPr>
        </p:nvSpPr>
        <p:spPr bwMode="auto">
          <a:xfrm>
            <a:off x="10819765" y="233045"/>
            <a:ext cx="224790" cy="168275"/>
          </a:xfrm>
          <a:custGeom>
            <a:avLst/>
            <a:gdLst>
              <a:gd name="T0" fmla="*/ 256 w 304"/>
              <a:gd name="T1" fmla="*/ 187 h 227"/>
              <a:gd name="T2" fmla="*/ 171 w 304"/>
              <a:gd name="T3" fmla="*/ 200 h 227"/>
              <a:gd name="T4" fmla="*/ 203 w 304"/>
              <a:gd name="T5" fmla="*/ 152 h 227"/>
              <a:gd name="T6" fmla="*/ 232 w 304"/>
              <a:gd name="T7" fmla="*/ 167 h 227"/>
              <a:gd name="T8" fmla="*/ 252 w 304"/>
              <a:gd name="T9" fmla="*/ 152 h 227"/>
              <a:gd name="T10" fmla="*/ 281 w 304"/>
              <a:gd name="T11" fmla="*/ 167 h 227"/>
              <a:gd name="T12" fmla="*/ 294 w 304"/>
              <a:gd name="T13" fmla="*/ 152 h 227"/>
              <a:gd name="T14" fmla="*/ 263 w 304"/>
              <a:gd name="T15" fmla="*/ 131 h 227"/>
              <a:gd name="T16" fmla="*/ 194 w 304"/>
              <a:gd name="T17" fmla="*/ 86 h 227"/>
              <a:gd name="T18" fmla="*/ 110 w 304"/>
              <a:gd name="T19" fmla="*/ 86 h 227"/>
              <a:gd name="T20" fmla="*/ 49 w 304"/>
              <a:gd name="T21" fmla="*/ 116 h 227"/>
              <a:gd name="T22" fmla="*/ 10 w 304"/>
              <a:gd name="T23" fmla="*/ 137 h 227"/>
              <a:gd name="T24" fmla="*/ 26 w 304"/>
              <a:gd name="T25" fmla="*/ 163 h 227"/>
              <a:gd name="T26" fmla="*/ 60 w 304"/>
              <a:gd name="T27" fmla="*/ 136 h 227"/>
              <a:gd name="T28" fmla="*/ 75 w 304"/>
              <a:gd name="T29" fmla="*/ 163 h 227"/>
              <a:gd name="T30" fmla="*/ 109 w 304"/>
              <a:gd name="T31" fmla="*/ 135 h 227"/>
              <a:gd name="T32" fmla="*/ 131 w 304"/>
              <a:gd name="T33" fmla="*/ 151 h 227"/>
              <a:gd name="T34" fmla="*/ 134 w 304"/>
              <a:gd name="T35" fmla="*/ 200 h 227"/>
              <a:gd name="T36" fmla="*/ 48 w 304"/>
              <a:gd name="T37" fmla="*/ 187 h 227"/>
              <a:gd name="T38" fmla="*/ 0 w 304"/>
              <a:gd name="T39" fmla="*/ 204 h 227"/>
              <a:gd name="T40" fmla="*/ 106 w 304"/>
              <a:gd name="T41" fmla="*/ 206 h 227"/>
              <a:gd name="T42" fmla="*/ 199 w 304"/>
              <a:gd name="T43" fmla="*/ 206 h 227"/>
              <a:gd name="T44" fmla="*/ 304 w 304"/>
              <a:gd name="T45" fmla="*/ 204 h 227"/>
              <a:gd name="T46" fmla="*/ 220 w 304"/>
              <a:gd name="T47" fmla="*/ 86 h 227"/>
              <a:gd name="T48" fmla="*/ 216 w 304"/>
              <a:gd name="T49" fmla="*/ 133 h 227"/>
              <a:gd name="T50" fmla="*/ 220 w 304"/>
              <a:gd name="T51" fmla="*/ 86 h 227"/>
              <a:gd name="T52" fmla="*/ 71 w 304"/>
              <a:gd name="T53" fmla="*/ 115 h 227"/>
              <a:gd name="T54" fmla="*/ 101 w 304"/>
              <a:gd name="T55" fmla="*/ 104 h 227"/>
              <a:gd name="T56" fmla="*/ 160 w 304"/>
              <a:gd name="T57" fmla="*/ 118 h 227"/>
              <a:gd name="T58" fmla="*/ 147 w 304"/>
              <a:gd name="T59" fmla="*/ 92 h 227"/>
              <a:gd name="T60" fmla="*/ 117 w 304"/>
              <a:gd name="T61" fmla="*/ 117 h 227"/>
              <a:gd name="T62" fmla="*/ 194 w 304"/>
              <a:gd name="T63" fmla="*/ 134 h 227"/>
              <a:gd name="T64" fmla="*/ 175 w 304"/>
              <a:gd name="T65" fmla="*/ 118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04" h="227">
                <a:moveTo>
                  <a:pt x="299" y="190"/>
                </a:moveTo>
                <a:cubicBezTo>
                  <a:pt x="275" y="209"/>
                  <a:pt x="256" y="187"/>
                  <a:pt x="256" y="187"/>
                </a:cubicBezTo>
                <a:cubicBezTo>
                  <a:pt x="225" y="217"/>
                  <a:pt x="199" y="189"/>
                  <a:pt x="199" y="189"/>
                </a:cubicBezTo>
                <a:cubicBezTo>
                  <a:pt x="180" y="203"/>
                  <a:pt x="171" y="200"/>
                  <a:pt x="171" y="200"/>
                </a:cubicBezTo>
                <a:cubicBezTo>
                  <a:pt x="165" y="152"/>
                  <a:pt x="165" y="152"/>
                  <a:pt x="165" y="152"/>
                </a:cubicBezTo>
                <a:cubicBezTo>
                  <a:pt x="203" y="152"/>
                  <a:pt x="203" y="152"/>
                  <a:pt x="203" y="152"/>
                </a:cubicBezTo>
                <a:cubicBezTo>
                  <a:pt x="210" y="167"/>
                  <a:pt x="210" y="167"/>
                  <a:pt x="210" y="167"/>
                </a:cubicBezTo>
                <a:cubicBezTo>
                  <a:pt x="232" y="167"/>
                  <a:pt x="232" y="167"/>
                  <a:pt x="232" y="167"/>
                </a:cubicBezTo>
                <a:cubicBezTo>
                  <a:pt x="225" y="152"/>
                  <a:pt x="225" y="152"/>
                  <a:pt x="225" y="152"/>
                </a:cubicBezTo>
                <a:cubicBezTo>
                  <a:pt x="252" y="152"/>
                  <a:pt x="252" y="152"/>
                  <a:pt x="252" y="152"/>
                </a:cubicBezTo>
                <a:cubicBezTo>
                  <a:pt x="258" y="168"/>
                  <a:pt x="258" y="168"/>
                  <a:pt x="258" y="168"/>
                </a:cubicBezTo>
                <a:cubicBezTo>
                  <a:pt x="281" y="167"/>
                  <a:pt x="281" y="167"/>
                  <a:pt x="281" y="167"/>
                </a:cubicBezTo>
                <a:cubicBezTo>
                  <a:pt x="275" y="152"/>
                  <a:pt x="275" y="152"/>
                  <a:pt x="275" y="152"/>
                </a:cubicBezTo>
                <a:cubicBezTo>
                  <a:pt x="294" y="152"/>
                  <a:pt x="294" y="152"/>
                  <a:pt x="294" y="152"/>
                </a:cubicBezTo>
                <a:cubicBezTo>
                  <a:pt x="294" y="130"/>
                  <a:pt x="294" y="130"/>
                  <a:pt x="294" y="130"/>
                </a:cubicBezTo>
                <a:cubicBezTo>
                  <a:pt x="263" y="131"/>
                  <a:pt x="263" y="131"/>
                  <a:pt x="263" y="131"/>
                </a:cubicBezTo>
                <a:cubicBezTo>
                  <a:pt x="225" y="54"/>
                  <a:pt x="225" y="54"/>
                  <a:pt x="225" y="54"/>
                </a:cubicBezTo>
                <a:cubicBezTo>
                  <a:pt x="194" y="86"/>
                  <a:pt x="194" y="86"/>
                  <a:pt x="194" y="86"/>
                </a:cubicBezTo>
                <a:cubicBezTo>
                  <a:pt x="152" y="0"/>
                  <a:pt x="152" y="0"/>
                  <a:pt x="152" y="0"/>
                </a:cubicBezTo>
                <a:cubicBezTo>
                  <a:pt x="110" y="86"/>
                  <a:pt x="110" y="86"/>
                  <a:pt x="110" y="86"/>
                </a:cubicBezTo>
                <a:cubicBezTo>
                  <a:pt x="80" y="54"/>
                  <a:pt x="80" y="54"/>
                  <a:pt x="80" y="54"/>
                </a:cubicBezTo>
                <a:cubicBezTo>
                  <a:pt x="49" y="116"/>
                  <a:pt x="49" y="116"/>
                  <a:pt x="49" y="116"/>
                </a:cubicBezTo>
                <a:cubicBezTo>
                  <a:pt x="10" y="114"/>
                  <a:pt x="10" y="114"/>
                  <a:pt x="10" y="114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39" y="136"/>
                  <a:pt x="39" y="136"/>
                  <a:pt x="39" y="136"/>
                </a:cubicBezTo>
                <a:cubicBezTo>
                  <a:pt x="26" y="163"/>
                  <a:pt x="26" y="163"/>
                  <a:pt x="26" y="16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60" y="136"/>
                  <a:pt x="60" y="136"/>
                  <a:pt x="60" y="136"/>
                </a:cubicBezTo>
                <a:cubicBezTo>
                  <a:pt x="87" y="135"/>
                  <a:pt x="87" y="135"/>
                  <a:pt x="87" y="135"/>
                </a:cubicBezTo>
                <a:cubicBezTo>
                  <a:pt x="75" y="163"/>
                  <a:pt x="75" y="163"/>
                  <a:pt x="75" y="163"/>
                </a:cubicBezTo>
                <a:cubicBezTo>
                  <a:pt x="96" y="163"/>
                  <a:pt x="96" y="163"/>
                  <a:pt x="96" y="163"/>
                </a:cubicBezTo>
                <a:cubicBezTo>
                  <a:pt x="109" y="135"/>
                  <a:pt x="109" y="135"/>
                  <a:pt x="109" y="135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31" y="151"/>
                  <a:pt x="131" y="151"/>
                  <a:pt x="131" y="151"/>
                </a:cubicBezTo>
                <a:cubicBezTo>
                  <a:pt x="140" y="152"/>
                  <a:pt x="140" y="152"/>
                  <a:pt x="140" y="152"/>
                </a:cubicBezTo>
                <a:cubicBezTo>
                  <a:pt x="134" y="200"/>
                  <a:pt x="134" y="200"/>
                  <a:pt x="134" y="200"/>
                </a:cubicBezTo>
                <a:cubicBezTo>
                  <a:pt x="123" y="202"/>
                  <a:pt x="106" y="188"/>
                  <a:pt x="106" y="188"/>
                </a:cubicBezTo>
                <a:cubicBezTo>
                  <a:pt x="75" y="217"/>
                  <a:pt x="48" y="187"/>
                  <a:pt x="48" y="187"/>
                </a:cubicBezTo>
                <a:cubicBezTo>
                  <a:pt x="28" y="209"/>
                  <a:pt x="5" y="191"/>
                  <a:pt x="5" y="191"/>
                </a:cubicBezTo>
                <a:cubicBezTo>
                  <a:pt x="0" y="204"/>
                  <a:pt x="0" y="204"/>
                  <a:pt x="0" y="204"/>
                </a:cubicBezTo>
                <a:cubicBezTo>
                  <a:pt x="25" y="220"/>
                  <a:pt x="48" y="205"/>
                  <a:pt x="48" y="205"/>
                </a:cubicBezTo>
                <a:cubicBezTo>
                  <a:pt x="81" y="226"/>
                  <a:pt x="106" y="206"/>
                  <a:pt x="106" y="206"/>
                </a:cubicBezTo>
                <a:cubicBezTo>
                  <a:pt x="138" y="227"/>
                  <a:pt x="152" y="207"/>
                  <a:pt x="152" y="207"/>
                </a:cubicBezTo>
                <a:cubicBezTo>
                  <a:pt x="173" y="226"/>
                  <a:pt x="199" y="206"/>
                  <a:pt x="199" y="206"/>
                </a:cubicBezTo>
                <a:cubicBezTo>
                  <a:pt x="225" y="226"/>
                  <a:pt x="255" y="205"/>
                  <a:pt x="255" y="205"/>
                </a:cubicBezTo>
                <a:cubicBezTo>
                  <a:pt x="281" y="221"/>
                  <a:pt x="304" y="204"/>
                  <a:pt x="304" y="204"/>
                </a:cubicBezTo>
                <a:lnTo>
                  <a:pt x="299" y="190"/>
                </a:lnTo>
                <a:close/>
                <a:moveTo>
                  <a:pt x="220" y="86"/>
                </a:moveTo>
                <a:cubicBezTo>
                  <a:pt x="242" y="132"/>
                  <a:pt x="242" y="132"/>
                  <a:pt x="242" y="132"/>
                </a:cubicBezTo>
                <a:cubicBezTo>
                  <a:pt x="216" y="133"/>
                  <a:pt x="216" y="133"/>
                  <a:pt x="216" y="133"/>
                </a:cubicBezTo>
                <a:cubicBezTo>
                  <a:pt x="203" y="104"/>
                  <a:pt x="203" y="104"/>
                  <a:pt x="203" y="104"/>
                </a:cubicBezTo>
                <a:lnTo>
                  <a:pt x="220" y="86"/>
                </a:lnTo>
                <a:close/>
                <a:moveTo>
                  <a:pt x="96" y="116"/>
                </a:moveTo>
                <a:cubicBezTo>
                  <a:pt x="71" y="115"/>
                  <a:pt x="71" y="115"/>
                  <a:pt x="71" y="115"/>
                </a:cubicBezTo>
                <a:cubicBezTo>
                  <a:pt x="85" y="87"/>
                  <a:pt x="85" y="87"/>
                  <a:pt x="85" y="87"/>
                </a:cubicBezTo>
                <a:cubicBezTo>
                  <a:pt x="101" y="104"/>
                  <a:pt x="101" y="104"/>
                  <a:pt x="101" y="104"/>
                </a:cubicBezTo>
                <a:lnTo>
                  <a:pt x="96" y="116"/>
                </a:lnTo>
                <a:close/>
                <a:moveTo>
                  <a:pt x="160" y="118"/>
                </a:moveTo>
                <a:cubicBezTo>
                  <a:pt x="157" y="92"/>
                  <a:pt x="157" y="92"/>
                  <a:pt x="157" y="92"/>
                </a:cubicBezTo>
                <a:cubicBezTo>
                  <a:pt x="147" y="92"/>
                  <a:pt x="147" y="92"/>
                  <a:pt x="147" y="92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17" y="117"/>
                  <a:pt x="117" y="117"/>
                  <a:pt x="117" y="117"/>
                </a:cubicBezTo>
                <a:cubicBezTo>
                  <a:pt x="152" y="42"/>
                  <a:pt x="152" y="42"/>
                  <a:pt x="152" y="42"/>
                </a:cubicBezTo>
                <a:cubicBezTo>
                  <a:pt x="194" y="134"/>
                  <a:pt x="194" y="134"/>
                  <a:pt x="194" y="134"/>
                </a:cubicBezTo>
                <a:cubicBezTo>
                  <a:pt x="162" y="135"/>
                  <a:pt x="162" y="135"/>
                  <a:pt x="162" y="135"/>
                </a:cubicBezTo>
                <a:cubicBezTo>
                  <a:pt x="175" y="118"/>
                  <a:pt x="175" y="118"/>
                  <a:pt x="175" y="118"/>
                </a:cubicBezTo>
                <a:lnTo>
                  <a:pt x="160" y="1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Freeform 52"/>
          <p:cNvSpPr/>
          <p:nvPr>
            <p:custDataLst>
              <p:tags r:id="rId49"/>
            </p:custDataLst>
          </p:nvPr>
        </p:nvSpPr>
        <p:spPr bwMode="auto">
          <a:xfrm>
            <a:off x="10775950" y="271145"/>
            <a:ext cx="13335" cy="16510"/>
          </a:xfrm>
          <a:custGeom>
            <a:avLst/>
            <a:gdLst>
              <a:gd name="T0" fmla="*/ 15 w 18"/>
              <a:gd name="T1" fmla="*/ 21 h 22"/>
              <a:gd name="T2" fmla="*/ 17 w 18"/>
              <a:gd name="T3" fmla="*/ 20 h 22"/>
              <a:gd name="T4" fmla="*/ 16 w 18"/>
              <a:gd name="T5" fmla="*/ 14 h 22"/>
              <a:gd name="T6" fmla="*/ 9 w 18"/>
              <a:gd name="T7" fmla="*/ 2 h 22"/>
              <a:gd name="T8" fmla="*/ 1 w 18"/>
              <a:gd name="T9" fmla="*/ 0 h 22"/>
              <a:gd name="T10" fmla="*/ 0 w 18"/>
              <a:gd name="T11" fmla="*/ 2 h 22"/>
              <a:gd name="T12" fmla="*/ 6 w 18"/>
              <a:gd name="T13" fmla="*/ 7 h 22"/>
              <a:gd name="T14" fmla="*/ 13 w 18"/>
              <a:gd name="T15" fmla="*/ 16 h 22"/>
              <a:gd name="T16" fmla="*/ 15 w 18"/>
              <a:gd name="T17" fmla="*/ 21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" h="22">
                <a:moveTo>
                  <a:pt x="15" y="21"/>
                </a:moveTo>
                <a:cubicBezTo>
                  <a:pt x="15" y="21"/>
                  <a:pt x="17" y="22"/>
                  <a:pt x="17" y="20"/>
                </a:cubicBezTo>
                <a:cubicBezTo>
                  <a:pt x="17" y="20"/>
                  <a:pt x="18" y="16"/>
                  <a:pt x="16" y="14"/>
                </a:cubicBezTo>
                <a:cubicBezTo>
                  <a:pt x="16" y="14"/>
                  <a:pt x="10" y="6"/>
                  <a:pt x="9" y="2"/>
                </a:cubicBezTo>
                <a:cubicBezTo>
                  <a:pt x="9" y="2"/>
                  <a:pt x="8" y="0"/>
                  <a:pt x="1" y="0"/>
                </a:cubicBezTo>
                <a:cubicBezTo>
                  <a:pt x="1" y="0"/>
                  <a:pt x="0" y="2"/>
                  <a:pt x="0" y="2"/>
                </a:cubicBezTo>
                <a:cubicBezTo>
                  <a:pt x="1" y="3"/>
                  <a:pt x="4" y="2"/>
                  <a:pt x="6" y="7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6" y="19"/>
                  <a:pt x="15" y="2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Freeform 53"/>
          <p:cNvSpPr/>
          <p:nvPr>
            <p:custDataLst>
              <p:tags r:id="rId50"/>
            </p:custDataLst>
          </p:nvPr>
        </p:nvSpPr>
        <p:spPr bwMode="auto">
          <a:xfrm>
            <a:off x="10795635" y="276225"/>
            <a:ext cx="9525" cy="13335"/>
          </a:xfrm>
          <a:custGeom>
            <a:avLst/>
            <a:gdLst>
              <a:gd name="T0" fmla="*/ 11 w 13"/>
              <a:gd name="T1" fmla="*/ 1 h 18"/>
              <a:gd name="T2" fmla="*/ 3 w 13"/>
              <a:gd name="T3" fmla="*/ 0 h 18"/>
              <a:gd name="T4" fmla="*/ 3 w 13"/>
              <a:gd name="T5" fmla="*/ 3 h 18"/>
              <a:gd name="T6" fmla="*/ 5 w 13"/>
              <a:gd name="T7" fmla="*/ 16 h 18"/>
              <a:gd name="T8" fmla="*/ 8 w 13"/>
              <a:gd name="T9" fmla="*/ 15 h 18"/>
              <a:gd name="T10" fmla="*/ 12 w 13"/>
              <a:gd name="T11" fmla="*/ 4 h 18"/>
              <a:gd name="T12" fmla="*/ 11 w 13"/>
              <a:gd name="T13" fmla="*/ 1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18">
                <a:moveTo>
                  <a:pt x="11" y="1"/>
                </a:move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1"/>
                  <a:pt x="3" y="3"/>
                </a:cubicBezTo>
                <a:cubicBezTo>
                  <a:pt x="3" y="3"/>
                  <a:pt x="7" y="11"/>
                  <a:pt x="5" y="16"/>
                </a:cubicBezTo>
                <a:cubicBezTo>
                  <a:pt x="5" y="16"/>
                  <a:pt x="7" y="18"/>
                  <a:pt x="8" y="15"/>
                </a:cubicBezTo>
                <a:cubicBezTo>
                  <a:pt x="8" y="15"/>
                  <a:pt x="10" y="6"/>
                  <a:pt x="12" y="4"/>
                </a:cubicBezTo>
                <a:cubicBezTo>
                  <a:pt x="12" y="4"/>
                  <a:pt x="13" y="2"/>
                  <a:pt x="11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Freeform 54"/>
          <p:cNvSpPr/>
          <p:nvPr>
            <p:custDataLst>
              <p:tags r:id="rId51"/>
            </p:custDataLst>
          </p:nvPr>
        </p:nvSpPr>
        <p:spPr bwMode="auto">
          <a:xfrm>
            <a:off x="10781030" y="283845"/>
            <a:ext cx="13970" cy="27305"/>
          </a:xfrm>
          <a:custGeom>
            <a:avLst/>
            <a:gdLst>
              <a:gd name="T0" fmla="*/ 17 w 19"/>
              <a:gd name="T1" fmla="*/ 2 h 37"/>
              <a:gd name="T2" fmla="*/ 15 w 19"/>
              <a:gd name="T3" fmla="*/ 2 h 37"/>
              <a:gd name="T4" fmla="*/ 13 w 19"/>
              <a:gd name="T5" fmla="*/ 13 h 37"/>
              <a:gd name="T6" fmla="*/ 12 w 19"/>
              <a:gd name="T7" fmla="*/ 23 h 37"/>
              <a:gd name="T8" fmla="*/ 11 w 19"/>
              <a:gd name="T9" fmla="*/ 29 h 37"/>
              <a:gd name="T10" fmla="*/ 10 w 19"/>
              <a:gd name="T11" fmla="*/ 29 h 37"/>
              <a:gd name="T12" fmla="*/ 1 w 19"/>
              <a:gd name="T13" fmla="*/ 20 h 37"/>
              <a:gd name="T14" fmla="*/ 1 w 19"/>
              <a:gd name="T15" fmla="*/ 22 h 37"/>
              <a:gd name="T16" fmla="*/ 7 w 19"/>
              <a:gd name="T17" fmla="*/ 36 h 37"/>
              <a:gd name="T18" fmla="*/ 14 w 19"/>
              <a:gd name="T19" fmla="*/ 37 h 37"/>
              <a:gd name="T20" fmla="*/ 19 w 19"/>
              <a:gd name="T21" fmla="*/ 23 h 37"/>
              <a:gd name="T22" fmla="*/ 19 w 19"/>
              <a:gd name="T23" fmla="*/ 14 h 37"/>
              <a:gd name="T24" fmla="*/ 17 w 19"/>
              <a:gd name="T25" fmla="*/ 2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" h="37">
                <a:moveTo>
                  <a:pt x="17" y="2"/>
                </a:moveTo>
                <a:cubicBezTo>
                  <a:pt x="17" y="2"/>
                  <a:pt x="16" y="0"/>
                  <a:pt x="15" y="2"/>
                </a:cubicBezTo>
                <a:cubicBezTo>
                  <a:pt x="15" y="2"/>
                  <a:pt x="15" y="10"/>
                  <a:pt x="13" y="13"/>
                </a:cubicBezTo>
                <a:cubicBezTo>
                  <a:pt x="13" y="13"/>
                  <a:pt x="13" y="21"/>
                  <a:pt x="12" y="23"/>
                </a:cubicBezTo>
                <a:cubicBezTo>
                  <a:pt x="12" y="23"/>
                  <a:pt x="11" y="28"/>
                  <a:pt x="11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6" y="17"/>
                  <a:pt x="1" y="20"/>
                </a:cubicBezTo>
                <a:cubicBezTo>
                  <a:pt x="1" y="20"/>
                  <a:pt x="0" y="21"/>
                  <a:pt x="1" y="22"/>
                </a:cubicBezTo>
                <a:cubicBezTo>
                  <a:pt x="1" y="22"/>
                  <a:pt x="7" y="33"/>
                  <a:pt x="7" y="36"/>
                </a:cubicBezTo>
                <a:cubicBezTo>
                  <a:pt x="7" y="36"/>
                  <a:pt x="11" y="37"/>
                  <a:pt x="14" y="37"/>
                </a:cubicBezTo>
                <a:cubicBezTo>
                  <a:pt x="14" y="37"/>
                  <a:pt x="18" y="27"/>
                  <a:pt x="19" y="23"/>
                </a:cubicBezTo>
                <a:cubicBezTo>
                  <a:pt x="19" y="23"/>
                  <a:pt x="19" y="16"/>
                  <a:pt x="19" y="14"/>
                </a:cubicBezTo>
                <a:cubicBezTo>
                  <a:pt x="19" y="14"/>
                  <a:pt x="18" y="6"/>
                  <a:pt x="17" y="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6" name="Freeform 55"/>
          <p:cNvSpPr/>
          <p:nvPr>
            <p:custDataLst>
              <p:tags r:id="rId52"/>
            </p:custDataLst>
          </p:nvPr>
        </p:nvSpPr>
        <p:spPr bwMode="auto">
          <a:xfrm>
            <a:off x="10962005" y="193675"/>
            <a:ext cx="45720" cy="22225"/>
          </a:xfrm>
          <a:custGeom>
            <a:avLst/>
            <a:gdLst>
              <a:gd name="T0" fmla="*/ 62 w 62"/>
              <a:gd name="T1" fmla="*/ 10 h 30"/>
              <a:gd name="T2" fmla="*/ 59 w 62"/>
              <a:gd name="T3" fmla="*/ 10 h 30"/>
              <a:gd name="T4" fmla="*/ 54 w 62"/>
              <a:gd name="T5" fmla="*/ 9 h 30"/>
              <a:gd name="T6" fmla="*/ 53 w 62"/>
              <a:gd name="T7" fmla="*/ 2 h 30"/>
              <a:gd name="T8" fmla="*/ 51 w 62"/>
              <a:gd name="T9" fmla="*/ 1 h 30"/>
              <a:gd name="T10" fmla="*/ 48 w 62"/>
              <a:gd name="T11" fmla="*/ 6 h 30"/>
              <a:gd name="T12" fmla="*/ 47 w 62"/>
              <a:gd name="T13" fmla="*/ 8 h 30"/>
              <a:gd name="T14" fmla="*/ 36 w 62"/>
              <a:gd name="T15" fmla="*/ 9 h 30"/>
              <a:gd name="T16" fmla="*/ 39 w 62"/>
              <a:gd name="T17" fmla="*/ 4 h 30"/>
              <a:gd name="T18" fmla="*/ 37 w 62"/>
              <a:gd name="T19" fmla="*/ 3 h 30"/>
              <a:gd name="T20" fmla="*/ 31 w 62"/>
              <a:gd name="T21" fmla="*/ 11 h 30"/>
              <a:gd name="T22" fmla="*/ 36 w 62"/>
              <a:gd name="T23" fmla="*/ 16 h 30"/>
              <a:gd name="T24" fmla="*/ 28 w 62"/>
              <a:gd name="T25" fmla="*/ 20 h 30"/>
              <a:gd name="T26" fmla="*/ 4 w 62"/>
              <a:gd name="T27" fmla="*/ 26 h 30"/>
              <a:gd name="T28" fmla="*/ 5 w 62"/>
              <a:gd name="T29" fmla="*/ 29 h 30"/>
              <a:gd name="T30" fmla="*/ 25 w 62"/>
              <a:gd name="T31" fmla="*/ 26 h 30"/>
              <a:gd name="T32" fmla="*/ 52 w 62"/>
              <a:gd name="T33" fmla="*/ 14 h 30"/>
              <a:gd name="T34" fmla="*/ 62 w 62"/>
              <a:gd name="T35" fmla="*/ 14 h 30"/>
              <a:gd name="T36" fmla="*/ 62 w 62"/>
              <a:gd name="T37" fmla="*/ 1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2" h="30">
                <a:moveTo>
                  <a:pt x="62" y="10"/>
                </a:moveTo>
                <a:cubicBezTo>
                  <a:pt x="61" y="9"/>
                  <a:pt x="59" y="10"/>
                  <a:pt x="59" y="10"/>
                </a:cubicBezTo>
                <a:cubicBezTo>
                  <a:pt x="54" y="9"/>
                  <a:pt x="54" y="9"/>
                  <a:pt x="54" y="9"/>
                </a:cubicBezTo>
                <a:cubicBezTo>
                  <a:pt x="56" y="8"/>
                  <a:pt x="53" y="2"/>
                  <a:pt x="53" y="2"/>
                </a:cubicBezTo>
                <a:cubicBezTo>
                  <a:pt x="52" y="0"/>
                  <a:pt x="51" y="1"/>
                  <a:pt x="51" y="1"/>
                </a:cubicBezTo>
                <a:cubicBezTo>
                  <a:pt x="49" y="2"/>
                  <a:pt x="48" y="6"/>
                  <a:pt x="48" y="6"/>
                </a:cubicBezTo>
                <a:cubicBezTo>
                  <a:pt x="47" y="8"/>
                  <a:pt x="47" y="8"/>
                  <a:pt x="47" y="8"/>
                </a:cubicBezTo>
                <a:cubicBezTo>
                  <a:pt x="36" y="9"/>
                  <a:pt x="36" y="9"/>
                  <a:pt x="36" y="9"/>
                </a:cubicBezTo>
                <a:cubicBezTo>
                  <a:pt x="35" y="6"/>
                  <a:pt x="39" y="4"/>
                  <a:pt x="39" y="4"/>
                </a:cubicBezTo>
                <a:cubicBezTo>
                  <a:pt x="41" y="2"/>
                  <a:pt x="37" y="3"/>
                  <a:pt x="37" y="3"/>
                </a:cubicBezTo>
                <a:cubicBezTo>
                  <a:pt x="32" y="6"/>
                  <a:pt x="31" y="11"/>
                  <a:pt x="31" y="11"/>
                </a:cubicBezTo>
                <a:cubicBezTo>
                  <a:pt x="31" y="16"/>
                  <a:pt x="35" y="16"/>
                  <a:pt x="36" y="16"/>
                </a:cubicBezTo>
                <a:cubicBezTo>
                  <a:pt x="35" y="16"/>
                  <a:pt x="28" y="20"/>
                  <a:pt x="28" y="20"/>
                </a:cubicBezTo>
                <a:cubicBezTo>
                  <a:pt x="18" y="26"/>
                  <a:pt x="4" y="26"/>
                  <a:pt x="4" y="26"/>
                </a:cubicBezTo>
                <a:cubicBezTo>
                  <a:pt x="0" y="28"/>
                  <a:pt x="5" y="29"/>
                  <a:pt x="5" y="29"/>
                </a:cubicBezTo>
                <a:cubicBezTo>
                  <a:pt x="9" y="30"/>
                  <a:pt x="25" y="26"/>
                  <a:pt x="25" y="26"/>
                </a:cubicBezTo>
                <a:cubicBezTo>
                  <a:pt x="49" y="21"/>
                  <a:pt x="52" y="14"/>
                  <a:pt x="52" y="14"/>
                </a:cubicBezTo>
                <a:cubicBezTo>
                  <a:pt x="56" y="15"/>
                  <a:pt x="62" y="14"/>
                  <a:pt x="62" y="14"/>
                </a:cubicBezTo>
                <a:lnTo>
                  <a:pt x="62" y="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7" name="Freeform 56"/>
          <p:cNvSpPr/>
          <p:nvPr>
            <p:custDataLst>
              <p:tags r:id="rId53"/>
            </p:custDataLst>
          </p:nvPr>
        </p:nvSpPr>
        <p:spPr bwMode="auto">
          <a:xfrm>
            <a:off x="10985500" y="215265"/>
            <a:ext cx="13970" cy="13335"/>
          </a:xfrm>
          <a:custGeom>
            <a:avLst/>
            <a:gdLst>
              <a:gd name="T0" fmla="*/ 11 w 19"/>
              <a:gd name="T1" fmla="*/ 5 h 18"/>
              <a:gd name="T2" fmla="*/ 4 w 19"/>
              <a:gd name="T3" fmla="*/ 15 h 18"/>
              <a:gd name="T4" fmla="*/ 3 w 19"/>
              <a:gd name="T5" fmla="*/ 18 h 18"/>
              <a:gd name="T6" fmla="*/ 15 w 19"/>
              <a:gd name="T7" fmla="*/ 15 h 18"/>
              <a:gd name="T8" fmla="*/ 14 w 19"/>
              <a:gd name="T9" fmla="*/ 5 h 18"/>
              <a:gd name="T10" fmla="*/ 11 w 19"/>
              <a:gd name="T11" fmla="*/ 5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18">
                <a:moveTo>
                  <a:pt x="11" y="5"/>
                </a:moveTo>
                <a:cubicBezTo>
                  <a:pt x="11" y="5"/>
                  <a:pt x="7" y="15"/>
                  <a:pt x="4" y="15"/>
                </a:cubicBezTo>
                <a:cubicBezTo>
                  <a:pt x="4" y="15"/>
                  <a:pt x="0" y="17"/>
                  <a:pt x="3" y="18"/>
                </a:cubicBezTo>
                <a:cubicBezTo>
                  <a:pt x="3" y="18"/>
                  <a:pt x="11" y="15"/>
                  <a:pt x="15" y="15"/>
                </a:cubicBezTo>
                <a:cubicBezTo>
                  <a:pt x="15" y="15"/>
                  <a:pt x="19" y="11"/>
                  <a:pt x="14" y="5"/>
                </a:cubicBezTo>
                <a:cubicBezTo>
                  <a:pt x="14" y="5"/>
                  <a:pt x="12" y="0"/>
                  <a:pt x="11" y="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8" name="Freeform 57"/>
          <p:cNvSpPr>
            <a:spLocks noEditPoints="1"/>
          </p:cNvSpPr>
          <p:nvPr>
            <p:custDataLst>
              <p:tags r:id="rId54"/>
            </p:custDataLst>
          </p:nvPr>
        </p:nvSpPr>
        <p:spPr bwMode="auto">
          <a:xfrm>
            <a:off x="11054080" y="278130"/>
            <a:ext cx="48895" cy="31115"/>
          </a:xfrm>
          <a:custGeom>
            <a:avLst/>
            <a:gdLst>
              <a:gd name="T0" fmla="*/ 64 w 66"/>
              <a:gd name="T1" fmla="*/ 20 h 42"/>
              <a:gd name="T2" fmla="*/ 63 w 66"/>
              <a:gd name="T3" fmla="*/ 20 h 42"/>
              <a:gd name="T4" fmla="*/ 59 w 66"/>
              <a:gd name="T5" fmla="*/ 16 h 42"/>
              <a:gd name="T6" fmla="*/ 56 w 66"/>
              <a:gd name="T7" fmla="*/ 12 h 42"/>
              <a:gd name="T8" fmla="*/ 53 w 66"/>
              <a:gd name="T9" fmla="*/ 11 h 42"/>
              <a:gd name="T10" fmla="*/ 45 w 66"/>
              <a:gd name="T11" fmla="*/ 5 h 42"/>
              <a:gd name="T12" fmla="*/ 47 w 66"/>
              <a:gd name="T13" fmla="*/ 2 h 42"/>
              <a:gd name="T14" fmla="*/ 46 w 66"/>
              <a:gd name="T15" fmla="*/ 0 h 42"/>
              <a:gd name="T16" fmla="*/ 40 w 66"/>
              <a:gd name="T17" fmla="*/ 2 h 42"/>
              <a:gd name="T18" fmla="*/ 43 w 66"/>
              <a:gd name="T19" fmla="*/ 6 h 42"/>
              <a:gd name="T20" fmla="*/ 51 w 66"/>
              <a:gd name="T21" fmla="*/ 12 h 42"/>
              <a:gd name="T22" fmla="*/ 51 w 66"/>
              <a:gd name="T23" fmla="*/ 18 h 42"/>
              <a:gd name="T24" fmla="*/ 47 w 66"/>
              <a:gd name="T25" fmla="*/ 17 h 42"/>
              <a:gd name="T26" fmla="*/ 29 w 66"/>
              <a:gd name="T27" fmla="*/ 6 h 42"/>
              <a:gd name="T28" fmla="*/ 23 w 66"/>
              <a:gd name="T29" fmla="*/ 7 h 42"/>
              <a:gd name="T30" fmla="*/ 24 w 66"/>
              <a:gd name="T31" fmla="*/ 11 h 42"/>
              <a:gd name="T32" fmla="*/ 29 w 66"/>
              <a:gd name="T33" fmla="*/ 15 h 42"/>
              <a:gd name="T34" fmla="*/ 23 w 66"/>
              <a:gd name="T35" fmla="*/ 14 h 42"/>
              <a:gd name="T36" fmla="*/ 21 w 66"/>
              <a:gd name="T37" fmla="*/ 19 h 42"/>
              <a:gd name="T38" fmla="*/ 20 w 66"/>
              <a:gd name="T39" fmla="*/ 25 h 42"/>
              <a:gd name="T40" fmla="*/ 7 w 66"/>
              <a:gd name="T41" fmla="*/ 5 h 42"/>
              <a:gd name="T42" fmla="*/ 1 w 66"/>
              <a:gd name="T43" fmla="*/ 24 h 42"/>
              <a:gd name="T44" fmla="*/ 8 w 66"/>
              <a:gd name="T45" fmla="*/ 31 h 42"/>
              <a:gd name="T46" fmla="*/ 15 w 66"/>
              <a:gd name="T47" fmla="*/ 30 h 42"/>
              <a:gd name="T48" fmla="*/ 17 w 66"/>
              <a:gd name="T49" fmla="*/ 31 h 42"/>
              <a:gd name="T50" fmla="*/ 16 w 66"/>
              <a:gd name="T51" fmla="*/ 36 h 42"/>
              <a:gd name="T52" fmla="*/ 17 w 66"/>
              <a:gd name="T53" fmla="*/ 38 h 42"/>
              <a:gd name="T54" fmla="*/ 21 w 66"/>
              <a:gd name="T55" fmla="*/ 36 h 42"/>
              <a:gd name="T56" fmla="*/ 20 w 66"/>
              <a:gd name="T57" fmla="*/ 28 h 42"/>
              <a:gd name="T58" fmla="*/ 25 w 66"/>
              <a:gd name="T59" fmla="*/ 20 h 42"/>
              <a:gd name="T60" fmla="*/ 36 w 66"/>
              <a:gd name="T61" fmla="*/ 20 h 42"/>
              <a:gd name="T62" fmla="*/ 34 w 66"/>
              <a:gd name="T63" fmla="*/ 14 h 42"/>
              <a:gd name="T64" fmla="*/ 42 w 66"/>
              <a:gd name="T65" fmla="*/ 19 h 42"/>
              <a:gd name="T66" fmla="*/ 45 w 66"/>
              <a:gd name="T67" fmla="*/ 20 h 42"/>
              <a:gd name="T68" fmla="*/ 51 w 66"/>
              <a:gd name="T69" fmla="*/ 23 h 42"/>
              <a:gd name="T70" fmla="*/ 64 w 66"/>
              <a:gd name="T71" fmla="*/ 26 h 42"/>
              <a:gd name="T72" fmla="*/ 64 w 66"/>
              <a:gd name="T73" fmla="*/ 20 h 42"/>
              <a:gd name="T74" fmla="*/ 10 w 66"/>
              <a:gd name="T75" fmla="*/ 28 h 42"/>
              <a:gd name="T76" fmla="*/ 5 w 66"/>
              <a:gd name="T77" fmla="*/ 17 h 42"/>
              <a:gd name="T78" fmla="*/ 11 w 66"/>
              <a:gd name="T79" fmla="*/ 18 h 42"/>
              <a:gd name="T80" fmla="*/ 15 w 66"/>
              <a:gd name="T81" fmla="*/ 24 h 42"/>
              <a:gd name="T82" fmla="*/ 10 w 66"/>
              <a:gd name="T83" fmla="*/ 28 h 42"/>
              <a:gd name="T84" fmla="*/ 56 w 66"/>
              <a:gd name="T85" fmla="*/ 18 h 42"/>
              <a:gd name="T86" fmla="*/ 58 w 66"/>
              <a:gd name="T87" fmla="*/ 18 h 42"/>
              <a:gd name="T88" fmla="*/ 59 w 66"/>
              <a:gd name="T89" fmla="*/ 20 h 42"/>
              <a:gd name="T90" fmla="*/ 56 w 66"/>
              <a:gd name="T91" fmla="*/ 18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6" h="42">
                <a:moveTo>
                  <a:pt x="64" y="20"/>
                </a:moveTo>
                <a:cubicBezTo>
                  <a:pt x="63" y="20"/>
                  <a:pt x="63" y="20"/>
                  <a:pt x="63" y="20"/>
                </a:cubicBezTo>
                <a:cubicBezTo>
                  <a:pt x="59" y="16"/>
                  <a:pt x="59" y="16"/>
                  <a:pt x="59" y="16"/>
                </a:cubicBezTo>
                <a:cubicBezTo>
                  <a:pt x="59" y="16"/>
                  <a:pt x="55" y="17"/>
                  <a:pt x="56" y="12"/>
                </a:cubicBezTo>
                <a:cubicBezTo>
                  <a:pt x="56" y="12"/>
                  <a:pt x="56" y="11"/>
                  <a:pt x="53" y="11"/>
                </a:cubicBezTo>
                <a:cubicBezTo>
                  <a:pt x="45" y="5"/>
                  <a:pt x="45" y="5"/>
                  <a:pt x="45" y="5"/>
                </a:cubicBezTo>
                <a:cubicBezTo>
                  <a:pt x="45" y="5"/>
                  <a:pt x="43" y="3"/>
                  <a:pt x="47" y="2"/>
                </a:cubicBezTo>
                <a:cubicBezTo>
                  <a:pt x="47" y="2"/>
                  <a:pt x="51" y="1"/>
                  <a:pt x="46" y="0"/>
                </a:cubicBezTo>
                <a:cubicBezTo>
                  <a:pt x="46" y="0"/>
                  <a:pt x="40" y="1"/>
                  <a:pt x="40" y="2"/>
                </a:cubicBezTo>
                <a:cubicBezTo>
                  <a:pt x="40" y="2"/>
                  <a:pt x="39" y="7"/>
                  <a:pt x="43" y="6"/>
                </a:cubicBezTo>
                <a:cubicBezTo>
                  <a:pt x="43" y="6"/>
                  <a:pt x="50" y="11"/>
                  <a:pt x="51" y="12"/>
                </a:cubicBezTo>
                <a:cubicBezTo>
                  <a:pt x="51" y="12"/>
                  <a:pt x="50" y="16"/>
                  <a:pt x="51" y="18"/>
                </a:cubicBezTo>
                <a:cubicBezTo>
                  <a:pt x="51" y="18"/>
                  <a:pt x="50" y="19"/>
                  <a:pt x="47" y="17"/>
                </a:cubicBezTo>
                <a:cubicBezTo>
                  <a:pt x="47" y="17"/>
                  <a:pt x="29" y="9"/>
                  <a:pt x="29" y="6"/>
                </a:cubicBezTo>
                <a:cubicBezTo>
                  <a:pt x="29" y="6"/>
                  <a:pt x="25" y="6"/>
                  <a:pt x="23" y="7"/>
                </a:cubicBezTo>
                <a:cubicBezTo>
                  <a:pt x="23" y="7"/>
                  <a:pt x="23" y="11"/>
                  <a:pt x="24" y="11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7" y="16"/>
                  <a:pt x="23" y="14"/>
                </a:cubicBezTo>
                <a:cubicBezTo>
                  <a:pt x="23" y="14"/>
                  <a:pt x="18" y="15"/>
                  <a:pt x="21" y="19"/>
                </a:cubicBezTo>
                <a:cubicBezTo>
                  <a:pt x="21" y="19"/>
                  <a:pt x="23" y="23"/>
                  <a:pt x="20" y="25"/>
                </a:cubicBezTo>
                <a:cubicBezTo>
                  <a:pt x="20" y="25"/>
                  <a:pt x="20" y="16"/>
                  <a:pt x="7" y="5"/>
                </a:cubicBezTo>
                <a:cubicBezTo>
                  <a:pt x="7" y="5"/>
                  <a:pt x="3" y="6"/>
                  <a:pt x="1" y="24"/>
                </a:cubicBezTo>
                <a:cubicBezTo>
                  <a:pt x="1" y="24"/>
                  <a:pt x="0" y="32"/>
                  <a:pt x="8" y="31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30"/>
                  <a:pt x="16" y="29"/>
                  <a:pt x="17" y="31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4" y="37"/>
                  <a:pt x="17" y="38"/>
                </a:cubicBezTo>
                <a:cubicBezTo>
                  <a:pt x="17" y="38"/>
                  <a:pt x="19" y="42"/>
                  <a:pt x="21" y="36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6" y="29"/>
                  <a:pt x="25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20"/>
                  <a:pt x="39" y="18"/>
                  <a:pt x="34" y="14"/>
                </a:cubicBezTo>
                <a:cubicBezTo>
                  <a:pt x="34" y="14"/>
                  <a:pt x="40" y="17"/>
                  <a:pt x="42" y="19"/>
                </a:cubicBezTo>
                <a:cubicBezTo>
                  <a:pt x="42" y="19"/>
                  <a:pt x="42" y="20"/>
                  <a:pt x="45" y="20"/>
                </a:cubicBezTo>
                <a:cubicBezTo>
                  <a:pt x="45" y="20"/>
                  <a:pt x="46" y="22"/>
                  <a:pt x="51" y="23"/>
                </a:cubicBezTo>
                <a:cubicBezTo>
                  <a:pt x="51" y="23"/>
                  <a:pt x="52" y="26"/>
                  <a:pt x="64" y="26"/>
                </a:cubicBezTo>
                <a:cubicBezTo>
                  <a:pt x="64" y="26"/>
                  <a:pt x="66" y="22"/>
                  <a:pt x="64" y="20"/>
                </a:cubicBezTo>
                <a:close/>
                <a:moveTo>
                  <a:pt x="10" y="28"/>
                </a:moveTo>
                <a:cubicBezTo>
                  <a:pt x="2" y="28"/>
                  <a:pt x="5" y="17"/>
                  <a:pt x="5" y="17"/>
                </a:cubicBezTo>
                <a:cubicBezTo>
                  <a:pt x="5" y="11"/>
                  <a:pt x="11" y="18"/>
                  <a:pt x="11" y="18"/>
                </a:cubicBezTo>
                <a:cubicBezTo>
                  <a:pt x="15" y="24"/>
                  <a:pt x="15" y="24"/>
                  <a:pt x="15" y="24"/>
                </a:cubicBezTo>
                <a:cubicBezTo>
                  <a:pt x="18" y="29"/>
                  <a:pt x="10" y="28"/>
                  <a:pt x="10" y="28"/>
                </a:cubicBezTo>
                <a:close/>
                <a:moveTo>
                  <a:pt x="56" y="18"/>
                </a:moveTo>
                <a:cubicBezTo>
                  <a:pt x="56" y="18"/>
                  <a:pt x="57" y="18"/>
                  <a:pt x="58" y="18"/>
                </a:cubicBezTo>
                <a:cubicBezTo>
                  <a:pt x="59" y="20"/>
                  <a:pt x="59" y="20"/>
                  <a:pt x="59" y="20"/>
                </a:cubicBezTo>
                <a:cubicBezTo>
                  <a:pt x="59" y="20"/>
                  <a:pt x="54" y="20"/>
                  <a:pt x="56" y="18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9" name="Freeform 58"/>
          <p:cNvSpPr>
            <a:spLocks noEditPoints="1"/>
          </p:cNvSpPr>
          <p:nvPr>
            <p:custDataLst>
              <p:tags r:id="rId55"/>
            </p:custDataLst>
          </p:nvPr>
        </p:nvSpPr>
        <p:spPr bwMode="auto">
          <a:xfrm>
            <a:off x="10854055" y="185420"/>
            <a:ext cx="21590" cy="46990"/>
          </a:xfrm>
          <a:custGeom>
            <a:avLst/>
            <a:gdLst>
              <a:gd name="T0" fmla="*/ 22 w 29"/>
              <a:gd name="T1" fmla="*/ 41 h 63"/>
              <a:gd name="T2" fmla="*/ 23 w 29"/>
              <a:gd name="T3" fmla="*/ 30 h 63"/>
              <a:gd name="T4" fmla="*/ 21 w 29"/>
              <a:gd name="T5" fmla="*/ 28 h 63"/>
              <a:gd name="T6" fmla="*/ 21 w 29"/>
              <a:gd name="T7" fmla="*/ 26 h 63"/>
              <a:gd name="T8" fmla="*/ 19 w 29"/>
              <a:gd name="T9" fmla="*/ 25 h 63"/>
              <a:gd name="T10" fmla="*/ 15 w 29"/>
              <a:gd name="T11" fmla="*/ 24 h 63"/>
              <a:gd name="T12" fmla="*/ 15 w 29"/>
              <a:gd name="T13" fmla="*/ 21 h 63"/>
              <a:gd name="T14" fmla="*/ 20 w 29"/>
              <a:gd name="T15" fmla="*/ 14 h 63"/>
              <a:gd name="T16" fmla="*/ 19 w 29"/>
              <a:gd name="T17" fmla="*/ 5 h 63"/>
              <a:gd name="T18" fmla="*/ 17 w 29"/>
              <a:gd name="T19" fmla="*/ 4 h 63"/>
              <a:gd name="T20" fmla="*/ 16 w 29"/>
              <a:gd name="T21" fmla="*/ 7 h 63"/>
              <a:gd name="T22" fmla="*/ 12 w 29"/>
              <a:gd name="T23" fmla="*/ 14 h 63"/>
              <a:gd name="T24" fmla="*/ 11 w 29"/>
              <a:gd name="T25" fmla="*/ 4 h 63"/>
              <a:gd name="T26" fmla="*/ 9 w 29"/>
              <a:gd name="T27" fmla="*/ 1 h 63"/>
              <a:gd name="T28" fmla="*/ 8 w 29"/>
              <a:gd name="T29" fmla="*/ 4 h 63"/>
              <a:gd name="T30" fmla="*/ 8 w 29"/>
              <a:gd name="T31" fmla="*/ 23 h 63"/>
              <a:gd name="T32" fmla="*/ 5 w 29"/>
              <a:gd name="T33" fmla="*/ 28 h 63"/>
              <a:gd name="T34" fmla="*/ 4 w 29"/>
              <a:gd name="T35" fmla="*/ 32 h 63"/>
              <a:gd name="T36" fmla="*/ 9 w 29"/>
              <a:gd name="T37" fmla="*/ 33 h 63"/>
              <a:gd name="T38" fmla="*/ 9 w 29"/>
              <a:gd name="T39" fmla="*/ 45 h 63"/>
              <a:gd name="T40" fmla="*/ 9 w 29"/>
              <a:gd name="T41" fmla="*/ 48 h 63"/>
              <a:gd name="T42" fmla="*/ 14 w 29"/>
              <a:gd name="T43" fmla="*/ 49 h 63"/>
              <a:gd name="T44" fmla="*/ 17 w 29"/>
              <a:gd name="T45" fmla="*/ 43 h 63"/>
              <a:gd name="T46" fmla="*/ 18 w 29"/>
              <a:gd name="T47" fmla="*/ 44 h 63"/>
              <a:gd name="T48" fmla="*/ 19 w 29"/>
              <a:gd name="T49" fmla="*/ 49 h 63"/>
              <a:gd name="T50" fmla="*/ 16 w 29"/>
              <a:gd name="T51" fmla="*/ 55 h 63"/>
              <a:gd name="T52" fmla="*/ 14 w 29"/>
              <a:gd name="T53" fmla="*/ 57 h 63"/>
              <a:gd name="T54" fmla="*/ 16 w 29"/>
              <a:gd name="T55" fmla="*/ 62 h 63"/>
              <a:gd name="T56" fmla="*/ 19 w 29"/>
              <a:gd name="T57" fmla="*/ 59 h 63"/>
              <a:gd name="T58" fmla="*/ 19 w 29"/>
              <a:gd name="T59" fmla="*/ 55 h 63"/>
              <a:gd name="T60" fmla="*/ 29 w 29"/>
              <a:gd name="T61" fmla="*/ 56 h 63"/>
              <a:gd name="T62" fmla="*/ 27 w 29"/>
              <a:gd name="T63" fmla="*/ 51 h 63"/>
              <a:gd name="T64" fmla="*/ 22 w 29"/>
              <a:gd name="T65" fmla="*/ 41 h 63"/>
              <a:gd name="T66" fmla="*/ 15 w 29"/>
              <a:gd name="T67" fmla="*/ 39 h 63"/>
              <a:gd name="T68" fmla="*/ 13 w 29"/>
              <a:gd name="T69" fmla="*/ 42 h 63"/>
              <a:gd name="T70" fmla="*/ 12 w 29"/>
              <a:gd name="T71" fmla="*/ 32 h 63"/>
              <a:gd name="T72" fmla="*/ 13 w 29"/>
              <a:gd name="T73" fmla="*/ 27 h 63"/>
              <a:gd name="T74" fmla="*/ 15 w 29"/>
              <a:gd name="T75" fmla="*/ 34 h 63"/>
              <a:gd name="T76" fmla="*/ 15 w 29"/>
              <a:gd name="T77" fmla="*/ 3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9" h="63">
                <a:moveTo>
                  <a:pt x="22" y="41"/>
                </a:moveTo>
                <a:cubicBezTo>
                  <a:pt x="22" y="41"/>
                  <a:pt x="20" y="39"/>
                  <a:pt x="23" y="30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6"/>
                  <a:pt x="21" y="26"/>
                  <a:pt x="21" y="26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7" y="23"/>
                  <a:pt x="15" y="24"/>
                </a:cubicBezTo>
                <a:cubicBezTo>
                  <a:pt x="15" y="24"/>
                  <a:pt x="13" y="25"/>
                  <a:pt x="15" y="21"/>
                </a:cubicBezTo>
                <a:cubicBezTo>
                  <a:pt x="20" y="14"/>
                  <a:pt x="20" y="14"/>
                  <a:pt x="20" y="14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20" y="3"/>
                  <a:pt x="17" y="4"/>
                </a:cubicBezTo>
                <a:cubicBezTo>
                  <a:pt x="17" y="4"/>
                  <a:pt x="17" y="5"/>
                  <a:pt x="16" y="7"/>
                </a:cubicBezTo>
                <a:cubicBezTo>
                  <a:pt x="14" y="9"/>
                  <a:pt x="13" y="12"/>
                  <a:pt x="12" y="14"/>
                </a:cubicBezTo>
                <a:cubicBezTo>
                  <a:pt x="12" y="14"/>
                  <a:pt x="12" y="6"/>
                  <a:pt x="11" y="4"/>
                </a:cubicBezTo>
                <a:cubicBezTo>
                  <a:pt x="9" y="1"/>
                  <a:pt x="9" y="1"/>
                  <a:pt x="9" y="1"/>
                </a:cubicBezTo>
                <a:cubicBezTo>
                  <a:pt x="9" y="1"/>
                  <a:pt x="6" y="0"/>
                  <a:pt x="8" y="4"/>
                </a:cubicBezTo>
                <a:cubicBezTo>
                  <a:pt x="8" y="23"/>
                  <a:pt x="8" y="23"/>
                  <a:pt x="8" y="23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0" y="29"/>
                  <a:pt x="4" y="32"/>
                </a:cubicBezTo>
                <a:cubicBezTo>
                  <a:pt x="9" y="33"/>
                  <a:pt x="9" y="33"/>
                  <a:pt x="9" y="33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8"/>
                  <a:pt x="9" y="48"/>
                  <a:pt x="9" y="48"/>
                </a:cubicBezTo>
                <a:cubicBezTo>
                  <a:pt x="14" y="49"/>
                  <a:pt x="14" y="49"/>
                  <a:pt x="14" y="49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3"/>
                  <a:pt x="18" y="43"/>
                  <a:pt x="18" y="44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49"/>
                  <a:pt x="17" y="54"/>
                  <a:pt x="16" y="55"/>
                </a:cubicBezTo>
                <a:cubicBezTo>
                  <a:pt x="16" y="55"/>
                  <a:pt x="16" y="55"/>
                  <a:pt x="14" y="57"/>
                </a:cubicBezTo>
                <a:cubicBezTo>
                  <a:pt x="14" y="57"/>
                  <a:pt x="10" y="62"/>
                  <a:pt x="16" y="62"/>
                </a:cubicBezTo>
                <a:cubicBezTo>
                  <a:pt x="16" y="62"/>
                  <a:pt x="19" y="63"/>
                  <a:pt x="19" y="59"/>
                </a:cubicBezTo>
                <a:cubicBezTo>
                  <a:pt x="19" y="55"/>
                  <a:pt x="19" y="55"/>
                  <a:pt x="19" y="55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56"/>
                  <a:pt x="29" y="54"/>
                  <a:pt x="27" y="51"/>
                </a:cubicBezTo>
                <a:lnTo>
                  <a:pt x="22" y="41"/>
                </a:lnTo>
                <a:close/>
                <a:moveTo>
                  <a:pt x="15" y="39"/>
                </a:moveTo>
                <a:cubicBezTo>
                  <a:pt x="13" y="42"/>
                  <a:pt x="13" y="42"/>
                  <a:pt x="13" y="42"/>
                </a:cubicBezTo>
                <a:cubicBezTo>
                  <a:pt x="12" y="32"/>
                  <a:pt x="12" y="32"/>
                  <a:pt x="12" y="32"/>
                </a:cubicBezTo>
                <a:cubicBezTo>
                  <a:pt x="11" y="29"/>
                  <a:pt x="13" y="27"/>
                  <a:pt x="13" y="27"/>
                </a:cubicBezTo>
                <a:cubicBezTo>
                  <a:pt x="14" y="29"/>
                  <a:pt x="15" y="34"/>
                  <a:pt x="15" y="34"/>
                </a:cubicBezTo>
                <a:cubicBezTo>
                  <a:pt x="15" y="37"/>
                  <a:pt x="15" y="39"/>
                  <a:pt x="15" y="3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0" name="Freeform 59"/>
          <p:cNvSpPr/>
          <p:nvPr>
            <p:custDataLst>
              <p:tags r:id="rId56"/>
            </p:custDataLst>
          </p:nvPr>
        </p:nvSpPr>
        <p:spPr bwMode="auto">
          <a:xfrm>
            <a:off x="10871200" y="215900"/>
            <a:ext cx="8890" cy="6350"/>
          </a:xfrm>
          <a:custGeom>
            <a:avLst/>
            <a:gdLst>
              <a:gd name="T0" fmla="*/ 9 w 12"/>
              <a:gd name="T1" fmla="*/ 0 h 9"/>
              <a:gd name="T2" fmla="*/ 3 w 12"/>
              <a:gd name="T3" fmla="*/ 1 h 9"/>
              <a:gd name="T4" fmla="*/ 3 w 12"/>
              <a:gd name="T5" fmla="*/ 3 h 9"/>
              <a:gd name="T6" fmla="*/ 9 w 12"/>
              <a:gd name="T7" fmla="*/ 6 h 9"/>
              <a:gd name="T8" fmla="*/ 12 w 12"/>
              <a:gd name="T9" fmla="*/ 5 h 9"/>
              <a:gd name="T10" fmla="*/ 12 w 12"/>
              <a:gd name="T11" fmla="*/ 2 h 9"/>
              <a:gd name="T12" fmla="*/ 9 w 12"/>
              <a:gd name="T13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9">
                <a:moveTo>
                  <a:pt x="9" y="0"/>
                </a:moveTo>
                <a:cubicBezTo>
                  <a:pt x="3" y="1"/>
                  <a:pt x="3" y="1"/>
                  <a:pt x="3" y="1"/>
                </a:cubicBezTo>
                <a:cubicBezTo>
                  <a:pt x="3" y="1"/>
                  <a:pt x="0" y="3"/>
                  <a:pt x="3" y="3"/>
                </a:cubicBezTo>
                <a:cubicBezTo>
                  <a:pt x="3" y="3"/>
                  <a:pt x="7" y="4"/>
                  <a:pt x="9" y="6"/>
                </a:cubicBezTo>
                <a:cubicBezTo>
                  <a:pt x="9" y="6"/>
                  <a:pt x="11" y="9"/>
                  <a:pt x="12" y="5"/>
                </a:cubicBezTo>
                <a:cubicBezTo>
                  <a:pt x="12" y="2"/>
                  <a:pt x="12" y="2"/>
                  <a:pt x="12" y="2"/>
                </a:cubicBezTo>
                <a:cubicBezTo>
                  <a:pt x="12" y="2"/>
                  <a:pt x="12" y="0"/>
                  <a:pt x="9" y="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1" name="Freeform 60"/>
          <p:cNvSpPr/>
          <p:nvPr>
            <p:custDataLst>
              <p:tags r:id="rId57"/>
            </p:custDataLst>
          </p:nvPr>
        </p:nvSpPr>
        <p:spPr bwMode="auto">
          <a:xfrm>
            <a:off x="10888980" y="424815"/>
            <a:ext cx="8255" cy="26035"/>
          </a:xfrm>
          <a:custGeom>
            <a:avLst/>
            <a:gdLst>
              <a:gd name="T0" fmla="*/ 19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4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9 w 29"/>
              <a:gd name="T13" fmla="*/ 93 h 93"/>
              <a:gd name="T14" fmla="*/ 19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9" y="18"/>
                </a:moveTo>
                <a:lnTo>
                  <a:pt x="8" y="26"/>
                </a:lnTo>
                <a:lnTo>
                  <a:pt x="0" y="16"/>
                </a:lnTo>
                <a:lnTo>
                  <a:pt x="24" y="0"/>
                </a:lnTo>
                <a:lnTo>
                  <a:pt x="29" y="2"/>
                </a:lnTo>
                <a:lnTo>
                  <a:pt x="29" y="93"/>
                </a:lnTo>
                <a:lnTo>
                  <a:pt x="19" y="93"/>
                </a:lnTo>
                <a:lnTo>
                  <a:pt x="19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2" name="Freeform 61"/>
          <p:cNvSpPr/>
          <p:nvPr>
            <p:custDataLst>
              <p:tags r:id="rId58"/>
            </p:custDataLst>
          </p:nvPr>
        </p:nvSpPr>
        <p:spPr bwMode="auto">
          <a:xfrm>
            <a:off x="10963275" y="424815"/>
            <a:ext cx="8255" cy="26035"/>
          </a:xfrm>
          <a:custGeom>
            <a:avLst/>
            <a:gdLst>
              <a:gd name="T0" fmla="*/ 16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1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6 w 29"/>
              <a:gd name="T13" fmla="*/ 93 h 93"/>
              <a:gd name="T14" fmla="*/ 16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6" y="18"/>
                </a:moveTo>
                <a:lnTo>
                  <a:pt x="8" y="26"/>
                </a:lnTo>
                <a:lnTo>
                  <a:pt x="0" y="16"/>
                </a:lnTo>
                <a:lnTo>
                  <a:pt x="21" y="0"/>
                </a:lnTo>
                <a:lnTo>
                  <a:pt x="29" y="2"/>
                </a:lnTo>
                <a:lnTo>
                  <a:pt x="29" y="93"/>
                </a:lnTo>
                <a:lnTo>
                  <a:pt x="16" y="93"/>
                </a:lnTo>
                <a:lnTo>
                  <a:pt x="16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3" name="Freeform 62"/>
          <p:cNvSpPr>
            <a:spLocks noEditPoints="1"/>
          </p:cNvSpPr>
          <p:nvPr>
            <p:custDataLst>
              <p:tags r:id="rId59"/>
            </p:custDataLst>
          </p:nvPr>
        </p:nvSpPr>
        <p:spPr bwMode="auto">
          <a:xfrm>
            <a:off x="10910570" y="424815"/>
            <a:ext cx="15875" cy="26035"/>
          </a:xfrm>
          <a:custGeom>
            <a:avLst/>
            <a:gdLst>
              <a:gd name="T0" fmla="*/ 16 w 21"/>
              <a:gd name="T1" fmla="*/ 10 h 35"/>
              <a:gd name="T2" fmla="*/ 16 w 21"/>
              <a:gd name="T3" fmla="*/ 13 h 35"/>
              <a:gd name="T4" fmla="*/ 15 w 21"/>
              <a:gd name="T5" fmla="*/ 16 h 35"/>
              <a:gd name="T6" fmla="*/ 11 w 21"/>
              <a:gd name="T7" fmla="*/ 17 h 35"/>
              <a:gd name="T8" fmla="*/ 9 w 21"/>
              <a:gd name="T9" fmla="*/ 17 h 35"/>
              <a:gd name="T10" fmla="*/ 7 w 21"/>
              <a:gd name="T11" fmla="*/ 16 h 35"/>
              <a:gd name="T12" fmla="*/ 5 w 21"/>
              <a:gd name="T13" fmla="*/ 14 h 35"/>
              <a:gd name="T14" fmla="*/ 5 w 21"/>
              <a:gd name="T15" fmla="*/ 11 h 35"/>
              <a:gd name="T16" fmla="*/ 5 w 21"/>
              <a:gd name="T17" fmla="*/ 8 h 35"/>
              <a:gd name="T18" fmla="*/ 7 w 21"/>
              <a:gd name="T19" fmla="*/ 6 h 35"/>
              <a:gd name="T20" fmla="*/ 8 w 21"/>
              <a:gd name="T21" fmla="*/ 5 h 35"/>
              <a:gd name="T22" fmla="*/ 11 w 21"/>
              <a:gd name="T23" fmla="*/ 4 h 35"/>
              <a:gd name="T24" fmla="*/ 14 w 21"/>
              <a:gd name="T25" fmla="*/ 5 h 35"/>
              <a:gd name="T26" fmla="*/ 16 w 21"/>
              <a:gd name="T27" fmla="*/ 7 h 35"/>
              <a:gd name="T28" fmla="*/ 16 w 21"/>
              <a:gd name="T29" fmla="*/ 10 h 35"/>
              <a:gd name="T30" fmla="*/ 16 w 21"/>
              <a:gd name="T31" fmla="*/ 23 h 35"/>
              <a:gd name="T32" fmla="*/ 16 w 21"/>
              <a:gd name="T33" fmla="*/ 25 h 35"/>
              <a:gd name="T34" fmla="*/ 15 w 21"/>
              <a:gd name="T35" fmla="*/ 27 h 35"/>
              <a:gd name="T36" fmla="*/ 14 w 21"/>
              <a:gd name="T37" fmla="*/ 29 h 35"/>
              <a:gd name="T38" fmla="*/ 12 w 21"/>
              <a:gd name="T39" fmla="*/ 30 h 35"/>
              <a:gd name="T40" fmla="*/ 9 w 21"/>
              <a:gd name="T41" fmla="*/ 30 h 35"/>
              <a:gd name="T42" fmla="*/ 7 w 21"/>
              <a:gd name="T43" fmla="*/ 29 h 35"/>
              <a:gd name="T44" fmla="*/ 5 w 21"/>
              <a:gd name="T45" fmla="*/ 28 h 35"/>
              <a:gd name="T46" fmla="*/ 5 w 21"/>
              <a:gd name="T47" fmla="*/ 26 h 35"/>
              <a:gd name="T48" fmla="*/ 0 w 21"/>
              <a:gd name="T49" fmla="*/ 26 h 35"/>
              <a:gd name="T50" fmla="*/ 1 w 21"/>
              <a:gd name="T51" fmla="*/ 28 h 35"/>
              <a:gd name="T52" fmla="*/ 2 w 21"/>
              <a:gd name="T53" fmla="*/ 31 h 35"/>
              <a:gd name="T54" fmla="*/ 4 w 21"/>
              <a:gd name="T55" fmla="*/ 33 h 35"/>
              <a:gd name="T56" fmla="*/ 7 w 21"/>
              <a:gd name="T57" fmla="*/ 34 h 35"/>
              <a:gd name="T58" fmla="*/ 10 w 21"/>
              <a:gd name="T59" fmla="*/ 35 h 35"/>
              <a:gd name="T60" fmla="*/ 14 w 21"/>
              <a:gd name="T61" fmla="*/ 34 h 35"/>
              <a:gd name="T62" fmla="*/ 17 w 21"/>
              <a:gd name="T63" fmla="*/ 33 h 35"/>
              <a:gd name="T64" fmla="*/ 19 w 21"/>
              <a:gd name="T65" fmla="*/ 31 h 35"/>
              <a:gd name="T66" fmla="*/ 20 w 21"/>
              <a:gd name="T67" fmla="*/ 28 h 35"/>
              <a:gd name="T68" fmla="*/ 21 w 21"/>
              <a:gd name="T69" fmla="*/ 25 h 35"/>
              <a:gd name="T70" fmla="*/ 21 w 21"/>
              <a:gd name="T71" fmla="*/ 21 h 35"/>
              <a:gd name="T72" fmla="*/ 21 w 21"/>
              <a:gd name="T73" fmla="*/ 11 h 35"/>
              <a:gd name="T74" fmla="*/ 20 w 21"/>
              <a:gd name="T75" fmla="*/ 7 h 35"/>
              <a:gd name="T76" fmla="*/ 19 w 21"/>
              <a:gd name="T77" fmla="*/ 3 h 35"/>
              <a:gd name="T78" fmla="*/ 15 w 21"/>
              <a:gd name="T79" fmla="*/ 1 h 35"/>
              <a:gd name="T80" fmla="*/ 10 w 21"/>
              <a:gd name="T81" fmla="*/ 0 h 35"/>
              <a:gd name="T82" fmla="*/ 7 w 21"/>
              <a:gd name="T83" fmla="*/ 0 h 35"/>
              <a:gd name="T84" fmla="*/ 3 w 21"/>
              <a:gd name="T85" fmla="*/ 2 h 35"/>
              <a:gd name="T86" fmla="*/ 1 w 21"/>
              <a:gd name="T87" fmla="*/ 5 h 35"/>
              <a:gd name="T88" fmla="*/ 1 w 21"/>
              <a:gd name="T89" fmla="*/ 8 h 35"/>
              <a:gd name="T90" fmla="*/ 0 w 21"/>
              <a:gd name="T91" fmla="*/ 11 h 35"/>
              <a:gd name="T92" fmla="*/ 1 w 21"/>
              <a:gd name="T93" fmla="*/ 16 h 35"/>
              <a:gd name="T94" fmla="*/ 3 w 21"/>
              <a:gd name="T95" fmla="*/ 19 h 35"/>
              <a:gd name="T96" fmla="*/ 6 w 21"/>
              <a:gd name="T97" fmla="*/ 21 h 35"/>
              <a:gd name="T98" fmla="*/ 11 w 21"/>
              <a:gd name="T99" fmla="*/ 21 h 35"/>
              <a:gd name="T100" fmla="*/ 13 w 21"/>
              <a:gd name="T101" fmla="*/ 21 h 35"/>
              <a:gd name="T102" fmla="*/ 15 w 21"/>
              <a:gd name="T103" fmla="*/ 21 h 35"/>
              <a:gd name="T104" fmla="*/ 16 w 21"/>
              <a:gd name="T105" fmla="*/ 20 h 35"/>
              <a:gd name="T106" fmla="*/ 16 w 21"/>
              <a:gd name="T107" fmla="*/ 2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1" h="35">
                <a:moveTo>
                  <a:pt x="16" y="10"/>
                </a:moveTo>
                <a:cubicBezTo>
                  <a:pt x="16" y="11"/>
                  <a:pt x="16" y="12"/>
                  <a:pt x="16" y="13"/>
                </a:cubicBezTo>
                <a:cubicBezTo>
                  <a:pt x="16" y="14"/>
                  <a:pt x="15" y="15"/>
                  <a:pt x="15" y="16"/>
                </a:cubicBezTo>
                <a:cubicBezTo>
                  <a:pt x="14" y="17"/>
                  <a:pt x="13" y="17"/>
                  <a:pt x="11" y="17"/>
                </a:cubicBezTo>
                <a:cubicBezTo>
                  <a:pt x="10" y="17"/>
                  <a:pt x="10" y="17"/>
                  <a:pt x="9" y="17"/>
                </a:cubicBezTo>
                <a:cubicBezTo>
                  <a:pt x="8" y="17"/>
                  <a:pt x="7" y="16"/>
                  <a:pt x="7" y="16"/>
                </a:cubicBezTo>
                <a:cubicBezTo>
                  <a:pt x="6" y="15"/>
                  <a:pt x="6" y="15"/>
                  <a:pt x="5" y="14"/>
                </a:cubicBezTo>
                <a:cubicBezTo>
                  <a:pt x="5" y="13"/>
                  <a:pt x="5" y="12"/>
                  <a:pt x="5" y="11"/>
                </a:cubicBezTo>
                <a:cubicBezTo>
                  <a:pt x="5" y="9"/>
                  <a:pt x="5" y="8"/>
                  <a:pt x="5" y="8"/>
                </a:cubicBezTo>
                <a:cubicBezTo>
                  <a:pt x="6" y="7"/>
                  <a:pt x="6" y="6"/>
                  <a:pt x="7" y="6"/>
                </a:cubicBezTo>
                <a:cubicBezTo>
                  <a:pt x="7" y="5"/>
                  <a:pt x="8" y="5"/>
                  <a:pt x="8" y="5"/>
                </a:cubicBezTo>
                <a:cubicBezTo>
                  <a:pt x="9" y="4"/>
                  <a:pt x="10" y="4"/>
                  <a:pt x="11" y="4"/>
                </a:cubicBezTo>
                <a:cubicBezTo>
                  <a:pt x="12" y="4"/>
                  <a:pt x="13" y="5"/>
                  <a:pt x="14" y="5"/>
                </a:cubicBezTo>
                <a:cubicBezTo>
                  <a:pt x="15" y="6"/>
                  <a:pt x="15" y="6"/>
                  <a:pt x="16" y="7"/>
                </a:cubicBezTo>
                <a:cubicBezTo>
                  <a:pt x="16" y="8"/>
                  <a:pt x="16" y="9"/>
                  <a:pt x="16" y="10"/>
                </a:cubicBezTo>
                <a:close/>
                <a:moveTo>
                  <a:pt x="16" y="23"/>
                </a:moveTo>
                <a:cubicBezTo>
                  <a:pt x="16" y="23"/>
                  <a:pt x="16" y="24"/>
                  <a:pt x="16" y="25"/>
                </a:cubicBezTo>
                <a:cubicBezTo>
                  <a:pt x="16" y="26"/>
                  <a:pt x="16" y="27"/>
                  <a:pt x="15" y="27"/>
                </a:cubicBezTo>
                <a:cubicBezTo>
                  <a:pt x="15" y="28"/>
                  <a:pt x="15" y="28"/>
                  <a:pt x="14" y="29"/>
                </a:cubicBezTo>
                <a:cubicBezTo>
                  <a:pt x="13" y="29"/>
                  <a:pt x="13" y="30"/>
                  <a:pt x="12" y="30"/>
                </a:cubicBezTo>
                <a:cubicBezTo>
                  <a:pt x="11" y="30"/>
                  <a:pt x="10" y="30"/>
                  <a:pt x="9" y="30"/>
                </a:cubicBezTo>
                <a:cubicBezTo>
                  <a:pt x="8" y="30"/>
                  <a:pt x="7" y="30"/>
                  <a:pt x="7" y="29"/>
                </a:cubicBezTo>
                <a:cubicBezTo>
                  <a:pt x="6" y="29"/>
                  <a:pt x="5" y="28"/>
                  <a:pt x="5" y="28"/>
                </a:cubicBezTo>
                <a:cubicBezTo>
                  <a:pt x="5" y="27"/>
                  <a:pt x="5" y="26"/>
                  <a:pt x="5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1" y="28"/>
                  <a:pt x="1" y="28"/>
                  <a:pt x="1" y="28"/>
                </a:cubicBezTo>
                <a:cubicBezTo>
                  <a:pt x="1" y="29"/>
                  <a:pt x="1" y="30"/>
                  <a:pt x="2" y="31"/>
                </a:cubicBezTo>
                <a:cubicBezTo>
                  <a:pt x="2" y="32"/>
                  <a:pt x="3" y="32"/>
                  <a:pt x="4" y="33"/>
                </a:cubicBezTo>
                <a:cubicBezTo>
                  <a:pt x="4" y="34"/>
                  <a:pt x="5" y="34"/>
                  <a:pt x="7" y="34"/>
                </a:cubicBezTo>
                <a:cubicBezTo>
                  <a:pt x="8" y="35"/>
                  <a:pt x="9" y="35"/>
                  <a:pt x="10" y="35"/>
                </a:cubicBezTo>
                <a:cubicBezTo>
                  <a:pt x="12" y="35"/>
                  <a:pt x="13" y="35"/>
                  <a:pt x="14" y="34"/>
                </a:cubicBezTo>
                <a:cubicBezTo>
                  <a:pt x="15" y="34"/>
                  <a:pt x="16" y="33"/>
                  <a:pt x="17" y="33"/>
                </a:cubicBezTo>
                <a:cubicBezTo>
                  <a:pt x="17" y="32"/>
                  <a:pt x="18" y="32"/>
                  <a:pt x="19" y="31"/>
                </a:cubicBezTo>
                <a:cubicBezTo>
                  <a:pt x="19" y="30"/>
                  <a:pt x="20" y="29"/>
                  <a:pt x="20" y="28"/>
                </a:cubicBezTo>
                <a:cubicBezTo>
                  <a:pt x="20" y="27"/>
                  <a:pt x="21" y="26"/>
                  <a:pt x="21" y="25"/>
                </a:cubicBezTo>
                <a:cubicBezTo>
                  <a:pt x="21" y="24"/>
                  <a:pt x="21" y="23"/>
                  <a:pt x="21" y="2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0"/>
                  <a:pt x="21" y="8"/>
                  <a:pt x="20" y="7"/>
                </a:cubicBezTo>
                <a:cubicBezTo>
                  <a:pt x="20" y="6"/>
                  <a:pt x="19" y="5"/>
                  <a:pt x="19" y="3"/>
                </a:cubicBezTo>
                <a:cubicBezTo>
                  <a:pt x="18" y="2"/>
                  <a:pt x="17" y="2"/>
                  <a:pt x="15" y="1"/>
                </a:cubicBezTo>
                <a:cubicBezTo>
                  <a:pt x="14" y="0"/>
                  <a:pt x="12" y="0"/>
                  <a:pt x="10" y="0"/>
                </a:cubicBezTo>
                <a:cubicBezTo>
                  <a:pt x="9" y="0"/>
                  <a:pt x="8" y="0"/>
                  <a:pt x="7" y="0"/>
                </a:cubicBezTo>
                <a:cubicBezTo>
                  <a:pt x="5" y="1"/>
                  <a:pt x="4" y="1"/>
                  <a:pt x="3" y="2"/>
                </a:cubicBezTo>
                <a:cubicBezTo>
                  <a:pt x="3" y="3"/>
                  <a:pt x="2" y="4"/>
                  <a:pt x="1" y="5"/>
                </a:cubicBezTo>
                <a:cubicBezTo>
                  <a:pt x="1" y="6"/>
                  <a:pt x="1" y="7"/>
                  <a:pt x="1" y="8"/>
                </a:cubicBezTo>
                <a:cubicBezTo>
                  <a:pt x="0" y="9"/>
                  <a:pt x="0" y="10"/>
                  <a:pt x="0" y="11"/>
                </a:cubicBezTo>
                <a:cubicBezTo>
                  <a:pt x="0" y="13"/>
                  <a:pt x="0" y="15"/>
                  <a:pt x="1" y="16"/>
                </a:cubicBezTo>
                <a:cubicBezTo>
                  <a:pt x="1" y="17"/>
                  <a:pt x="2" y="18"/>
                  <a:pt x="3" y="19"/>
                </a:cubicBezTo>
                <a:cubicBezTo>
                  <a:pt x="3" y="19"/>
                  <a:pt x="4" y="20"/>
                  <a:pt x="6" y="21"/>
                </a:cubicBezTo>
                <a:cubicBezTo>
                  <a:pt x="7" y="21"/>
                  <a:pt x="9" y="22"/>
                  <a:pt x="11" y="21"/>
                </a:cubicBezTo>
                <a:cubicBezTo>
                  <a:pt x="12" y="21"/>
                  <a:pt x="13" y="21"/>
                  <a:pt x="13" y="21"/>
                </a:cubicBezTo>
                <a:cubicBezTo>
                  <a:pt x="14" y="21"/>
                  <a:pt x="15" y="21"/>
                  <a:pt x="15" y="21"/>
                </a:cubicBezTo>
                <a:cubicBezTo>
                  <a:pt x="15" y="20"/>
                  <a:pt x="16" y="20"/>
                  <a:pt x="16" y="20"/>
                </a:cubicBezTo>
                <a:lnTo>
                  <a:pt x="16" y="2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9" name="Freeform 63"/>
          <p:cNvSpPr>
            <a:spLocks noEditPoints="1"/>
          </p:cNvSpPr>
          <p:nvPr>
            <p:custDataLst>
              <p:tags r:id="rId60"/>
            </p:custDataLst>
          </p:nvPr>
        </p:nvSpPr>
        <p:spPr bwMode="auto">
          <a:xfrm>
            <a:off x="10937240" y="424180"/>
            <a:ext cx="17145" cy="26670"/>
          </a:xfrm>
          <a:custGeom>
            <a:avLst/>
            <a:gdLst>
              <a:gd name="T0" fmla="*/ 18 w 23"/>
              <a:gd name="T1" fmla="*/ 20 h 36"/>
              <a:gd name="T2" fmla="*/ 17 w 23"/>
              <a:gd name="T3" fmla="*/ 24 h 36"/>
              <a:gd name="T4" fmla="*/ 16 w 23"/>
              <a:gd name="T5" fmla="*/ 28 h 36"/>
              <a:gd name="T6" fmla="*/ 14 w 23"/>
              <a:gd name="T7" fmla="*/ 30 h 36"/>
              <a:gd name="T8" fmla="*/ 11 w 23"/>
              <a:gd name="T9" fmla="*/ 31 h 36"/>
              <a:gd name="T10" fmla="*/ 8 w 23"/>
              <a:gd name="T11" fmla="*/ 30 h 36"/>
              <a:gd name="T12" fmla="*/ 6 w 23"/>
              <a:gd name="T13" fmla="*/ 28 h 36"/>
              <a:gd name="T14" fmla="*/ 5 w 23"/>
              <a:gd name="T15" fmla="*/ 24 h 36"/>
              <a:gd name="T16" fmla="*/ 4 w 23"/>
              <a:gd name="T17" fmla="*/ 18 h 36"/>
              <a:gd name="T18" fmla="*/ 4 w 23"/>
              <a:gd name="T19" fmla="*/ 15 h 36"/>
              <a:gd name="T20" fmla="*/ 5 w 23"/>
              <a:gd name="T21" fmla="*/ 12 h 36"/>
              <a:gd name="T22" fmla="*/ 6 w 23"/>
              <a:gd name="T23" fmla="*/ 8 h 36"/>
              <a:gd name="T24" fmla="*/ 8 w 23"/>
              <a:gd name="T25" fmla="*/ 6 h 36"/>
              <a:gd name="T26" fmla="*/ 11 w 23"/>
              <a:gd name="T27" fmla="*/ 5 h 36"/>
              <a:gd name="T28" fmla="*/ 14 w 23"/>
              <a:gd name="T29" fmla="*/ 6 h 36"/>
              <a:gd name="T30" fmla="*/ 16 w 23"/>
              <a:gd name="T31" fmla="*/ 8 h 36"/>
              <a:gd name="T32" fmla="*/ 17 w 23"/>
              <a:gd name="T33" fmla="*/ 12 h 36"/>
              <a:gd name="T34" fmla="*/ 18 w 23"/>
              <a:gd name="T35" fmla="*/ 17 h 36"/>
              <a:gd name="T36" fmla="*/ 18 w 23"/>
              <a:gd name="T37" fmla="*/ 20 h 36"/>
              <a:gd name="T38" fmla="*/ 22 w 23"/>
              <a:gd name="T39" fmla="*/ 15 h 36"/>
              <a:gd name="T40" fmla="*/ 22 w 23"/>
              <a:gd name="T41" fmla="*/ 10 h 36"/>
              <a:gd name="T42" fmla="*/ 20 w 23"/>
              <a:gd name="T43" fmla="*/ 6 h 36"/>
              <a:gd name="T44" fmla="*/ 18 w 23"/>
              <a:gd name="T45" fmla="*/ 3 h 36"/>
              <a:gd name="T46" fmla="*/ 14 w 23"/>
              <a:gd name="T47" fmla="*/ 1 h 36"/>
              <a:gd name="T48" fmla="*/ 11 w 23"/>
              <a:gd name="T49" fmla="*/ 0 h 36"/>
              <a:gd name="T50" fmla="*/ 7 w 23"/>
              <a:gd name="T51" fmla="*/ 1 h 36"/>
              <a:gd name="T52" fmla="*/ 4 w 23"/>
              <a:gd name="T53" fmla="*/ 4 h 36"/>
              <a:gd name="T54" fmla="*/ 1 w 23"/>
              <a:gd name="T55" fmla="*/ 7 h 36"/>
              <a:gd name="T56" fmla="*/ 0 w 23"/>
              <a:gd name="T57" fmla="*/ 11 h 36"/>
              <a:gd name="T58" fmla="*/ 0 w 23"/>
              <a:gd name="T59" fmla="*/ 15 h 36"/>
              <a:gd name="T60" fmla="*/ 0 w 23"/>
              <a:gd name="T61" fmla="*/ 20 h 36"/>
              <a:gd name="T62" fmla="*/ 0 w 23"/>
              <a:gd name="T63" fmla="*/ 25 h 36"/>
              <a:gd name="T64" fmla="*/ 1 w 23"/>
              <a:gd name="T65" fmla="*/ 29 h 36"/>
              <a:gd name="T66" fmla="*/ 3 w 23"/>
              <a:gd name="T67" fmla="*/ 32 h 36"/>
              <a:gd name="T68" fmla="*/ 7 w 23"/>
              <a:gd name="T69" fmla="*/ 35 h 36"/>
              <a:gd name="T70" fmla="*/ 11 w 23"/>
              <a:gd name="T71" fmla="*/ 36 h 36"/>
              <a:gd name="T72" fmla="*/ 15 w 23"/>
              <a:gd name="T73" fmla="*/ 35 h 36"/>
              <a:gd name="T74" fmla="*/ 18 w 23"/>
              <a:gd name="T75" fmla="*/ 33 h 36"/>
              <a:gd name="T76" fmla="*/ 20 w 23"/>
              <a:gd name="T77" fmla="*/ 31 h 36"/>
              <a:gd name="T78" fmla="*/ 22 w 23"/>
              <a:gd name="T79" fmla="*/ 27 h 36"/>
              <a:gd name="T80" fmla="*/ 22 w 23"/>
              <a:gd name="T81" fmla="*/ 23 h 36"/>
              <a:gd name="T82" fmla="*/ 23 w 23"/>
              <a:gd name="T83" fmla="*/ 20 h 36"/>
              <a:gd name="T84" fmla="*/ 22 w 23"/>
              <a:gd name="T85" fmla="*/ 15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" h="36">
                <a:moveTo>
                  <a:pt x="18" y="20"/>
                </a:moveTo>
                <a:cubicBezTo>
                  <a:pt x="18" y="21"/>
                  <a:pt x="18" y="22"/>
                  <a:pt x="17" y="24"/>
                </a:cubicBezTo>
                <a:cubicBezTo>
                  <a:pt x="17" y="25"/>
                  <a:pt x="17" y="27"/>
                  <a:pt x="16" y="28"/>
                </a:cubicBezTo>
                <a:cubicBezTo>
                  <a:pt x="16" y="29"/>
                  <a:pt x="15" y="30"/>
                  <a:pt x="14" y="30"/>
                </a:cubicBezTo>
                <a:cubicBezTo>
                  <a:pt x="13" y="31"/>
                  <a:pt x="12" y="31"/>
                  <a:pt x="11" y="31"/>
                </a:cubicBezTo>
                <a:cubicBezTo>
                  <a:pt x="10" y="31"/>
                  <a:pt x="9" y="31"/>
                  <a:pt x="8" y="30"/>
                </a:cubicBezTo>
                <a:cubicBezTo>
                  <a:pt x="7" y="29"/>
                  <a:pt x="6" y="29"/>
                  <a:pt x="6" y="28"/>
                </a:cubicBezTo>
                <a:cubicBezTo>
                  <a:pt x="5" y="27"/>
                  <a:pt x="5" y="25"/>
                  <a:pt x="5" y="24"/>
                </a:cubicBezTo>
                <a:cubicBezTo>
                  <a:pt x="4" y="22"/>
                  <a:pt x="4" y="21"/>
                  <a:pt x="4" y="18"/>
                </a:cubicBezTo>
                <a:cubicBezTo>
                  <a:pt x="4" y="17"/>
                  <a:pt x="4" y="16"/>
                  <a:pt x="4" y="15"/>
                </a:cubicBezTo>
                <a:cubicBezTo>
                  <a:pt x="4" y="14"/>
                  <a:pt x="4" y="13"/>
                  <a:pt x="5" y="12"/>
                </a:cubicBezTo>
                <a:cubicBezTo>
                  <a:pt x="5" y="11"/>
                  <a:pt x="5" y="10"/>
                  <a:pt x="6" y="8"/>
                </a:cubicBezTo>
                <a:cubicBezTo>
                  <a:pt x="6" y="7"/>
                  <a:pt x="7" y="7"/>
                  <a:pt x="8" y="6"/>
                </a:cubicBezTo>
                <a:cubicBezTo>
                  <a:pt x="9" y="5"/>
                  <a:pt x="10" y="5"/>
                  <a:pt x="11" y="5"/>
                </a:cubicBezTo>
                <a:cubicBezTo>
                  <a:pt x="12" y="5"/>
                  <a:pt x="13" y="6"/>
                  <a:pt x="14" y="6"/>
                </a:cubicBezTo>
                <a:cubicBezTo>
                  <a:pt x="15" y="7"/>
                  <a:pt x="15" y="7"/>
                  <a:pt x="16" y="8"/>
                </a:cubicBezTo>
                <a:cubicBezTo>
                  <a:pt x="17" y="9"/>
                  <a:pt x="17" y="10"/>
                  <a:pt x="17" y="12"/>
                </a:cubicBezTo>
                <a:cubicBezTo>
                  <a:pt x="18" y="13"/>
                  <a:pt x="18" y="15"/>
                  <a:pt x="18" y="17"/>
                </a:cubicBezTo>
                <a:cubicBezTo>
                  <a:pt x="18" y="18"/>
                  <a:pt x="18" y="19"/>
                  <a:pt x="18" y="20"/>
                </a:cubicBezTo>
                <a:close/>
                <a:moveTo>
                  <a:pt x="22" y="15"/>
                </a:moveTo>
                <a:cubicBezTo>
                  <a:pt x="22" y="13"/>
                  <a:pt x="22" y="12"/>
                  <a:pt x="22" y="10"/>
                </a:cubicBezTo>
                <a:cubicBezTo>
                  <a:pt x="22" y="9"/>
                  <a:pt x="21" y="7"/>
                  <a:pt x="20" y="6"/>
                </a:cubicBezTo>
                <a:cubicBezTo>
                  <a:pt x="20" y="5"/>
                  <a:pt x="19" y="4"/>
                  <a:pt x="18" y="3"/>
                </a:cubicBezTo>
                <a:cubicBezTo>
                  <a:pt x="17" y="2"/>
                  <a:pt x="16" y="1"/>
                  <a:pt x="14" y="1"/>
                </a:cubicBezTo>
                <a:cubicBezTo>
                  <a:pt x="13" y="1"/>
                  <a:pt x="12" y="0"/>
                  <a:pt x="11" y="0"/>
                </a:cubicBezTo>
                <a:cubicBezTo>
                  <a:pt x="10" y="0"/>
                  <a:pt x="8" y="1"/>
                  <a:pt x="7" y="1"/>
                </a:cubicBezTo>
                <a:cubicBezTo>
                  <a:pt x="5" y="2"/>
                  <a:pt x="4" y="3"/>
                  <a:pt x="4" y="4"/>
                </a:cubicBezTo>
                <a:cubicBezTo>
                  <a:pt x="3" y="5"/>
                  <a:pt x="2" y="6"/>
                  <a:pt x="1" y="7"/>
                </a:cubicBezTo>
                <a:cubicBezTo>
                  <a:pt x="1" y="8"/>
                  <a:pt x="0" y="10"/>
                  <a:pt x="0" y="11"/>
                </a:cubicBezTo>
                <a:cubicBezTo>
                  <a:pt x="0" y="13"/>
                  <a:pt x="0" y="14"/>
                  <a:pt x="0" y="15"/>
                </a:cubicBezTo>
                <a:cubicBezTo>
                  <a:pt x="0" y="16"/>
                  <a:pt x="0" y="18"/>
                  <a:pt x="0" y="20"/>
                </a:cubicBezTo>
                <a:cubicBezTo>
                  <a:pt x="0" y="22"/>
                  <a:pt x="0" y="23"/>
                  <a:pt x="0" y="25"/>
                </a:cubicBezTo>
                <a:cubicBezTo>
                  <a:pt x="0" y="26"/>
                  <a:pt x="1" y="28"/>
                  <a:pt x="1" y="29"/>
                </a:cubicBezTo>
                <a:cubicBezTo>
                  <a:pt x="2" y="30"/>
                  <a:pt x="3" y="31"/>
                  <a:pt x="3" y="32"/>
                </a:cubicBezTo>
                <a:cubicBezTo>
                  <a:pt x="4" y="34"/>
                  <a:pt x="5" y="34"/>
                  <a:pt x="7" y="35"/>
                </a:cubicBezTo>
                <a:cubicBezTo>
                  <a:pt x="8" y="35"/>
                  <a:pt x="10" y="36"/>
                  <a:pt x="11" y="36"/>
                </a:cubicBezTo>
                <a:cubicBezTo>
                  <a:pt x="13" y="36"/>
                  <a:pt x="14" y="35"/>
                  <a:pt x="15" y="35"/>
                </a:cubicBezTo>
                <a:cubicBezTo>
                  <a:pt x="16" y="35"/>
                  <a:pt x="17" y="34"/>
                  <a:pt x="18" y="33"/>
                </a:cubicBezTo>
                <a:cubicBezTo>
                  <a:pt x="19" y="33"/>
                  <a:pt x="20" y="32"/>
                  <a:pt x="20" y="31"/>
                </a:cubicBezTo>
                <a:cubicBezTo>
                  <a:pt x="21" y="30"/>
                  <a:pt x="21" y="28"/>
                  <a:pt x="22" y="27"/>
                </a:cubicBezTo>
                <a:cubicBezTo>
                  <a:pt x="22" y="26"/>
                  <a:pt x="22" y="25"/>
                  <a:pt x="22" y="23"/>
                </a:cubicBezTo>
                <a:cubicBezTo>
                  <a:pt x="22" y="21"/>
                  <a:pt x="23" y="20"/>
                  <a:pt x="23" y="20"/>
                </a:cubicBezTo>
                <a:cubicBezTo>
                  <a:pt x="23" y="18"/>
                  <a:pt x="23" y="16"/>
                  <a:pt x="22" y="1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61"/>
            </p:custDataLst>
          </p:nvPr>
        </p:nvSpPr>
        <p:spPr>
          <a:xfrm>
            <a:off x="4925588" y="4053135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chemeClr val="lt1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  <a:endParaRPr>
              <a:sym typeface="+mn-ea"/>
            </a:endParaRPr>
          </a:p>
        </p:txBody>
      </p:sp>
      <p:sp>
        <p:nvSpPr>
          <p:cNvPr id="19" name="标题 6"/>
          <p:cNvSpPr txBox="1">
            <a:spLocks noGrp="1"/>
          </p:cNvSpPr>
          <p:nvPr>
            <p:ph type="ctrTitle" hasCustomPrompt="1"/>
            <p:custDataLst>
              <p:tags r:id="rId62"/>
            </p:custDataLst>
          </p:nvPr>
        </p:nvSpPr>
        <p:spPr>
          <a:xfrm>
            <a:off x="3112135" y="2337435"/>
            <a:ext cx="5968365" cy="1524635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8800" b="1" i="0" u="none" strike="noStrike" kern="1200" cap="none" spc="0" normalizeH="0" baseline="0" noProof="1" dirty="0">
                <a:solidFill>
                  <a:schemeClr val="accent6">
                    <a:lumMod val="84713"/>
                  </a:schemeClr>
                </a:solidFill>
                <a:uFillTx/>
                <a:latin typeface="+mj-lt"/>
                <a:ea typeface="+mj-ea"/>
                <a:cs typeface="Segoe UI Light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6" Type="http://schemas.openxmlformats.org/officeDocument/2006/relationships/theme" Target="../theme/theme2.xml"/><Relationship Id="rId75" Type="http://schemas.openxmlformats.org/officeDocument/2006/relationships/tags" Target="../tags/tag349.xml"/><Relationship Id="rId74" Type="http://schemas.openxmlformats.org/officeDocument/2006/relationships/tags" Target="../tags/tag348.xml"/><Relationship Id="rId73" Type="http://schemas.openxmlformats.org/officeDocument/2006/relationships/tags" Target="../tags/tag347.xml"/><Relationship Id="rId72" Type="http://schemas.openxmlformats.org/officeDocument/2006/relationships/tags" Target="../tags/tag346.xml"/><Relationship Id="rId71" Type="http://schemas.openxmlformats.org/officeDocument/2006/relationships/tags" Target="../tags/tag345.xml"/><Relationship Id="rId70" Type="http://schemas.openxmlformats.org/officeDocument/2006/relationships/tags" Target="../tags/tag344.xml"/><Relationship Id="rId7" Type="http://schemas.openxmlformats.org/officeDocument/2006/relationships/slideLayout" Target="../slideLayouts/slideLayout18.xml"/><Relationship Id="rId69" Type="http://schemas.openxmlformats.org/officeDocument/2006/relationships/tags" Target="../tags/tag343.xml"/><Relationship Id="rId68" Type="http://schemas.openxmlformats.org/officeDocument/2006/relationships/tags" Target="../tags/tag342.xml"/><Relationship Id="rId67" Type="http://schemas.openxmlformats.org/officeDocument/2006/relationships/tags" Target="../tags/tag341.xml"/><Relationship Id="rId66" Type="http://schemas.openxmlformats.org/officeDocument/2006/relationships/tags" Target="../tags/tag340.xml"/><Relationship Id="rId65" Type="http://schemas.openxmlformats.org/officeDocument/2006/relationships/tags" Target="../tags/tag339.xml"/><Relationship Id="rId64" Type="http://schemas.openxmlformats.org/officeDocument/2006/relationships/tags" Target="../tags/tag338.xml"/><Relationship Id="rId63" Type="http://schemas.openxmlformats.org/officeDocument/2006/relationships/tags" Target="../tags/tag337.xml"/><Relationship Id="rId62" Type="http://schemas.openxmlformats.org/officeDocument/2006/relationships/tags" Target="../tags/tag336.xml"/><Relationship Id="rId61" Type="http://schemas.openxmlformats.org/officeDocument/2006/relationships/tags" Target="../tags/tag335.xml"/><Relationship Id="rId60" Type="http://schemas.openxmlformats.org/officeDocument/2006/relationships/tags" Target="../tags/tag334.xml"/><Relationship Id="rId6" Type="http://schemas.openxmlformats.org/officeDocument/2006/relationships/slideLayout" Target="../slideLayouts/slideLayout17.xml"/><Relationship Id="rId59" Type="http://schemas.openxmlformats.org/officeDocument/2006/relationships/tags" Target="../tags/tag333.xml"/><Relationship Id="rId58" Type="http://schemas.openxmlformats.org/officeDocument/2006/relationships/tags" Target="../tags/tag332.xml"/><Relationship Id="rId57" Type="http://schemas.openxmlformats.org/officeDocument/2006/relationships/tags" Target="../tags/tag331.xml"/><Relationship Id="rId56" Type="http://schemas.openxmlformats.org/officeDocument/2006/relationships/tags" Target="../tags/tag330.xml"/><Relationship Id="rId55" Type="http://schemas.openxmlformats.org/officeDocument/2006/relationships/tags" Target="../tags/tag329.xml"/><Relationship Id="rId54" Type="http://schemas.openxmlformats.org/officeDocument/2006/relationships/tags" Target="../tags/tag328.xml"/><Relationship Id="rId53" Type="http://schemas.openxmlformats.org/officeDocument/2006/relationships/tags" Target="../tags/tag327.xml"/><Relationship Id="rId52" Type="http://schemas.openxmlformats.org/officeDocument/2006/relationships/tags" Target="../tags/tag326.xml"/><Relationship Id="rId51" Type="http://schemas.openxmlformats.org/officeDocument/2006/relationships/tags" Target="../tags/tag325.xml"/><Relationship Id="rId50" Type="http://schemas.openxmlformats.org/officeDocument/2006/relationships/tags" Target="../tags/tag324.xml"/><Relationship Id="rId5" Type="http://schemas.openxmlformats.org/officeDocument/2006/relationships/slideLayout" Target="../slideLayouts/slideLayout16.xml"/><Relationship Id="rId49" Type="http://schemas.openxmlformats.org/officeDocument/2006/relationships/tags" Target="../tags/tag323.xml"/><Relationship Id="rId48" Type="http://schemas.openxmlformats.org/officeDocument/2006/relationships/tags" Target="../tags/tag322.xml"/><Relationship Id="rId47" Type="http://schemas.openxmlformats.org/officeDocument/2006/relationships/tags" Target="../tags/tag321.xml"/><Relationship Id="rId46" Type="http://schemas.openxmlformats.org/officeDocument/2006/relationships/tags" Target="../tags/tag320.xml"/><Relationship Id="rId45" Type="http://schemas.openxmlformats.org/officeDocument/2006/relationships/tags" Target="../tags/tag319.xml"/><Relationship Id="rId44" Type="http://schemas.openxmlformats.org/officeDocument/2006/relationships/tags" Target="../tags/tag318.xml"/><Relationship Id="rId43" Type="http://schemas.openxmlformats.org/officeDocument/2006/relationships/tags" Target="../tags/tag317.xml"/><Relationship Id="rId42" Type="http://schemas.openxmlformats.org/officeDocument/2006/relationships/tags" Target="../tags/tag316.xml"/><Relationship Id="rId41" Type="http://schemas.openxmlformats.org/officeDocument/2006/relationships/tags" Target="../tags/tag315.xml"/><Relationship Id="rId40" Type="http://schemas.openxmlformats.org/officeDocument/2006/relationships/tags" Target="../tags/tag314.xml"/><Relationship Id="rId4" Type="http://schemas.openxmlformats.org/officeDocument/2006/relationships/slideLayout" Target="../slideLayouts/slideLayout15.xml"/><Relationship Id="rId39" Type="http://schemas.openxmlformats.org/officeDocument/2006/relationships/tags" Target="../tags/tag313.xml"/><Relationship Id="rId38" Type="http://schemas.openxmlformats.org/officeDocument/2006/relationships/tags" Target="../tags/tag312.xml"/><Relationship Id="rId37" Type="http://schemas.openxmlformats.org/officeDocument/2006/relationships/tags" Target="../tags/tag311.xml"/><Relationship Id="rId36" Type="http://schemas.openxmlformats.org/officeDocument/2006/relationships/tags" Target="../tags/tag310.xml"/><Relationship Id="rId35" Type="http://schemas.openxmlformats.org/officeDocument/2006/relationships/tags" Target="../tags/tag309.xml"/><Relationship Id="rId34" Type="http://schemas.openxmlformats.org/officeDocument/2006/relationships/tags" Target="../tags/tag308.xml"/><Relationship Id="rId33" Type="http://schemas.openxmlformats.org/officeDocument/2006/relationships/tags" Target="../tags/tag307.xml"/><Relationship Id="rId32" Type="http://schemas.openxmlformats.org/officeDocument/2006/relationships/tags" Target="../tags/tag306.xml"/><Relationship Id="rId31" Type="http://schemas.openxmlformats.org/officeDocument/2006/relationships/tags" Target="../tags/tag305.xml"/><Relationship Id="rId30" Type="http://schemas.openxmlformats.org/officeDocument/2006/relationships/tags" Target="../tags/tag304.xml"/><Relationship Id="rId3" Type="http://schemas.openxmlformats.org/officeDocument/2006/relationships/slideLayout" Target="../slideLayouts/slideLayout14.xml"/><Relationship Id="rId29" Type="http://schemas.openxmlformats.org/officeDocument/2006/relationships/tags" Target="../tags/tag303.xml"/><Relationship Id="rId28" Type="http://schemas.openxmlformats.org/officeDocument/2006/relationships/tags" Target="../tags/tag302.xml"/><Relationship Id="rId27" Type="http://schemas.openxmlformats.org/officeDocument/2006/relationships/tags" Target="../tags/tag301.xml"/><Relationship Id="rId26" Type="http://schemas.openxmlformats.org/officeDocument/2006/relationships/tags" Target="../tags/tag300.xml"/><Relationship Id="rId25" Type="http://schemas.openxmlformats.org/officeDocument/2006/relationships/tags" Target="../tags/tag299.xml"/><Relationship Id="rId24" Type="http://schemas.openxmlformats.org/officeDocument/2006/relationships/tags" Target="../tags/tag298.xml"/><Relationship Id="rId23" Type="http://schemas.openxmlformats.org/officeDocument/2006/relationships/tags" Target="../tags/tag297.xml"/><Relationship Id="rId22" Type="http://schemas.openxmlformats.org/officeDocument/2006/relationships/tags" Target="../tags/tag296.xml"/><Relationship Id="rId21" Type="http://schemas.openxmlformats.org/officeDocument/2006/relationships/tags" Target="../tags/tag295.xml"/><Relationship Id="rId20" Type="http://schemas.openxmlformats.org/officeDocument/2006/relationships/tags" Target="../tags/tag29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293.xml"/><Relationship Id="rId18" Type="http://schemas.openxmlformats.org/officeDocument/2006/relationships/tags" Target="../tags/tag292.xml"/><Relationship Id="rId17" Type="http://schemas.openxmlformats.org/officeDocument/2006/relationships/tags" Target="../tags/tag291.xml"/><Relationship Id="rId16" Type="http://schemas.openxmlformats.org/officeDocument/2006/relationships/tags" Target="../tags/tag290.xml"/><Relationship Id="rId15" Type="http://schemas.openxmlformats.org/officeDocument/2006/relationships/tags" Target="../tags/tag289.xml"/><Relationship Id="rId14" Type="http://schemas.openxmlformats.org/officeDocument/2006/relationships/tags" Target="../tags/tag288.xml"/><Relationship Id="rId13" Type="http://schemas.openxmlformats.org/officeDocument/2006/relationships/tags" Target="../tags/tag287.xml"/><Relationship Id="rId12" Type="http://schemas.openxmlformats.org/officeDocument/2006/relationships/tags" Target="../tags/tag286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48963-C8E2-1E4C-A771-F62A9F2C7DEC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1114B-15D0-654E-97CA-9E77F051A874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5"/>
          <p:cNvSpPr/>
          <p:nvPr>
            <p:custDataLst>
              <p:tags r:id="rId12"/>
            </p:custDataLst>
          </p:nvPr>
        </p:nvSpPr>
        <p:spPr bwMode="auto">
          <a:xfrm>
            <a:off x="11557635" y="107315"/>
            <a:ext cx="23495" cy="72390"/>
          </a:xfrm>
          <a:custGeom>
            <a:avLst/>
            <a:gdLst>
              <a:gd name="T0" fmla="*/ 0 w 40"/>
              <a:gd name="T1" fmla="*/ 117 h 124"/>
              <a:gd name="T2" fmla="*/ 7 w 40"/>
              <a:gd name="T3" fmla="*/ 122 h 124"/>
              <a:gd name="T4" fmla="*/ 23 w 40"/>
              <a:gd name="T5" fmla="*/ 95 h 124"/>
              <a:gd name="T6" fmla="*/ 39 w 40"/>
              <a:gd name="T7" fmla="*/ 34 h 124"/>
              <a:gd name="T8" fmla="*/ 15 w 40"/>
              <a:gd name="T9" fmla="*/ 0 h 124"/>
              <a:gd name="T10" fmla="*/ 7 w 40"/>
              <a:gd name="T11" fmla="*/ 7 h 124"/>
              <a:gd name="T12" fmla="*/ 12 w 40"/>
              <a:gd name="T13" fmla="*/ 42 h 124"/>
              <a:gd name="T14" fmla="*/ 6 w 40"/>
              <a:gd name="T15" fmla="*/ 95 h 124"/>
              <a:gd name="T16" fmla="*/ 0 w 40"/>
              <a:gd name="T17" fmla="*/ 117 h 1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0" h="124">
                <a:moveTo>
                  <a:pt x="0" y="117"/>
                </a:moveTo>
                <a:cubicBezTo>
                  <a:pt x="0" y="117"/>
                  <a:pt x="0" y="124"/>
                  <a:pt x="7" y="122"/>
                </a:cubicBezTo>
                <a:cubicBezTo>
                  <a:pt x="7" y="122"/>
                  <a:pt x="23" y="109"/>
                  <a:pt x="23" y="95"/>
                </a:cubicBezTo>
                <a:cubicBezTo>
                  <a:pt x="23" y="95"/>
                  <a:pt x="29" y="51"/>
                  <a:pt x="39" y="34"/>
                </a:cubicBezTo>
                <a:cubicBezTo>
                  <a:pt x="39" y="34"/>
                  <a:pt x="40" y="23"/>
                  <a:pt x="15" y="0"/>
                </a:cubicBezTo>
                <a:cubicBezTo>
                  <a:pt x="15" y="0"/>
                  <a:pt x="7" y="2"/>
                  <a:pt x="7" y="7"/>
                </a:cubicBezTo>
                <a:cubicBezTo>
                  <a:pt x="8" y="11"/>
                  <a:pt x="19" y="16"/>
                  <a:pt x="12" y="42"/>
                </a:cubicBezTo>
                <a:cubicBezTo>
                  <a:pt x="6" y="95"/>
                  <a:pt x="6" y="95"/>
                  <a:pt x="6" y="95"/>
                </a:cubicBezTo>
                <a:cubicBezTo>
                  <a:pt x="6" y="95"/>
                  <a:pt x="6" y="111"/>
                  <a:pt x="0" y="117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6" name="Freeform 6"/>
          <p:cNvSpPr/>
          <p:nvPr>
            <p:custDataLst>
              <p:tags r:id="rId13"/>
            </p:custDataLst>
          </p:nvPr>
        </p:nvSpPr>
        <p:spPr bwMode="auto">
          <a:xfrm>
            <a:off x="11584305" y="172085"/>
            <a:ext cx="44450" cy="46355"/>
          </a:xfrm>
          <a:custGeom>
            <a:avLst/>
            <a:gdLst>
              <a:gd name="T0" fmla="*/ 71 w 77"/>
              <a:gd name="T1" fmla="*/ 34 h 79"/>
              <a:gd name="T2" fmla="*/ 46 w 77"/>
              <a:gd name="T3" fmla="*/ 6 h 79"/>
              <a:gd name="T4" fmla="*/ 36 w 77"/>
              <a:gd name="T5" fmla="*/ 13 h 79"/>
              <a:gd name="T6" fmla="*/ 3 w 77"/>
              <a:gd name="T7" fmla="*/ 66 h 79"/>
              <a:gd name="T8" fmla="*/ 14 w 77"/>
              <a:gd name="T9" fmla="*/ 70 h 79"/>
              <a:gd name="T10" fmla="*/ 62 w 77"/>
              <a:gd name="T11" fmla="*/ 48 h 79"/>
              <a:gd name="T12" fmla="*/ 71 w 77"/>
              <a:gd name="T13" fmla="*/ 34 h 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7" h="79">
                <a:moveTo>
                  <a:pt x="71" y="34"/>
                </a:moveTo>
                <a:cubicBezTo>
                  <a:pt x="46" y="6"/>
                  <a:pt x="46" y="6"/>
                  <a:pt x="46" y="6"/>
                </a:cubicBezTo>
                <a:cubicBezTo>
                  <a:pt x="46" y="6"/>
                  <a:pt x="34" y="0"/>
                  <a:pt x="36" y="13"/>
                </a:cubicBezTo>
                <a:cubicBezTo>
                  <a:pt x="36" y="13"/>
                  <a:pt x="24" y="55"/>
                  <a:pt x="3" y="66"/>
                </a:cubicBezTo>
                <a:cubicBezTo>
                  <a:pt x="3" y="66"/>
                  <a:pt x="0" y="79"/>
                  <a:pt x="14" y="70"/>
                </a:cubicBezTo>
                <a:cubicBezTo>
                  <a:pt x="14" y="70"/>
                  <a:pt x="51" y="47"/>
                  <a:pt x="62" y="48"/>
                </a:cubicBezTo>
                <a:cubicBezTo>
                  <a:pt x="62" y="48"/>
                  <a:pt x="77" y="44"/>
                  <a:pt x="71" y="3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7" name="Freeform 7"/>
          <p:cNvSpPr/>
          <p:nvPr>
            <p:custDataLst>
              <p:tags r:id="rId14"/>
            </p:custDataLst>
          </p:nvPr>
        </p:nvSpPr>
        <p:spPr bwMode="auto">
          <a:xfrm>
            <a:off x="11493500" y="181610"/>
            <a:ext cx="84455" cy="69215"/>
          </a:xfrm>
          <a:custGeom>
            <a:avLst/>
            <a:gdLst>
              <a:gd name="T0" fmla="*/ 141 w 146"/>
              <a:gd name="T1" fmla="*/ 10 h 119"/>
              <a:gd name="T2" fmla="*/ 135 w 146"/>
              <a:gd name="T3" fmla="*/ 3 h 119"/>
              <a:gd name="T4" fmla="*/ 96 w 146"/>
              <a:gd name="T5" fmla="*/ 35 h 119"/>
              <a:gd name="T6" fmla="*/ 61 w 146"/>
              <a:gd name="T7" fmla="*/ 66 h 119"/>
              <a:gd name="T8" fmla="*/ 38 w 146"/>
              <a:gd name="T9" fmla="*/ 83 h 119"/>
              <a:gd name="T10" fmla="*/ 36 w 146"/>
              <a:gd name="T11" fmla="*/ 80 h 119"/>
              <a:gd name="T12" fmla="*/ 32 w 146"/>
              <a:gd name="T13" fmla="*/ 18 h 119"/>
              <a:gd name="T14" fmla="*/ 28 w 146"/>
              <a:gd name="T15" fmla="*/ 28 h 119"/>
              <a:gd name="T16" fmla="*/ 0 w 146"/>
              <a:gd name="T17" fmla="*/ 92 h 119"/>
              <a:gd name="T18" fmla="*/ 22 w 146"/>
              <a:gd name="T19" fmla="*/ 119 h 119"/>
              <a:gd name="T20" fmla="*/ 82 w 146"/>
              <a:gd name="T21" fmla="*/ 88 h 119"/>
              <a:gd name="T22" fmla="*/ 111 w 146"/>
              <a:gd name="T23" fmla="*/ 57 h 119"/>
              <a:gd name="T24" fmla="*/ 141 w 146"/>
              <a:gd name="T25" fmla="*/ 10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46" h="119">
                <a:moveTo>
                  <a:pt x="141" y="10"/>
                </a:moveTo>
                <a:cubicBezTo>
                  <a:pt x="141" y="10"/>
                  <a:pt x="146" y="0"/>
                  <a:pt x="135" y="3"/>
                </a:cubicBezTo>
                <a:cubicBezTo>
                  <a:pt x="135" y="3"/>
                  <a:pt x="112" y="32"/>
                  <a:pt x="96" y="35"/>
                </a:cubicBezTo>
                <a:cubicBezTo>
                  <a:pt x="96" y="35"/>
                  <a:pt x="71" y="61"/>
                  <a:pt x="61" y="66"/>
                </a:cubicBezTo>
                <a:cubicBezTo>
                  <a:pt x="61" y="66"/>
                  <a:pt x="41" y="78"/>
                  <a:pt x="38" y="83"/>
                </a:cubicBezTo>
                <a:cubicBezTo>
                  <a:pt x="36" y="80"/>
                  <a:pt x="36" y="80"/>
                  <a:pt x="36" y="80"/>
                </a:cubicBezTo>
                <a:cubicBezTo>
                  <a:pt x="36" y="80"/>
                  <a:pt x="58" y="28"/>
                  <a:pt x="32" y="18"/>
                </a:cubicBezTo>
                <a:cubicBezTo>
                  <a:pt x="32" y="18"/>
                  <a:pt x="27" y="20"/>
                  <a:pt x="28" y="28"/>
                </a:cubicBezTo>
                <a:cubicBezTo>
                  <a:pt x="28" y="28"/>
                  <a:pt x="12" y="85"/>
                  <a:pt x="0" y="92"/>
                </a:cubicBezTo>
                <a:cubicBezTo>
                  <a:pt x="0" y="92"/>
                  <a:pt x="10" y="109"/>
                  <a:pt x="22" y="119"/>
                </a:cubicBezTo>
                <a:cubicBezTo>
                  <a:pt x="22" y="119"/>
                  <a:pt x="68" y="98"/>
                  <a:pt x="82" y="88"/>
                </a:cubicBezTo>
                <a:cubicBezTo>
                  <a:pt x="82" y="88"/>
                  <a:pt x="105" y="66"/>
                  <a:pt x="111" y="57"/>
                </a:cubicBezTo>
                <a:cubicBezTo>
                  <a:pt x="111" y="57"/>
                  <a:pt x="134" y="26"/>
                  <a:pt x="141" y="1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8" name="Freeform 8"/>
          <p:cNvSpPr/>
          <p:nvPr>
            <p:custDataLst>
              <p:tags r:id="rId15"/>
            </p:custDataLst>
          </p:nvPr>
        </p:nvSpPr>
        <p:spPr bwMode="auto">
          <a:xfrm>
            <a:off x="11809095" y="105410"/>
            <a:ext cx="121920" cy="151765"/>
          </a:xfrm>
          <a:custGeom>
            <a:avLst/>
            <a:gdLst>
              <a:gd name="T0" fmla="*/ 196 w 210"/>
              <a:gd name="T1" fmla="*/ 11 h 260"/>
              <a:gd name="T2" fmla="*/ 184 w 210"/>
              <a:gd name="T3" fmla="*/ 19 h 260"/>
              <a:gd name="T4" fmla="*/ 164 w 210"/>
              <a:gd name="T5" fmla="*/ 30 h 260"/>
              <a:gd name="T6" fmla="*/ 140 w 210"/>
              <a:gd name="T7" fmla="*/ 6 h 260"/>
              <a:gd name="T8" fmla="*/ 126 w 210"/>
              <a:gd name="T9" fmla="*/ 7 h 260"/>
              <a:gd name="T10" fmla="*/ 132 w 210"/>
              <a:gd name="T11" fmla="*/ 35 h 260"/>
              <a:gd name="T12" fmla="*/ 133 w 210"/>
              <a:gd name="T13" fmla="*/ 48 h 260"/>
              <a:gd name="T14" fmla="*/ 90 w 210"/>
              <a:gd name="T15" fmla="*/ 80 h 260"/>
              <a:gd name="T16" fmla="*/ 89 w 210"/>
              <a:gd name="T17" fmla="*/ 54 h 260"/>
              <a:gd name="T18" fmla="*/ 78 w 210"/>
              <a:gd name="T19" fmla="*/ 56 h 260"/>
              <a:gd name="T20" fmla="*/ 79 w 210"/>
              <a:gd name="T21" fmla="*/ 105 h 260"/>
              <a:gd name="T22" fmla="*/ 112 w 210"/>
              <a:gd name="T23" fmla="*/ 109 h 260"/>
              <a:gd name="T24" fmla="*/ 89 w 210"/>
              <a:gd name="T25" fmla="*/ 149 h 260"/>
              <a:gd name="T26" fmla="*/ 14 w 210"/>
              <a:gd name="T27" fmla="*/ 244 h 260"/>
              <a:gd name="T28" fmla="*/ 23 w 210"/>
              <a:gd name="T29" fmla="*/ 252 h 260"/>
              <a:gd name="T30" fmla="*/ 98 w 210"/>
              <a:gd name="T31" fmla="*/ 182 h 260"/>
              <a:gd name="T32" fmla="*/ 170 w 210"/>
              <a:gd name="T33" fmla="*/ 55 h 260"/>
              <a:gd name="T34" fmla="*/ 210 w 210"/>
              <a:gd name="T35" fmla="*/ 27 h 260"/>
              <a:gd name="T36" fmla="*/ 196 w 210"/>
              <a:gd name="T37" fmla="*/ 11 h 2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10" h="260">
                <a:moveTo>
                  <a:pt x="196" y="11"/>
                </a:moveTo>
                <a:cubicBezTo>
                  <a:pt x="189" y="9"/>
                  <a:pt x="184" y="19"/>
                  <a:pt x="184" y="19"/>
                </a:cubicBezTo>
                <a:cubicBezTo>
                  <a:pt x="164" y="30"/>
                  <a:pt x="164" y="30"/>
                  <a:pt x="164" y="30"/>
                </a:cubicBezTo>
                <a:cubicBezTo>
                  <a:pt x="166" y="23"/>
                  <a:pt x="140" y="6"/>
                  <a:pt x="140" y="6"/>
                </a:cubicBezTo>
                <a:cubicBezTo>
                  <a:pt x="128" y="0"/>
                  <a:pt x="126" y="7"/>
                  <a:pt x="126" y="7"/>
                </a:cubicBezTo>
                <a:cubicBezTo>
                  <a:pt x="122" y="16"/>
                  <a:pt x="132" y="35"/>
                  <a:pt x="132" y="35"/>
                </a:cubicBezTo>
                <a:cubicBezTo>
                  <a:pt x="133" y="48"/>
                  <a:pt x="133" y="48"/>
                  <a:pt x="133" y="48"/>
                </a:cubicBezTo>
                <a:cubicBezTo>
                  <a:pt x="90" y="80"/>
                  <a:pt x="90" y="80"/>
                  <a:pt x="90" y="80"/>
                </a:cubicBezTo>
                <a:cubicBezTo>
                  <a:pt x="75" y="73"/>
                  <a:pt x="89" y="54"/>
                  <a:pt x="89" y="54"/>
                </a:cubicBezTo>
                <a:cubicBezTo>
                  <a:pt x="87" y="39"/>
                  <a:pt x="78" y="56"/>
                  <a:pt x="78" y="56"/>
                </a:cubicBezTo>
                <a:cubicBezTo>
                  <a:pt x="67" y="81"/>
                  <a:pt x="79" y="105"/>
                  <a:pt x="79" y="105"/>
                </a:cubicBezTo>
                <a:cubicBezTo>
                  <a:pt x="90" y="123"/>
                  <a:pt x="108" y="112"/>
                  <a:pt x="112" y="109"/>
                </a:cubicBezTo>
                <a:cubicBezTo>
                  <a:pt x="106" y="115"/>
                  <a:pt x="89" y="149"/>
                  <a:pt x="89" y="149"/>
                </a:cubicBezTo>
                <a:cubicBezTo>
                  <a:pt x="68" y="204"/>
                  <a:pt x="14" y="244"/>
                  <a:pt x="14" y="244"/>
                </a:cubicBezTo>
                <a:cubicBezTo>
                  <a:pt x="0" y="260"/>
                  <a:pt x="23" y="252"/>
                  <a:pt x="23" y="252"/>
                </a:cubicBezTo>
                <a:cubicBezTo>
                  <a:pt x="44" y="243"/>
                  <a:pt x="98" y="182"/>
                  <a:pt x="98" y="182"/>
                </a:cubicBezTo>
                <a:cubicBezTo>
                  <a:pt x="175" y="91"/>
                  <a:pt x="170" y="55"/>
                  <a:pt x="170" y="55"/>
                </a:cubicBezTo>
                <a:cubicBezTo>
                  <a:pt x="188" y="47"/>
                  <a:pt x="210" y="27"/>
                  <a:pt x="210" y="27"/>
                </a:cubicBezTo>
                <a:lnTo>
                  <a:pt x="196" y="11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2" name="Freeform 9"/>
          <p:cNvSpPr/>
          <p:nvPr>
            <p:custDataLst>
              <p:tags r:id="rId16"/>
            </p:custDataLst>
          </p:nvPr>
        </p:nvSpPr>
        <p:spPr bwMode="auto">
          <a:xfrm>
            <a:off x="11912600" y="187960"/>
            <a:ext cx="33655" cy="58420"/>
          </a:xfrm>
          <a:custGeom>
            <a:avLst/>
            <a:gdLst>
              <a:gd name="T0" fmla="*/ 9 w 58"/>
              <a:gd name="T1" fmla="*/ 23 h 101"/>
              <a:gd name="T2" fmla="*/ 9 w 58"/>
              <a:gd name="T3" fmla="*/ 86 h 101"/>
              <a:gd name="T4" fmla="*/ 14 w 58"/>
              <a:gd name="T5" fmla="*/ 96 h 101"/>
              <a:gd name="T6" fmla="*/ 51 w 58"/>
              <a:gd name="T7" fmla="*/ 50 h 101"/>
              <a:gd name="T8" fmla="*/ 21 w 58"/>
              <a:gd name="T9" fmla="*/ 11 h 101"/>
              <a:gd name="T10" fmla="*/ 9 w 58"/>
              <a:gd name="T11" fmla="*/ 23 h 1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8" h="101">
                <a:moveTo>
                  <a:pt x="9" y="23"/>
                </a:moveTo>
                <a:cubicBezTo>
                  <a:pt x="9" y="23"/>
                  <a:pt x="23" y="73"/>
                  <a:pt x="9" y="86"/>
                </a:cubicBezTo>
                <a:cubicBezTo>
                  <a:pt x="9" y="86"/>
                  <a:pt x="0" y="101"/>
                  <a:pt x="14" y="96"/>
                </a:cubicBezTo>
                <a:cubicBezTo>
                  <a:pt x="14" y="96"/>
                  <a:pt x="35" y="62"/>
                  <a:pt x="51" y="50"/>
                </a:cubicBezTo>
                <a:cubicBezTo>
                  <a:pt x="51" y="50"/>
                  <a:pt x="58" y="24"/>
                  <a:pt x="21" y="11"/>
                </a:cubicBezTo>
                <a:cubicBezTo>
                  <a:pt x="21" y="11"/>
                  <a:pt x="1" y="0"/>
                  <a:pt x="9" y="2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Freeform 10"/>
          <p:cNvSpPr>
            <a:spLocks noEditPoints="1"/>
          </p:cNvSpPr>
          <p:nvPr>
            <p:custDataLst>
              <p:tags r:id="rId17"/>
            </p:custDataLst>
          </p:nvPr>
        </p:nvSpPr>
        <p:spPr bwMode="auto">
          <a:xfrm>
            <a:off x="11993245" y="60960"/>
            <a:ext cx="126365" cy="217170"/>
          </a:xfrm>
          <a:custGeom>
            <a:avLst/>
            <a:gdLst>
              <a:gd name="T0" fmla="*/ 140 w 218"/>
              <a:gd name="T1" fmla="*/ 7 h 373"/>
              <a:gd name="T2" fmla="*/ 135 w 218"/>
              <a:gd name="T3" fmla="*/ 15 h 373"/>
              <a:gd name="T4" fmla="*/ 112 w 218"/>
              <a:gd name="T5" fmla="*/ 34 h 373"/>
              <a:gd name="T6" fmla="*/ 88 w 218"/>
              <a:gd name="T7" fmla="*/ 44 h 373"/>
              <a:gd name="T8" fmla="*/ 78 w 218"/>
              <a:gd name="T9" fmla="*/ 59 h 373"/>
              <a:gd name="T10" fmla="*/ 39 w 218"/>
              <a:gd name="T11" fmla="*/ 96 h 373"/>
              <a:gd name="T12" fmla="*/ 22 w 218"/>
              <a:gd name="T13" fmla="*/ 82 h 373"/>
              <a:gd name="T14" fmla="*/ 11 w 218"/>
              <a:gd name="T15" fmla="*/ 90 h 373"/>
              <a:gd name="T16" fmla="*/ 17 w 218"/>
              <a:gd name="T17" fmla="*/ 125 h 373"/>
              <a:gd name="T18" fmla="*/ 43 w 218"/>
              <a:gd name="T19" fmla="*/ 111 h 373"/>
              <a:gd name="T20" fmla="*/ 83 w 218"/>
              <a:gd name="T21" fmla="*/ 70 h 373"/>
              <a:gd name="T22" fmla="*/ 112 w 218"/>
              <a:gd name="T23" fmla="*/ 78 h 373"/>
              <a:gd name="T24" fmla="*/ 103 w 218"/>
              <a:gd name="T25" fmla="*/ 99 h 373"/>
              <a:gd name="T26" fmla="*/ 28 w 218"/>
              <a:gd name="T27" fmla="*/ 189 h 373"/>
              <a:gd name="T28" fmla="*/ 27 w 218"/>
              <a:gd name="T29" fmla="*/ 220 h 373"/>
              <a:gd name="T30" fmla="*/ 51 w 218"/>
              <a:gd name="T31" fmla="*/ 220 h 373"/>
              <a:gd name="T32" fmla="*/ 76 w 218"/>
              <a:gd name="T33" fmla="*/ 194 h 373"/>
              <a:gd name="T34" fmla="*/ 67 w 218"/>
              <a:gd name="T35" fmla="*/ 231 h 373"/>
              <a:gd name="T36" fmla="*/ 90 w 218"/>
              <a:gd name="T37" fmla="*/ 244 h 373"/>
              <a:gd name="T38" fmla="*/ 125 w 218"/>
              <a:gd name="T39" fmla="*/ 255 h 373"/>
              <a:gd name="T40" fmla="*/ 3 w 218"/>
              <a:gd name="T41" fmla="*/ 309 h 373"/>
              <a:gd name="T42" fmla="*/ 102 w 218"/>
              <a:gd name="T43" fmla="*/ 361 h 373"/>
              <a:gd name="T44" fmla="*/ 148 w 218"/>
              <a:gd name="T45" fmla="*/ 325 h 373"/>
              <a:gd name="T46" fmla="*/ 149 w 218"/>
              <a:gd name="T47" fmla="*/ 288 h 373"/>
              <a:gd name="T48" fmla="*/ 154 w 218"/>
              <a:gd name="T49" fmla="*/ 280 h 373"/>
              <a:gd name="T50" fmla="*/ 179 w 218"/>
              <a:gd name="T51" fmla="*/ 286 h 373"/>
              <a:gd name="T52" fmla="*/ 193 w 218"/>
              <a:gd name="T53" fmla="*/ 286 h 373"/>
              <a:gd name="T54" fmla="*/ 188 w 218"/>
              <a:gd name="T55" fmla="*/ 262 h 373"/>
              <a:gd name="T56" fmla="*/ 142 w 218"/>
              <a:gd name="T57" fmla="*/ 256 h 373"/>
              <a:gd name="T58" fmla="*/ 99 w 218"/>
              <a:gd name="T59" fmla="*/ 224 h 373"/>
              <a:gd name="T60" fmla="*/ 114 w 218"/>
              <a:gd name="T61" fmla="*/ 162 h 373"/>
              <a:gd name="T62" fmla="*/ 75 w 218"/>
              <a:gd name="T63" fmla="*/ 168 h 373"/>
              <a:gd name="T64" fmla="*/ 111 w 218"/>
              <a:gd name="T65" fmla="*/ 129 h 373"/>
              <a:gd name="T66" fmla="*/ 120 w 218"/>
              <a:gd name="T67" fmla="*/ 111 h 373"/>
              <a:gd name="T68" fmla="*/ 141 w 218"/>
              <a:gd name="T69" fmla="*/ 80 h 373"/>
              <a:gd name="T70" fmla="*/ 172 w 218"/>
              <a:gd name="T71" fmla="*/ 13 h 373"/>
              <a:gd name="T72" fmla="*/ 140 w 218"/>
              <a:gd name="T73" fmla="*/ 7 h 373"/>
              <a:gd name="T74" fmla="*/ 129 w 218"/>
              <a:gd name="T75" fmla="*/ 314 h 373"/>
              <a:gd name="T76" fmla="*/ 63 w 218"/>
              <a:gd name="T77" fmla="*/ 330 h 373"/>
              <a:gd name="T78" fmla="*/ 79 w 218"/>
              <a:gd name="T79" fmla="*/ 301 h 373"/>
              <a:gd name="T80" fmla="*/ 114 w 218"/>
              <a:gd name="T81" fmla="*/ 283 h 373"/>
              <a:gd name="T82" fmla="*/ 129 w 218"/>
              <a:gd name="T83" fmla="*/ 314 h 373"/>
              <a:gd name="T84" fmla="*/ 119 w 218"/>
              <a:gd name="T85" fmla="*/ 50 h 373"/>
              <a:gd name="T86" fmla="*/ 123 w 218"/>
              <a:gd name="T87" fmla="*/ 42 h 373"/>
              <a:gd name="T88" fmla="*/ 136 w 218"/>
              <a:gd name="T89" fmla="*/ 33 h 373"/>
              <a:gd name="T90" fmla="*/ 119 w 218"/>
              <a:gd name="T91" fmla="*/ 50 h 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218" h="373">
                <a:moveTo>
                  <a:pt x="140" y="7"/>
                </a:moveTo>
                <a:cubicBezTo>
                  <a:pt x="135" y="15"/>
                  <a:pt x="135" y="15"/>
                  <a:pt x="135" y="15"/>
                </a:cubicBezTo>
                <a:cubicBezTo>
                  <a:pt x="112" y="34"/>
                  <a:pt x="112" y="34"/>
                  <a:pt x="112" y="34"/>
                </a:cubicBezTo>
                <a:cubicBezTo>
                  <a:pt x="112" y="34"/>
                  <a:pt x="113" y="52"/>
                  <a:pt x="88" y="44"/>
                </a:cubicBezTo>
                <a:cubicBezTo>
                  <a:pt x="88" y="44"/>
                  <a:pt x="79" y="44"/>
                  <a:pt x="78" y="59"/>
                </a:cubicBezTo>
                <a:cubicBezTo>
                  <a:pt x="39" y="96"/>
                  <a:pt x="39" y="96"/>
                  <a:pt x="39" y="96"/>
                </a:cubicBezTo>
                <a:cubicBezTo>
                  <a:pt x="39" y="96"/>
                  <a:pt x="26" y="107"/>
                  <a:pt x="22" y="82"/>
                </a:cubicBezTo>
                <a:cubicBezTo>
                  <a:pt x="22" y="82"/>
                  <a:pt x="18" y="63"/>
                  <a:pt x="11" y="90"/>
                </a:cubicBezTo>
                <a:cubicBezTo>
                  <a:pt x="11" y="90"/>
                  <a:pt x="10" y="120"/>
                  <a:pt x="17" y="125"/>
                </a:cubicBezTo>
                <a:cubicBezTo>
                  <a:pt x="17" y="125"/>
                  <a:pt x="41" y="132"/>
                  <a:pt x="43" y="111"/>
                </a:cubicBezTo>
                <a:cubicBezTo>
                  <a:pt x="43" y="111"/>
                  <a:pt x="78" y="76"/>
                  <a:pt x="83" y="70"/>
                </a:cubicBezTo>
                <a:cubicBezTo>
                  <a:pt x="83" y="70"/>
                  <a:pt x="104" y="82"/>
                  <a:pt x="112" y="78"/>
                </a:cubicBezTo>
                <a:cubicBezTo>
                  <a:pt x="112" y="78"/>
                  <a:pt x="120" y="81"/>
                  <a:pt x="103" y="99"/>
                </a:cubicBezTo>
                <a:cubicBezTo>
                  <a:pt x="103" y="99"/>
                  <a:pt x="44" y="188"/>
                  <a:pt x="28" y="189"/>
                </a:cubicBezTo>
                <a:cubicBezTo>
                  <a:pt x="28" y="189"/>
                  <a:pt x="21" y="209"/>
                  <a:pt x="27" y="220"/>
                </a:cubicBezTo>
                <a:cubicBezTo>
                  <a:pt x="27" y="220"/>
                  <a:pt x="47" y="225"/>
                  <a:pt x="51" y="220"/>
                </a:cubicBezTo>
                <a:cubicBezTo>
                  <a:pt x="76" y="194"/>
                  <a:pt x="76" y="194"/>
                  <a:pt x="76" y="194"/>
                </a:cubicBezTo>
                <a:cubicBezTo>
                  <a:pt x="76" y="194"/>
                  <a:pt x="80" y="207"/>
                  <a:pt x="67" y="231"/>
                </a:cubicBezTo>
                <a:cubicBezTo>
                  <a:pt x="67" y="231"/>
                  <a:pt x="66" y="257"/>
                  <a:pt x="90" y="244"/>
                </a:cubicBezTo>
                <a:cubicBezTo>
                  <a:pt x="90" y="244"/>
                  <a:pt x="118" y="236"/>
                  <a:pt x="125" y="255"/>
                </a:cubicBezTo>
                <a:cubicBezTo>
                  <a:pt x="125" y="255"/>
                  <a:pt x="77" y="246"/>
                  <a:pt x="3" y="309"/>
                </a:cubicBezTo>
                <a:cubicBezTo>
                  <a:pt x="3" y="309"/>
                  <a:pt x="0" y="332"/>
                  <a:pt x="102" y="361"/>
                </a:cubicBezTo>
                <a:cubicBezTo>
                  <a:pt x="102" y="361"/>
                  <a:pt x="143" y="373"/>
                  <a:pt x="148" y="325"/>
                </a:cubicBezTo>
                <a:cubicBezTo>
                  <a:pt x="149" y="288"/>
                  <a:pt x="149" y="288"/>
                  <a:pt x="149" y="288"/>
                </a:cubicBezTo>
                <a:cubicBezTo>
                  <a:pt x="149" y="288"/>
                  <a:pt x="143" y="283"/>
                  <a:pt x="154" y="280"/>
                </a:cubicBezTo>
                <a:cubicBezTo>
                  <a:pt x="179" y="286"/>
                  <a:pt x="179" y="286"/>
                  <a:pt x="179" y="286"/>
                </a:cubicBezTo>
                <a:cubicBezTo>
                  <a:pt x="179" y="286"/>
                  <a:pt x="186" y="300"/>
                  <a:pt x="193" y="286"/>
                </a:cubicBezTo>
                <a:cubicBezTo>
                  <a:pt x="193" y="286"/>
                  <a:pt x="218" y="277"/>
                  <a:pt x="188" y="262"/>
                </a:cubicBezTo>
                <a:cubicBezTo>
                  <a:pt x="142" y="256"/>
                  <a:pt x="142" y="256"/>
                  <a:pt x="142" y="256"/>
                </a:cubicBezTo>
                <a:cubicBezTo>
                  <a:pt x="142" y="256"/>
                  <a:pt x="151" y="228"/>
                  <a:pt x="99" y="224"/>
                </a:cubicBezTo>
                <a:cubicBezTo>
                  <a:pt x="114" y="162"/>
                  <a:pt x="114" y="162"/>
                  <a:pt x="114" y="162"/>
                </a:cubicBezTo>
                <a:cubicBezTo>
                  <a:pt x="114" y="162"/>
                  <a:pt x="102" y="141"/>
                  <a:pt x="75" y="168"/>
                </a:cubicBezTo>
                <a:cubicBezTo>
                  <a:pt x="75" y="168"/>
                  <a:pt x="98" y="137"/>
                  <a:pt x="111" y="129"/>
                </a:cubicBezTo>
                <a:cubicBezTo>
                  <a:pt x="111" y="129"/>
                  <a:pt x="118" y="129"/>
                  <a:pt x="120" y="111"/>
                </a:cubicBezTo>
                <a:cubicBezTo>
                  <a:pt x="120" y="111"/>
                  <a:pt x="130" y="109"/>
                  <a:pt x="141" y="80"/>
                </a:cubicBezTo>
                <a:cubicBezTo>
                  <a:pt x="141" y="80"/>
                  <a:pt x="157" y="80"/>
                  <a:pt x="172" y="13"/>
                </a:cubicBezTo>
                <a:cubicBezTo>
                  <a:pt x="172" y="13"/>
                  <a:pt x="152" y="0"/>
                  <a:pt x="140" y="7"/>
                </a:cubicBezTo>
                <a:close/>
                <a:moveTo>
                  <a:pt x="129" y="314"/>
                </a:moveTo>
                <a:cubicBezTo>
                  <a:pt x="123" y="356"/>
                  <a:pt x="63" y="330"/>
                  <a:pt x="63" y="330"/>
                </a:cubicBezTo>
                <a:cubicBezTo>
                  <a:pt x="32" y="324"/>
                  <a:pt x="79" y="301"/>
                  <a:pt x="79" y="301"/>
                </a:cubicBezTo>
                <a:cubicBezTo>
                  <a:pt x="114" y="283"/>
                  <a:pt x="114" y="283"/>
                  <a:pt x="114" y="283"/>
                </a:cubicBezTo>
                <a:cubicBezTo>
                  <a:pt x="145" y="270"/>
                  <a:pt x="129" y="314"/>
                  <a:pt x="129" y="314"/>
                </a:cubicBezTo>
                <a:close/>
                <a:moveTo>
                  <a:pt x="119" y="50"/>
                </a:moveTo>
                <a:cubicBezTo>
                  <a:pt x="119" y="50"/>
                  <a:pt x="118" y="45"/>
                  <a:pt x="123" y="42"/>
                </a:cubicBezTo>
                <a:cubicBezTo>
                  <a:pt x="136" y="33"/>
                  <a:pt x="136" y="33"/>
                  <a:pt x="136" y="33"/>
                </a:cubicBezTo>
                <a:cubicBezTo>
                  <a:pt x="136" y="33"/>
                  <a:pt x="128" y="63"/>
                  <a:pt x="11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6" name="Freeform 11"/>
          <p:cNvSpPr>
            <a:spLocks noEditPoints="1"/>
          </p:cNvSpPr>
          <p:nvPr>
            <p:custDataLst>
              <p:tags r:id="rId18"/>
            </p:custDataLst>
          </p:nvPr>
        </p:nvSpPr>
        <p:spPr bwMode="auto">
          <a:xfrm>
            <a:off x="11667490" y="67945"/>
            <a:ext cx="114300" cy="203835"/>
          </a:xfrm>
          <a:custGeom>
            <a:avLst/>
            <a:gdLst>
              <a:gd name="T0" fmla="*/ 115 w 197"/>
              <a:gd name="T1" fmla="*/ 250 h 350"/>
              <a:gd name="T2" fmla="*/ 144 w 197"/>
              <a:gd name="T3" fmla="*/ 194 h 350"/>
              <a:gd name="T4" fmla="*/ 141 w 197"/>
              <a:gd name="T5" fmla="*/ 178 h 350"/>
              <a:gd name="T6" fmla="*/ 145 w 197"/>
              <a:gd name="T7" fmla="*/ 168 h 350"/>
              <a:gd name="T8" fmla="*/ 137 w 197"/>
              <a:gd name="T9" fmla="*/ 162 h 350"/>
              <a:gd name="T10" fmla="*/ 119 w 197"/>
              <a:gd name="T11" fmla="*/ 145 h 350"/>
              <a:gd name="T12" fmla="*/ 129 w 197"/>
              <a:gd name="T13" fmla="*/ 132 h 350"/>
              <a:gd name="T14" fmla="*/ 171 w 197"/>
              <a:gd name="T15" fmla="*/ 107 h 350"/>
              <a:gd name="T16" fmla="*/ 191 w 197"/>
              <a:gd name="T17" fmla="*/ 60 h 350"/>
              <a:gd name="T18" fmla="*/ 181 w 197"/>
              <a:gd name="T19" fmla="*/ 46 h 350"/>
              <a:gd name="T20" fmla="*/ 168 w 197"/>
              <a:gd name="T21" fmla="*/ 62 h 350"/>
              <a:gd name="T22" fmla="*/ 133 w 197"/>
              <a:gd name="T23" fmla="*/ 90 h 350"/>
              <a:gd name="T24" fmla="*/ 151 w 197"/>
              <a:gd name="T25" fmla="*/ 35 h 350"/>
              <a:gd name="T26" fmla="*/ 149 w 197"/>
              <a:gd name="T27" fmla="*/ 15 h 350"/>
              <a:gd name="T28" fmla="*/ 137 w 197"/>
              <a:gd name="T29" fmla="*/ 30 h 350"/>
              <a:gd name="T30" fmla="*/ 90 w 197"/>
              <a:gd name="T31" fmla="*/ 123 h 350"/>
              <a:gd name="T32" fmla="*/ 60 w 197"/>
              <a:gd name="T33" fmla="*/ 138 h 350"/>
              <a:gd name="T34" fmla="*/ 45 w 197"/>
              <a:gd name="T35" fmla="*/ 154 h 350"/>
              <a:gd name="T36" fmla="*/ 69 w 197"/>
              <a:gd name="T37" fmla="*/ 173 h 350"/>
              <a:gd name="T38" fmla="*/ 41 w 197"/>
              <a:gd name="T39" fmla="*/ 234 h 350"/>
              <a:gd name="T40" fmla="*/ 32 w 197"/>
              <a:gd name="T41" fmla="*/ 251 h 350"/>
              <a:gd name="T42" fmla="*/ 52 w 197"/>
              <a:gd name="T43" fmla="*/ 265 h 350"/>
              <a:gd name="T44" fmla="*/ 85 w 197"/>
              <a:gd name="T45" fmla="*/ 246 h 350"/>
              <a:gd name="T46" fmla="*/ 88 w 197"/>
              <a:gd name="T47" fmla="*/ 253 h 350"/>
              <a:gd name="T48" fmla="*/ 78 w 197"/>
              <a:gd name="T49" fmla="*/ 281 h 350"/>
              <a:gd name="T50" fmla="*/ 48 w 197"/>
              <a:gd name="T51" fmla="*/ 302 h 350"/>
              <a:gd name="T52" fmla="*/ 34 w 197"/>
              <a:gd name="T53" fmla="*/ 306 h 350"/>
              <a:gd name="T54" fmla="*/ 31 w 197"/>
              <a:gd name="T55" fmla="*/ 339 h 350"/>
              <a:gd name="T56" fmla="*/ 51 w 197"/>
              <a:gd name="T57" fmla="*/ 332 h 350"/>
              <a:gd name="T58" fmla="*/ 65 w 197"/>
              <a:gd name="T59" fmla="*/ 309 h 350"/>
              <a:gd name="T60" fmla="*/ 108 w 197"/>
              <a:gd name="T61" fmla="*/ 342 h 350"/>
              <a:gd name="T62" fmla="*/ 115 w 197"/>
              <a:gd name="T63" fmla="*/ 309 h 350"/>
              <a:gd name="T64" fmla="*/ 115 w 197"/>
              <a:gd name="T65" fmla="*/ 250 h 350"/>
              <a:gd name="T66" fmla="*/ 85 w 197"/>
              <a:gd name="T67" fmla="*/ 220 h 350"/>
              <a:gd name="T68" fmla="*/ 66 w 197"/>
              <a:gd name="T69" fmla="*/ 232 h 350"/>
              <a:gd name="T70" fmla="*/ 82 w 197"/>
              <a:gd name="T71" fmla="*/ 178 h 350"/>
              <a:gd name="T72" fmla="*/ 106 w 197"/>
              <a:gd name="T73" fmla="*/ 154 h 350"/>
              <a:gd name="T74" fmla="*/ 95 w 197"/>
              <a:gd name="T75" fmla="*/ 197 h 350"/>
              <a:gd name="T76" fmla="*/ 85 w 197"/>
              <a:gd name="T77" fmla="*/ 220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97" h="350">
                <a:moveTo>
                  <a:pt x="115" y="250"/>
                </a:moveTo>
                <a:cubicBezTo>
                  <a:pt x="115" y="250"/>
                  <a:pt x="109" y="233"/>
                  <a:pt x="144" y="194"/>
                </a:cubicBezTo>
                <a:cubicBezTo>
                  <a:pt x="141" y="178"/>
                  <a:pt x="141" y="178"/>
                  <a:pt x="141" y="178"/>
                </a:cubicBezTo>
                <a:cubicBezTo>
                  <a:pt x="145" y="168"/>
                  <a:pt x="145" y="168"/>
                  <a:pt x="145" y="168"/>
                </a:cubicBezTo>
                <a:cubicBezTo>
                  <a:pt x="137" y="162"/>
                  <a:pt x="137" y="162"/>
                  <a:pt x="137" y="162"/>
                </a:cubicBezTo>
                <a:cubicBezTo>
                  <a:pt x="137" y="162"/>
                  <a:pt x="136" y="145"/>
                  <a:pt x="119" y="145"/>
                </a:cubicBezTo>
                <a:cubicBezTo>
                  <a:pt x="119" y="145"/>
                  <a:pt x="110" y="143"/>
                  <a:pt x="129" y="132"/>
                </a:cubicBezTo>
                <a:cubicBezTo>
                  <a:pt x="171" y="107"/>
                  <a:pt x="171" y="107"/>
                  <a:pt x="171" y="107"/>
                </a:cubicBezTo>
                <a:cubicBezTo>
                  <a:pt x="191" y="60"/>
                  <a:pt x="191" y="60"/>
                  <a:pt x="191" y="60"/>
                </a:cubicBezTo>
                <a:cubicBezTo>
                  <a:pt x="191" y="60"/>
                  <a:pt x="197" y="52"/>
                  <a:pt x="181" y="46"/>
                </a:cubicBezTo>
                <a:cubicBezTo>
                  <a:pt x="181" y="46"/>
                  <a:pt x="179" y="56"/>
                  <a:pt x="168" y="62"/>
                </a:cubicBezTo>
                <a:cubicBezTo>
                  <a:pt x="157" y="67"/>
                  <a:pt x="141" y="81"/>
                  <a:pt x="133" y="90"/>
                </a:cubicBezTo>
                <a:cubicBezTo>
                  <a:pt x="133" y="90"/>
                  <a:pt x="150" y="45"/>
                  <a:pt x="151" y="35"/>
                </a:cubicBezTo>
                <a:cubicBezTo>
                  <a:pt x="149" y="15"/>
                  <a:pt x="149" y="15"/>
                  <a:pt x="149" y="15"/>
                </a:cubicBezTo>
                <a:cubicBezTo>
                  <a:pt x="149" y="15"/>
                  <a:pt x="138" y="0"/>
                  <a:pt x="137" y="30"/>
                </a:cubicBezTo>
                <a:cubicBezTo>
                  <a:pt x="90" y="123"/>
                  <a:pt x="90" y="123"/>
                  <a:pt x="90" y="123"/>
                </a:cubicBezTo>
                <a:cubicBezTo>
                  <a:pt x="60" y="138"/>
                  <a:pt x="60" y="138"/>
                  <a:pt x="60" y="138"/>
                </a:cubicBezTo>
                <a:cubicBezTo>
                  <a:pt x="60" y="138"/>
                  <a:pt x="32" y="132"/>
                  <a:pt x="45" y="154"/>
                </a:cubicBezTo>
                <a:cubicBezTo>
                  <a:pt x="69" y="173"/>
                  <a:pt x="69" y="173"/>
                  <a:pt x="69" y="173"/>
                </a:cubicBezTo>
                <a:cubicBezTo>
                  <a:pt x="41" y="234"/>
                  <a:pt x="41" y="234"/>
                  <a:pt x="41" y="234"/>
                </a:cubicBezTo>
                <a:cubicBezTo>
                  <a:pt x="32" y="251"/>
                  <a:pt x="32" y="251"/>
                  <a:pt x="32" y="251"/>
                </a:cubicBezTo>
                <a:cubicBezTo>
                  <a:pt x="52" y="265"/>
                  <a:pt x="52" y="265"/>
                  <a:pt x="52" y="265"/>
                </a:cubicBezTo>
                <a:cubicBezTo>
                  <a:pt x="85" y="246"/>
                  <a:pt x="85" y="246"/>
                  <a:pt x="85" y="246"/>
                </a:cubicBezTo>
                <a:cubicBezTo>
                  <a:pt x="85" y="246"/>
                  <a:pt x="89" y="246"/>
                  <a:pt x="88" y="253"/>
                </a:cubicBezTo>
                <a:cubicBezTo>
                  <a:pt x="78" y="281"/>
                  <a:pt x="78" y="281"/>
                  <a:pt x="78" y="281"/>
                </a:cubicBezTo>
                <a:cubicBezTo>
                  <a:pt x="78" y="281"/>
                  <a:pt x="56" y="303"/>
                  <a:pt x="48" y="302"/>
                </a:cubicBezTo>
                <a:cubicBezTo>
                  <a:pt x="48" y="302"/>
                  <a:pt x="45" y="302"/>
                  <a:pt x="34" y="306"/>
                </a:cubicBezTo>
                <a:cubicBezTo>
                  <a:pt x="34" y="306"/>
                  <a:pt x="0" y="323"/>
                  <a:pt x="31" y="339"/>
                </a:cubicBezTo>
                <a:cubicBezTo>
                  <a:pt x="31" y="339"/>
                  <a:pt x="41" y="350"/>
                  <a:pt x="51" y="332"/>
                </a:cubicBezTo>
                <a:cubicBezTo>
                  <a:pt x="65" y="309"/>
                  <a:pt x="65" y="309"/>
                  <a:pt x="65" y="309"/>
                </a:cubicBezTo>
                <a:cubicBezTo>
                  <a:pt x="108" y="342"/>
                  <a:pt x="108" y="342"/>
                  <a:pt x="108" y="342"/>
                </a:cubicBezTo>
                <a:cubicBezTo>
                  <a:pt x="108" y="342"/>
                  <a:pt x="117" y="330"/>
                  <a:pt x="115" y="309"/>
                </a:cubicBezTo>
                <a:lnTo>
                  <a:pt x="115" y="250"/>
                </a:lnTo>
                <a:close/>
                <a:moveTo>
                  <a:pt x="85" y="220"/>
                </a:moveTo>
                <a:cubicBezTo>
                  <a:pt x="66" y="232"/>
                  <a:pt x="66" y="232"/>
                  <a:pt x="66" y="232"/>
                </a:cubicBezTo>
                <a:cubicBezTo>
                  <a:pt x="82" y="178"/>
                  <a:pt x="82" y="178"/>
                  <a:pt x="82" y="178"/>
                </a:cubicBezTo>
                <a:cubicBezTo>
                  <a:pt x="87" y="161"/>
                  <a:pt x="106" y="154"/>
                  <a:pt x="106" y="154"/>
                </a:cubicBezTo>
                <a:cubicBezTo>
                  <a:pt x="105" y="170"/>
                  <a:pt x="95" y="197"/>
                  <a:pt x="95" y="197"/>
                </a:cubicBezTo>
                <a:cubicBezTo>
                  <a:pt x="90" y="212"/>
                  <a:pt x="85" y="220"/>
                  <a:pt x="85" y="22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12"/>
          <p:cNvSpPr/>
          <p:nvPr>
            <p:custDataLst>
              <p:tags r:id="rId19"/>
            </p:custDataLst>
          </p:nvPr>
        </p:nvSpPr>
        <p:spPr bwMode="auto">
          <a:xfrm>
            <a:off x="11731625" y="220980"/>
            <a:ext cx="40640" cy="36195"/>
          </a:xfrm>
          <a:custGeom>
            <a:avLst/>
            <a:gdLst>
              <a:gd name="T0" fmla="*/ 51 w 70"/>
              <a:gd name="T1" fmla="*/ 9 h 62"/>
              <a:gd name="T2" fmla="*/ 22 w 70"/>
              <a:gd name="T3" fmla="*/ 0 h 62"/>
              <a:gd name="T4" fmla="*/ 18 w 70"/>
              <a:gd name="T5" fmla="*/ 12 h 62"/>
              <a:gd name="T6" fmla="*/ 37 w 70"/>
              <a:gd name="T7" fmla="*/ 39 h 62"/>
              <a:gd name="T8" fmla="*/ 57 w 70"/>
              <a:gd name="T9" fmla="*/ 44 h 62"/>
              <a:gd name="T10" fmla="*/ 64 w 70"/>
              <a:gd name="T11" fmla="*/ 30 h 62"/>
              <a:gd name="T12" fmla="*/ 51 w 70"/>
              <a:gd name="T13" fmla="*/ 9 h 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0" h="62">
                <a:moveTo>
                  <a:pt x="51" y="9"/>
                </a:moveTo>
                <a:cubicBezTo>
                  <a:pt x="22" y="0"/>
                  <a:pt x="22" y="0"/>
                  <a:pt x="22" y="0"/>
                </a:cubicBezTo>
                <a:cubicBezTo>
                  <a:pt x="22" y="0"/>
                  <a:pt x="0" y="1"/>
                  <a:pt x="18" y="12"/>
                </a:cubicBezTo>
                <a:cubicBezTo>
                  <a:pt x="18" y="12"/>
                  <a:pt x="32" y="27"/>
                  <a:pt x="37" y="39"/>
                </a:cubicBezTo>
                <a:cubicBezTo>
                  <a:pt x="37" y="39"/>
                  <a:pt x="42" y="62"/>
                  <a:pt x="57" y="44"/>
                </a:cubicBezTo>
                <a:cubicBezTo>
                  <a:pt x="64" y="30"/>
                  <a:pt x="64" y="30"/>
                  <a:pt x="64" y="30"/>
                </a:cubicBezTo>
                <a:cubicBezTo>
                  <a:pt x="64" y="30"/>
                  <a:pt x="70" y="17"/>
                  <a:pt x="51" y="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Freeform 13"/>
          <p:cNvSpPr/>
          <p:nvPr>
            <p:custDataLst>
              <p:tags r:id="rId20"/>
            </p:custDataLst>
          </p:nvPr>
        </p:nvSpPr>
        <p:spPr bwMode="auto">
          <a:xfrm>
            <a:off x="11506200" y="298450"/>
            <a:ext cx="22860" cy="2921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0 w 39"/>
              <a:gd name="T11" fmla="*/ 50 h 50"/>
              <a:gd name="T12" fmla="*/ 7 w 39"/>
              <a:gd name="T13" fmla="*/ 48 h 50"/>
              <a:gd name="T14" fmla="*/ 4 w 39"/>
              <a:gd name="T15" fmla="*/ 50 h 50"/>
              <a:gd name="T16" fmla="*/ 2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2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0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4" y="49"/>
                  <a:pt x="4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3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2" y="20"/>
                  <a:pt x="2" y="13"/>
                </a:cubicBezTo>
                <a:cubicBezTo>
                  <a:pt x="2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9" name="Freeform 14"/>
          <p:cNvSpPr/>
          <p:nvPr>
            <p:custDataLst>
              <p:tags r:id="rId21"/>
            </p:custDataLst>
          </p:nvPr>
        </p:nvSpPr>
        <p:spPr bwMode="auto">
          <a:xfrm>
            <a:off x="11532870" y="299085"/>
            <a:ext cx="34290" cy="27940"/>
          </a:xfrm>
          <a:custGeom>
            <a:avLst/>
            <a:gdLst>
              <a:gd name="T0" fmla="*/ 0 w 59"/>
              <a:gd name="T1" fmla="*/ 47 h 48"/>
              <a:gd name="T2" fmla="*/ 8 w 59"/>
              <a:gd name="T3" fmla="*/ 40 h 48"/>
              <a:gd name="T4" fmla="*/ 8 w 59"/>
              <a:gd name="T5" fmla="*/ 8 h 48"/>
              <a:gd name="T6" fmla="*/ 0 w 59"/>
              <a:gd name="T7" fmla="*/ 2 h 48"/>
              <a:gd name="T8" fmla="*/ 0 w 59"/>
              <a:gd name="T9" fmla="*/ 0 h 48"/>
              <a:gd name="T10" fmla="*/ 24 w 59"/>
              <a:gd name="T11" fmla="*/ 0 h 48"/>
              <a:gd name="T12" fmla="*/ 24 w 59"/>
              <a:gd name="T13" fmla="*/ 2 h 48"/>
              <a:gd name="T14" fmla="*/ 17 w 59"/>
              <a:gd name="T15" fmla="*/ 8 h 48"/>
              <a:gd name="T16" fmla="*/ 17 w 59"/>
              <a:gd name="T17" fmla="*/ 22 h 48"/>
              <a:gd name="T18" fmla="*/ 43 w 59"/>
              <a:gd name="T19" fmla="*/ 22 h 48"/>
              <a:gd name="T20" fmla="*/ 43 w 59"/>
              <a:gd name="T21" fmla="*/ 8 h 48"/>
              <a:gd name="T22" fmla="*/ 35 w 59"/>
              <a:gd name="T23" fmla="*/ 2 h 48"/>
              <a:gd name="T24" fmla="*/ 35 w 59"/>
              <a:gd name="T25" fmla="*/ 0 h 48"/>
              <a:gd name="T26" fmla="*/ 59 w 59"/>
              <a:gd name="T27" fmla="*/ 0 h 48"/>
              <a:gd name="T28" fmla="*/ 59 w 59"/>
              <a:gd name="T29" fmla="*/ 2 h 48"/>
              <a:gd name="T30" fmla="*/ 52 w 59"/>
              <a:gd name="T31" fmla="*/ 8 h 48"/>
              <a:gd name="T32" fmla="*/ 52 w 59"/>
              <a:gd name="T33" fmla="*/ 41 h 48"/>
              <a:gd name="T34" fmla="*/ 59 w 59"/>
              <a:gd name="T35" fmla="*/ 47 h 48"/>
              <a:gd name="T36" fmla="*/ 59 w 59"/>
              <a:gd name="T37" fmla="*/ 48 h 48"/>
              <a:gd name="T38" fmla="*/ 35 w 59"/>
              <a:gd name="T39" fmla="*/ 48 h 48"/>
              <a:gd name="T40" fmla="*/ 35 w 59"/>
              <a:gd name="T41" fmla="*/ 47 h 48"/>
              <a:gd name="T42" fmla="*/ 43 w 59"/>
              <a:gd name="T43" fmla="*/ 40 h 48"/>
              <a:gd name="T44" fmla="*/ 43 w 59"/>
              <a:gd name="T45" fmla="*/ 26 h 48"/>
              <a:gd name="T46" fmla="*/ 17 w 59"/>
              <a:gd name="T47" fmla="*/ 26 h 48"/>
              <a:gd name="T48" fmla="*/ 17 w 59"/>
              <a:gd name="T49" fmla="*/ 41 h 48"/>
              <a:gd name="T50" fmla="*/ 24 w 59"/>
              <a:gd name="T51" fmla="*/ 47 h 48"/>
              <a:gd name="T52" fmla="*/ 24 w 59"/>
              <a:gd name="T53" fmla="*/ 48 h 48"/>
              <a:gd name="T54" fmla="*/ 0 w 59"/>
              <a:gd name="T55" fmla="*/ 48 h 48"/>
              <a:gd name="T56" fmla="*/ 0 w 59"/>
              <a:gd name="T5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9" h="48">
                <a:moveTo>
                  <a:pt x="0" y="47"/>
                </a:moveTo>
                <a:cubicBezTo>
                  <a:pt x="7" y="47"/>
                  <a:pt x="8" y="45"/>
                  <a:pt x="8" y="40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22"/>
                  <a:pt x="17" y="22"/>
                  <a:pt x="17" y="22"/>
                </a:cubicBezTo>
                <a:cubicBezTo>
                  <a:pt x="43" y="22"/>
                  <a:pt x="43" y="22"/>
                  <a:pt x="43" y="22"/>
                </a:cubicBezTo>
                <a:cubicBezTo>
                  <a:pt x="43" y="8"/>
                  <a:pt x="43" y="8"/>
                  <a:pt x="43" y="8"/>
                </a:cubicBezTo>
                <a:cubicBezTo>
                  <a:pt x="43" y="3"/>
                  <a:pt x="42" y="2"/>
                  <a:pt x="35" y="2"/>
                </a:cubicBezTo>
                <a:cubicBezTo>
                  <a:pt x="35" y="0"/>
                  <a:pt x="35" y="0"/>
                  <a:pt x="35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2"/>
                  <a:pt x="59" y="2"/>
                  <a:pt x="59" y="2"/>
                </a:cubicBezTo>
                <a:cubicBezTo>
                  <a:pt x="53" y="2"/>
                  <a:pt x="52" y="3"/>
                  <a:pt x="52" y="8"/>
                </a:cubicBezTo>
                <a:cubicBezTo>
                  <a:pt x="52" y="41"/>
                  <a:pt x="52" y="41"/>
                  <a:pt x="52" y="41"/>
                </a:cubicBezTo>
                <a:cubicBezTo>
                  <a:pt x="52" y="45"/>
                  <a:pt x="53" y="47"/>
                  <a:pt x="59" y="47"/>
                </a:cubicBezTo>
                <a:cubicBezTo>
                  <a:pt x="59" y="48"/>
                  <a:pt x="59" y="48"/>
                  <a:pt x="59" y="48"/>
                </a:cubicBezTo>
                <a:cubicBezTo>
                  <a:pt x="35" y="48"/>
                  <a:pt x="35" y="48"/>
                  <a:pt x="35" y="48"/>
                </a:cubicBezTo>
                <a:cubicBezTo>
                  <a:pt x="35" y="47"/>
                  <a:pt x="35" y="47"/>
                  <a:pt x="35" y="47"/>
                </a:cubicBezTo>
                <a:cubicBezTo>
                  <a:pt x="43" y="47"/>
                  <a:pt x="43" y="45"/>
                  <a:pt x="43" y="40"/>
                </a:cubicBezTo>
                <a:cubicBezTo>
                  <a:pt x="43" y="26"/>
                  <a:pt x="43" y="26"/>
                  <a:pt x="43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7" y="41"/>
                  <a:pt x="17" y="41"/>
                  <a:pt x="17" y="41"/>
                </a:cubicBezTo>
                <a:cubicBezTo>
                  <a:pt x="17" y="45"/>
                  <a:pt x="17" y="47"/>
                  <a:pt x="24" y="47"/>
                </a:cubicBezTo>
                <a:cubicBezTo>
                  <a:pt x="24" y="48"/>
                  <a:pt x="24" y="48"/>
                  <a:pt x="24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0" name="Freeform 15"/>
          <p:cNvSpPr>
            <a:spLocks noEditPoints="1"/>
          </p:cNvSpPr>
          <p:nvPr>
            <p:custDataLst>
              <p:tags r:id="rId22"/>
            </p:custDataLst>
          </p:nvPr>
        </p:nvSpPr>
        <p:spPr bwMode="auto">
          <a:xfrm>
            <a:off x="11568430" y="299085"/>
            <a:ext cx="35560" cy="27940"/>
          </a:xfrm>
          <a:custGeom>
            <a:avLst/>
            <a:gdLst>
              <a:gd name="T0" fmla="*/ 18 w 61"/>
              <a:gd name="T1" fmla="*/ 30 h 48"/>
              <a:gd name="T2" fmla="*/ 28 w 61"/>
              <a:gd name="T3" fmla="*/ 10 h 48"/>
              <a:gd name="T4" fmla="*/ 38 w 61"/>
              <a:gd name="T5" fmla="*/ 30 h 48"/>
              <a:gd name="T6" fmla="*/ 18 w 61"/>
              <a:gd name="T7" fmla="*/ 30 h 48"/>
              <a:gd name="T8" fmla="*/ 61 w 61"/>
              <a:gd name="T9" fmla="*/ 47 h 48"/>
              <a:gd name="T10" fmla="*/ 53 w 61"/>
              <a:gd name="T11" fmla="*/ 41 h 48"/>
              <a:gd name="T12" fmla="*/ 31 w 61"/>
              <a:gd name="T13" fmla="*/ 0 h 48"/>
              <a:gd name="T14" fmla="*/ 29 w 61"/>
              <a:gd name="T15" fmla="*/ 0 h 48"/>
              <a:gd name="T16" fmla="*/ 11 w 61"/>
              <a:gd name="T17" fmla="*/ 35 h 48"/>
              <a:gd name="T18" fmla="*/ 5 w 61"/>
              <a:gd name="T19" fmla="*/ 45 h 48"/>
              <a:gd name="T20" fmla="*/ 0 w 61"/>
              <a:gd name="T21" fmla="*/ 47 h 48"/>
              <a:gd name="T22" fmla="*/ 0 w 61"/>
              <a:gd name="T23" fmla="*/ 48 h 48"/>
              <a:gd name="T24" fmla="*/ 18 w 61"/>
              <a:gd name="T25" fmla="*/ 48 h 48"/>
              <a:gd name="T26" fmla="*/ 18 w 61"/>
              <a:gd name="T27" fmla="*/ 47 h 48"/>
              <a:gd name="T28" fmla="*/ 12 w 61"/>
              <a:gd name="T29" fmla="*/ 44 h 48"/>
              <a:gd name="T30" fmla="*/ 12 w 61"/>
              <a:gd name="T31" fmla="*/ 41 h 48"/>
              <a:gd name="T32" fmla="*/ 16 w 61"/>
              <a:gd name="T33" fmla="*/ 33 h 48"/>
              <a:gd name="T34" fmla="*/ 39 w 61"/>
              <a:gd name="T35" fmla="*/ 33 h 48"/>
              <a:gd name="T36" fmla="*/ 43 w 61"/>
              <a:gd name="T37" fmla="*/ 40 h 48"/>
              <a:gd name="T38" fmla="*/ 44 w 61"/>
              <a:gd name="T39" fmla="*/ 44 h 48"/>
              <a:gd name="T40" fmla="*/ 38 w 61"/>
              <a:gd name="T41" fmla="*/ 47 h 48"/>
              <a:gd name="T42" fmla="*/ 38 w 61"/>
              <a:gd name="T43" fmla="*/ 48 h 48"/>
              <a:gd name="T44" fmla="*/ 61 w 61"/>
              <a:gd name="T45" fmla="*/ 48 h 48"/>
              <a:gd name="T46" fmla="*/ 61 w 61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1" h="48">
                <a:moveTo>
                  <a:pt x="18" y="30"/>
                </a:moveTo>
                <a:cubicBezTo>
                  <a:pt x="28" y="10"/>
                  <a:pt x="28" y="10"/>
                  <a:pt x="28" y="10"/>
                </a:cubicBezTo>
                <a:cubicBezTo>
                  <a:pt x="38" y="30"/>
                  <a:pt x="38" y="30"/>
                  <a:pt x="38" y="30"/>
                </a:cubicBezTo>
                <a:lnTo>
                  <a:pt x="18" y="30"/>
                </a:lnTo>
                <a:close/>
                <a:moveTo>
                  <a:pt x="61" y="47"/>
                </a:moveTo>
                <a:cubicBezTo>
                  <a:pt x="57" y="47"/>
                  <a:pt x="55" y="46"/>
                  <a:pt x="53" y="41"/>
                </a:cubicBezTo>
                <a:cubicBezTo>
                  <a:pt x="31" y="0"/>
                  <a:pt x="31" y="0"/>
                  <a:pt x="31" y="0"/>
                </a:cubicBezTo>
                <a:cubicBezTo>
                  <a:pt x="29" y="0"/>
                  <a:pt x="29" y="0"/>
                  <a:pt x="29" y="0"/>
                </a:cubicBezTo>
                <a:cubicBezTo>
                  <a:pt x="11" y="35"/>
                  <a:pt x="11" y="35"/>
                  <a:pt x="11" y="35"/>
                </a:cubicBezTo>
                <a:cubicBezTo>
                  <a:pt x="10" y="38"/>
                  <a:pt x="7" y="44"/>
                  <a:pt x="5" y="45"/>
                </a:cubicBezTo>
                <a:cubicBezTo>
                  <a:pt x="3" y="47"/>
                  <a:pt x="2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18" y="48"/>
                  <a:pt x="18" y="48"/>
                  <a:pt x="18" y="48"/>
                </a:cubicBezTo>
                <a:cubicBezTo>
                  <a:pt x="18" y="47"/>
                  <a:pt x="18" y="47"/>
                  <a:pt x="18" y="47"/>
                </a:cubicBezTo>
                <a:cubicBezTo>
                  <a:pt x="16" y="47"/>
                  <a:pt x="12" y="47"/>
                  <a:pt x="12" y="44"/>
                </a:cubicBezTo>
                <a:cubicBezTo>
                  <a:pt x="12" y="43"/>
                  <a:pt x="12" y="42"/>
                  <a:pt x="12" y="41"/>
                </a:cubicBezTo>
                <a:cubicBezTo>
                  <a:pt x="16" y="33"/>
                  <a:pt x="16" y="33"/>
                  <a:pt x="16" y="33"/>
                </a:cubicBezTo>
                <a:cubicBezTo>
                  <a:pt x="39" y="33"/>
                  <a:pt x="39" y="33"/>
                  <a:pt x="39" y="33"/>
                </a:cubicBezTo>
                <a:cubicBezTo>
                  <a:pt x="43" y="40"/>
                  <a:pt x="43" y="40"/>
                  <a:pt x="43" y="40"/>
                </a:cubicBezTo>
                <a:cubicBezTo>
                  <a:pt x="43" y="41"/>
                  <a:pt x="44" y="43"/>
                  <a:pt x="44" y="44"/>
                </a:cubicBezTo>
                <a:cubicBezTo>
                  <a:pt x="44" y="47"/>
                  <a:pt x="42" y="47"/>
                  <a:pt x="38" y="47"/>
                </a:cubicBezTo>
                <a:cubicBezTo>
                  <a:pt x="38" y="48"/>
                  <a:pt x="38" y="48"/>
                  <a:pt x="38" y="48"/>
                </a:cubicBezTo>
                <a:cubicBezTo>
                  <a:pt x="61" y="48"/>
                  <a:pt x="61" y="48"/>
                  <a:pt x="61" y="48"/>
                </a:cubicBezTo>
                <a:lnTo>
                  <a:pt x="61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1" name="Freeform 16"/>
          <p:cNvSpPr/>
          <p:nvPr>
            <p:custDataLst>
              <p:tags r:id="rId23"/>
            </p:custDataLst>
          </p:nvPr>
        </p:nvSpPr>
        <p:spPr bwMode="auto">
          <a:xfrm>
            <a:off x="11605260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Freeform 17"/>
          <p:cNvSpPr>
            <a:spLocks noEditPoints="1"/>
          </p:cNvSpPr>
          <p:nvPr>
            <p:custDataLst>
              <p:tags r:id="rId24"/>
            </p:custDataLst>
          </p:nvPr>
        </p:nvSpPr>
        <p:spPr bwMode="auto">
          <a:xfrm>
            <a:off x="11641455" y="299085"/>
            <a:ext cx="33655" cy="27940"/>
          </a:xfrm>
          <a:custGeom>
            <a:avLst/>
            <a:gdLst>
              <a:gd name="T0" fmla="*/ 17 w 58"/>
              <a:gd name="T1" fmla="*/ 6 h 48"/>
              <a:gd name="T2" fmla="*/ 21 w 58"/>
              <a:gd name="T3" fmla="*/ 3 h 48"/>
              <a:gd name="T4" fmla="*/ 41 w 58"/>
              <a:gd name="T5" fmla="*/ 8 h 48"/>
              <a:gd name="T6" fmla="*/ 49 w 58"/>
              <a:gd name="T7" fmla="*/ 25 h 48"/>
              <a:gd name="T8" fmla="*/ 22 w 58"/>
              <a:gd name="T9" fmla="*/ 46 h 48"/>
              <a:gd name="T10" fmla="*/ 17 w 58"/>
              <a:gd name="T11" fmla="*/ 43 h 48"/>
              <a:gd name="T12" fmla="*/ 17 w 58"/>
              <a:gd name="T13" fmla="*/ 6 h 48"/>
              <a:gd name="T14" fmla="*/ 0 w 58"/>
              <a:gd name="T15" fmla="*/ 48 h 48"/>
              <a:gd name="T16" fmla="*/ 25 w 58"/>
              <a:gd name="T17" fmla="*/ 48 h 48"/>
              <a:gd name="T18" fmla="*/ 58 w 58"/>
              <a:gd name="T19" fmla="*/ 25 h 48"/>
              <a:gd name="T20" fmla="*/ 23 w 58"/>
              <a:gd name="T21" fmla="*/ 0 h 48"/>
              <a:gd name="T22" fmla="*/ 0 w 58"/>
              <a:gd name="T23" fmla="*/ 0 h 48"/>
              <a:gd name="T24" fmla="*/ 0 w 58"/>
              <a:gd name="T25" fmla="*/ 2 h 48"/>
              <a:gd name="T26" fmla="*/ 8 w 58"/>
              <a:gd name="T27" fmla="*/ 8 h 48"/>
              <a:gd name="T28" fmla="*/ 8 w 58"/>
              <a:gd name="T29" fmla="*/ 41 h 48"/>
              <a:gd name="T30" fmla="*/ 0 w 58"/>
              <a:gd name="T31" fmla="*/ 47 h 48"/>
              <a:gd name="T32" fmla="*/ 0 w 58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8" h="48">
                <a:moveTo>
                  <a:pt x="17" y="6"/>
                </a:moveTo>
                <a:cubicBezTo>
                  <a:pt x="17" y="5"/>
                  <a:pt x="17" y="3"/>
                  <a:pt x="21" y="3"/>
                </a:cubicBezTo>
                <a:cubicBezTo>
                  <a:pt x="32" y="3"/>
                  <a:pt x="36" y="5"/>
                  <a:pt x="41" y="8"/>
                </a:cubicBezTo>
                <a:cubicBezTo>
                  <a:pt x="47" y="13"/>
                  <a:pt x="49" y="19"/>
                  <a:pt x="49" y="25"/>
                </a:cubicBezTo>
                <a:cubicBezTo>
                  <a:pt x="49" y="46"/>
                  <a:pt x="27" y="46"/>
                  <a:pt x="22" y="46"/>
                </a:cubicBezTo>
                <a:cubicBezTo>
                  <a:pt x="18" y="46"/>
                  <a:pt x="17" y="45"/>
                  <a:pt x="17" y="43"/>
                </a:cubicBezTo>
                <a:lnTo>
                  <a:pt x="17" y="6"/>
                </a:lnTo>
                <a:close/>
                <a:moveTo>
                  <a:pt x="0" y="48"/>
                </a:moveTo>
                <a:cubicBezTo>
                  <a:pt x="25" y="48"/>
                  <a:pt x="25" y="48"/>
                  <a:pt x="25" y="48"/>
                </a:cubicBezTo>
                <a:cubicBezTo>
                  <a:pt x="51" y="48"/>
                  <a:pt x="58" y="34"/>
                  <a:pt x="58" y="25"/>
                </a:cubicBezTo>
                <a:cubicBezTo>
                  <a:pt x="58" y="8"/>
                  <a:pt x="44" y="0"/>
                  <a:pt x="2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7" y="2"/>
                  <a:pt x="8" y="3"/>
                  <a:pt x="8" y="8"/>
                </a:cubicBezTo>
                <a:cubicBezTo>
                  <a:pt x="8" y="41"/>
                  <a:pt x="8" y="41"/>
                  <a:pt x="8" y="41"/>
                </a:cubicBezTo>
                <a:cubicBezTo>
                  <a:pt x="8" y="46"/>
                  <a:pt x="7" y="47"/>
                  <a:pt x="0" y="47"/>
                </a:cubicBezTo>
                <a:lnTo>
                  <a:pt x="0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Freeform 18"/>
          <p:cNvSpPr>
            <a:spLocks noEditPoints="1"/>
          </p:cNvSpPr>
          <p:nvPr>
            <p:custDataLst>
              <p:tags r:id="rId25"/>
            </p:custDataLst>
          </p:nvPr>
        </p:nvSpPr>
        <p:spPr bwMode="auto">
          <a:xfrm>
            <a:off x="11678920" y="298450"/>
            <a:ext cx="33020" cy="29210"/>
          </a:xfrm>
          <a:custGeom>
            <a:avLst/>
            <a:gdLst>
              <a:gd name="T0" fmla="*/ 29 w 57"/>
              <a:gd name="T1" fmla="*/ 48 h 50"/>
              <a:gd name="T2" fmla="*/ 10 w 57"/>
              <a:gd name="T3" fmla="*/ 25 h 50"/>
              <a:gd name="T4" fmla="*/ 29 w 57"/>
              <a:gd name="T5" fmla="*/ 3 h 50"/>
              <a:gd name="T6" fmla="*/ 47 w 57"/>
              <a:gd name="T7" fmla="*/ 25 h 50"/>
              <a:gd name="T8" fmla="*/ 29 w 57"/>
              <a:gd name="T9" fmla="*/ 48 h 50"/>
              <a:gd name="T10" fmla="*/ 29 w 57"/>
              <a:gd name="T11" fmla="*/ 50 h 50"/>
              <a:gd name="T12" fmla="*/ 57 w 57"/>
              <a:gd name="T13" fmla="*/ 26 h 50"/>
              <a:gd name="T14" fmla="*/ 29 w 57"/>
              <a:gd name="T15" fmla="*/ 0 h 50"/>
              <a:gd name="T16" fmla="*/ 0 w 57"/>
              <a:gd name="T17" fmla="*/ 26 h 50"/>
              <a:gd name="T18" fmla="*/ 29 w 57"/>
              <a:gd name="T19" fmla="*/ 5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7" h="50">
                <a:moveTo>
                  <a:pt x="29" y="48"/>
                </a:moveTo>
                <a:cubicBezTo>
                  <a:pt x="19" y="48"/>
                  <a:pt x="10" y="41"/>
                  <a:pt x="10" y="25"/>
                </a:cubicBezTo>
                <a:cubicBezTo>
                  <a:pt x="10" y="9"/>
                  <a:pt x="20" y="3"/>
                  <a:pt x="29" y="3"/>
                </a:cubicBezTo>
                <a:cubicBezTo>
                  <a:pt x="38" y="3"/>
                  <a:pt x="47" y="9"/>
                  <a:pt x="47" y="25"/>
                </a:cubicBezTo>
                <a:cubicBezTo>
                  <a:pt x="47" y="41"/>
                  <a:pt x="38" y="48"/>
                  <a:pt x="29" y="48"/>
                </a:cubicBezTo>
                <a:close/>
                <a:moveTo>
                  <a:pt x="29" y="50"/>
                </a:moveTo>
                <a:cubicBezTo>
                  <a:pt x="44" y="50"/>
                  <a:pt x="57" y="41"/>
                  <a:pt x="57" y="26"/>
                </a:cubicBezTo>
                <a:cubicBezTo>
                  <a:pt x="57" y="9"/>
                  <a:pt x="43" y="0"/>
                  <a:pt x="29" y="0"/>
                </a:cubicBezTo>
                <a:cubicBezTo>
                  <a:pt x="14" y="0"/>
                  <a:pt x="0" y="9"/>
                  <a:pt x="0" y="26"/>
                </a:cubicBezTo>
                <a:cubicBezTo>
                  <a:pt x="0" y="41"/>
                  <a:pt x="13" y="50"/>
                  <a:pt x="29" y="5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Freeform 19"/>
          <p:cNvSpPr/>
          <p:nvPr>
            <p:custDataLst>
              <p:tags r:id="rId26"/>
            </p:custDataLst>
          </p:nvPr>
        </p:nvSpPr>
        <p:spPr bwMode="auto">
          <a:xfrm>
            <a:off x="11714480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3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1 w 60"/>
              <a:gd name="T15" fmla="*/ 47 h 49"/>
              <a:gd name="T16" fmla="*/ 21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9 w 60"/>
              <a:gd name="T23" fmla="*/ 38 h 49"/>
              <a:gd name="T24" fmla="*/ 9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3" y="10"/>
                  <a:pt x="13" y="10"/>
                  <a:pt x="13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1" y="47"/>
                </a:cubicBezTo>
                <a:cubicBezTo>
                  <a:pt x="21" y="48"/>
                  <a:pt x="21" y="48"/>
                  <a:pt x="21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9" y="46"/>
                  <a:pt x="9" y="38"/>
                </a:cubicBezTo>
                <a:cubicBezTo>
                  <a:pt x="9" y="6"/>
                  <a:pt x="9" y="6"/>
                  <a:pt x="9" y="6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5" name="Freeform 20"/>
          <p:cNvSpPr/>
          <p:nvPr>
            <p:custDataLst>
              <p:tags r:id="rId27"/>
            </p:custDataLst>
          </p:nvPr>
        </p:nvSpPr>
        <p:spPr bwMode="auto">
          <a:xfrm>
            <a:off x="11751945" y="298450"/>
            <a:ext cx="33655" cy="29210"/>
          </a:xfrm>
          <a:custGeom>
            <a:avLst/>
            <a:gdLst>
              <a:gd name="T0" fmla="*/ 58 w 58"/>
              <a:gd name="T1" fmla="*/ 25 h 50"/>
              <a:gd name="T2" fmla="*/ 52 w 58"/>
              <a:gd name="T3" fmla="*/ 31 h 50"/>
              <a:gd name="T4" fmla="*/ 52 w 58"/>
              <a:gd name="T5" fmla="*/ 45 h 50"/>
              <a:gd name="T6" fmla="*/ 31 w 58"/>
              <a:gd name="T7" fmla="*/ 50 h 50"/>
              <a:gd name="T8" fmla="*/ 7 w 58"/>
              <a:gd name="T9" fmla="*/ 43 h 50"/>
              <a:gd name="T10" fmla="*/ 0 w 58"/>
              <a:gd name="T11" fmla="*/ 25 h 50"/>
              <a:gd name="T12" fmla="*/ 29 w 58"/>
              <a:gd name="T13" fmla="*/ 0 h 50"/>
              <a:gd name="T14" fmla="*/ 45 w 58"/>
              <a:gd name="T15" fmla="*/ 3 h 50"/>
              <a:gd name="T16" fmla="*/ 49 w 58"/>
              <a:gd name="T17" fmla="*/ 0 h 50"/>
              <a:gd name="T18" fmla="*/ 51 w 58"/>
              <a:gd name="T19" fmla="*/ 0 h 50"/>
              <a:gd name="T20" fmla="*/ 52 w 58"/>
              <a:gd name="T21" fmla="*/ 16 h 50"/>
              <a:gd name="T22" fmla="*/ 50 w 58"/>
              <a:gd name="T23" fmla="*/ 16 h 50"/>
              <a:gd name="T24" fmla="*/ 31 w 58"/>
              <a:gd name="T25" fmla="*/ 3 h 50"/>
              <a:gd name="T26" fmla="*/ 9 w 58"/>
              <a:gd name="T27" fmla="*/ 26 h 50"/>
              <a:gd name="T28" fmla="*/ 32 w 58"/>
              <a:gd name="T29" fmla="*/ 48 h 50"/>
              <a:gd name="T30" fmla="*/ 44 w 58"/>
              <a:gd name="T31" fmla="*/ 43 h 50"/>
              <a:gd name="T32" fmla="*/ 44 w 58"/>
              <a:gd name="T33" fmla="*/ 32 h 50"/>
              <a:gd name="T34" fmla="*/ 36 w 58"/>
              <a:gd name="T35" fmla="*/ 25 h 50"/>
              <a:gd name="T36" fmla="*/ 36 w 58"/>
              <a:gd name="T37" fmla="*/ 24 h 50"/>
              <a:gd name="T38" fmla="*/ 58 w 58"/>
              <a:gd name="T39" fmla="*/ 24 h 50"/>
              <a:gd name="T40" fmla="*/ 58 w 58"/>
              <a:gd name="T41" fmla="*/ 25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8" h="50">
                <a:moveTo>
                  <a:pt x="58" y="25"/>
                </a:moveTo>
                <a:cubicBezTo>
                  <a:pt x="55" y="25"/>
                  <a:pt x="52" y="26"/>
                  <a:pt x="52" y="31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6"/>
                  <a:pt x="41" y="50"/>
                  <a:pt x="31" y="50"/>
                </a:cubicBezTo>
                <a:cubicBezTo>
                  <a:pt x="23" y="50"/>
                  <a:pt x="13" y="48"/>
                  <a:pt x="7" y="43"/>
                </a:cubicBezTo>
                <a:cubicBezTo>
                  <a:pt x="2" y="38"/>
                  <a:pt x="0" y="34"/>
                  <a:pt x="0" y="25"/>
                </a:cubicBezTo>
                <a:cubicBezTo>
                  <a:pt x="0" y="13"/>
                  <a:pt x="11" y="0"/>
                  <a:pt x="29" y="0"/>
                </a:cubicBezTo>
                <a:cubicBezTo>
                  <a:pt x="38" y="0"/>
                  <a:pt x="42" y="3"/>
                  <a:pt x="45" y="3"/>
                </a:cubicBezTo>
                <a:cubicBezTo>
                  <a:pt x="46" y="3"/>
                  <a:pt x="48" y="2"/>
                  <a:pt x="49" y="0"/>
                </a:cubicBezTo>
                <a:cubicBezTo>
                  <a:pt x="51" y="0"/>
                  <a:pt x="51" y="0"/>
                  <a:pt x="51" y="0"/>
                </a:cubicBezTo>
                <a:cubicBezTo>
                  <a:pt x="52" y="16"/>
                  <a:pt x="52" y="16"/>
                  <a:pt x="52" y="16"/>
                </a:cubicBezTo>
                <a:cubicBezTo>
                  <a:pt x="50" y="16"/>
                  <a:pt x="50" y="16"/>
                  <a:pt x="50" y="16"/>
                </a:cubicBezTo>
                <a:cubicBezTo>
                  <a:pt x="47" y="11"/>
                  <a:pt x="43" y="3"/>
                  <a:pt x="31" y="3"/>
                </a:cubicBezTo>
                <a:cubicBezTo>
                  <a:pt x="22" y="3"/>
                  <a:pt x="9" y="8"/>
                  <a:pt x="9" y="26"/>
                </a:cubicBezTo>
                <a:cubicBezTo>
                  <a:pt x="9" y="39"/>
                  <a:pt x="19" y="48"/>
                  <a:pt x="32" y="48"/>
                </a:cubicBezTo>
                <a:cubicBezTo>
                  <a:pt x="38" y="48"/>
                  <a:pt x="44" y="46"/>
                  <a:pt x="44" y="43"/>
                </a:cubicBezTo>
                <a:cubicBezTo>
                  <a:pt x="44" y="32"/>
                  <a:pt x="44" y="32"/>
                  <a:pt x="44" y="32"/>
                </a:cubicBezTo>
                <a:cubicBezTo>
                  <a:pt x="44" y="26"/>
                  <a:pt x="42" y="25"/>
                  <a:pt x="36" y="25"/>
                </a:cubicBezTo>
                <a:cubicBezTo>
                  <a:pt x="36" y="24"/>
                  <a:pt x="36" y="24"/>
                  <a:pt x="36" y="24"/>
                </a:cubicBezTo>
                <a:cubicBezTo>
                  <a:pt x="58" y="24"/>
                  <a:pt x="58" y="24"/>
                  <a:pt x="58" y="24"/>
                </a:cubicBezTo>
                <a:lnTo>
                  <a:pt x="58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Freeform 21"/>
          <p:cNvSpPr/>
          <p:nvPr>
            <p:custDataLst>
              <p:tags r:id="rId28"/>
            </p:custDataLst>
          </p:nvPr>
        </p:nvSpPr>
        <p:spPr bwMode="auto">
          <a:xfrm>
            <a:off x="11799570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30 h 49"/>
              <a:gd name="T6" fmla="*/ 30 w 60"/>
              <a:gd name="T7" fmla="*/ 49 h 49"/>
              <a:gd name="T8" fmla="*/ 8 w 60"/>
              <a:gd name="T9" fmla="*/ 31 h 49"/>
              <a:gd name="T10" fmla="*/ 8 w 60"/>
              <a:gd name="T11" fmla="*/ 8 h 49"/>
              <a:gd name="T12" fmla="*/ 0 w 60"/>
              <a:gd name="T13" fmla="*/ 2 h 49"/>
              <a:gd name="T14" fmla="*/ 0 w 60"/>
              <a:gd name="T15" fmla="*/ 0 h 49"/>
              <a:gd name="T16" fmla="*/ 25 w 60"/>
              <a:gd name="T17" fmla="*/ 0 h 49"/>
              <a:gd name="T18" fmla="*/ 25 w 60"/>
              <a:gd name="T19" fmla="*/ 2 h 49"/>
              <a:gd name="T20" fmla="*/ 17 w 60"/>
              <a:gd name="T21" fmla="*/ 8 h 49"/>
              <a:gd name="T22" fmla="*/ 17 w 60"/>
              <a:gd name="T23" fmla="*/ 32 h 49"/>
              <a:gd name="T24" fmla="*/ 32 w 60"/>
              <a:gd name="T25" fmla="*/ 46 h 49"/>
              <a:gd name="T26" fmla="*/ 46 w 60"/>
              <a:gd name="T27" fmla="*/ 41 h 49"/>
              <a:gd name="T28" fmla="*/ 48 w 60"/>
              <a:gd name="T29" fmla="*/ 31 h 49"/>
              <a:gd name="T30" fmla="*/ 48 w 60"/>
              <a:gd name="T31" fmla="*/ 11 h 49"/>
              <a:gd name="T32" fmla="*/ 40 w 60"/>
              <a:gd name="T33" fmla="*/ 2 h 49"/>
              <a:gd name="T34" fmla="*/ 40 w 60"/>
              <a:gd name="T35" fmla="*/ 0 h 49"/>
              <a:gd name="T36" fmla="*/ 60 w 60"/>
              <a:gd name="T37" fmla="*/ 0 h 49"/>
              <a:gd name="T38" fmla="*/ 60 w 60"/>
              <a:gd name="T39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4" y="2"/>
                  <a:pt x="52" y="4"/>
                  <a:pt x="52" y="11"/>
                </a:cubicBezTo>
                <a:cubicBezTo>
                  <a:pt x="52" y="30"/>
                  <a:pt x="52" y="30"/>
                  <a:pt x="52" y="30"/>
                </a:cubicBezTo>
                <a:cubicBezTo>
                  <a:pt x="52" y="36"/>
                  <a:pt x="52" y="49"/>
                  <a:pt x="30" y="49"/>
                </a:cubicBezTo>
                <a:cubicBezTo>
                  <a:pt x="8" y="49"/>
                  <a:pt x="8" y="35"/>
                  <a:pt x="8" y="3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5" y="0"/>
                  <a:pt x="25" y="0"/>
                  <a:pt x="25" y="0"/>
                </a:cubicBezTo>
                <a:cubicBezTo>
                  <a:pt x="25" y="2"/>
                  <a:pt x="25" y="2"/>
                  <a:pt x="25" y="2"/>
                </a:cubicBezTo>
                <a:cubicBezTo>
                  <a:pt x="18" y="2"/>
                  <a:pt x="17" y="3"/>
                  <a:pt x="17" y="8"/>
                </a:cubicBezTo>
                <a:cubicBezTo>
                  <a:pt x="17" y="32"/>
                  <a:pt x="17" y="32"/>
                  <a:pt x="17" y="32"/>
                </a:cubicBezTo>
                <a:cubicBezTo>
                  <a:pt x="17" y="36"/>
                  <a:pt x="17" y="46"/>
                  <a:pt x="32" y="46"/>
                </a:cubicBezTo>
                <a:cubicBezTo>
                  <a:pt x="39" y="46"/>
                  <a:pt x="44" y="44"/>
                  <a:pt x="46" y="41"/>
                </a:cubicBezTo>
                <a:cubicBezTo>
                  <a:pt x="48" y="39"/>
                  <a:pt x="48" y="37"/>
                  <a:pt x="48" y="3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7" name="Freeform 22"/>
          <p:cNvSpPr/>
          <p:nvPr>
            <p:custDataLst>
              <p:tags r:id="rId29"/>
            </p:custDataLst>
          </p:nvPr>
        </p:nvSpPr>
        <p:spPr bwMode="auto">
          <a:xfrm>
            <a:off x="11835765" y="299085"/>
            <a:ext cx="34925" cy="28575"/>
          </a:xfrm>
          <a:custGeom>
            <a:avLst/>
            <a:gdLst>
              <a:gd name="T0" fmla="*/ 60 w 60"/>
              <a:gd name="T1" fmla="*/ 2 h 49"/>
              <a:gd name="T2" fmla="*/ 52 w 60"/>
              <a:gd name="T3" fmla="*/ 11 h 49"/>
              <a:gd name="T4" fmla="*/ 52 w 60"/>
              <a:gd name="T5" fmla="*/ 49 h 49"/>
              <a:gd name="T6" fmla="*/ 51 w 60"/>
              <a:gd name="T7" fmla="*/ 49 h 49"/>
              <a:gd name="T8" fmla="*/ 12 w 60"/>
              <a:gd name="T9" fmla="*/ 10 h 49"/>
              <a:gd name="T10" fmla="*/ 12 w 60"/>
              <a:gd name="T11" fmla="*/ 10 h 49"/>
              <a:gd name="T12" fmla="*/ 12 w 60"/>
              <a:gd name="T13" fmla="*/ 38 h 49"/>
              <a:gd name="T14" fmla="*/ 20 w 60"/>
              <a:gd name="T15" fmla="*/ 47 h 49"/>
              <a:gd name="T16" fmla="*/ 20 w 60"/>
              <a:gd name="T17" fmla="*/ 48 h 49"/>
              <a:gd name="T18" fmla="*/ 0 w 60"/>
              <a:gd name="T19" fmla="*/ 48 h 49"/>
              <a:gd name="T20" fmla="*/ 0 w 60"/>
              <a:gd name="T21" fmla="*/ 47 h 49"/>
              <a:gd name="T22" fmla="*/ 8 w 60"/>
              <a:gd name="T23" fmla="*/ 38 h 49"/>
              <a:gd name="T24" fmla="*/ 8 w 60"/>
              <a:gd name="T25" fmla="*/ 6 h 49"/>
              <a:gd name="T26" fmla="*/ 0 w 60"/>
              <a:gd name="T27" fmla="*/ 2 h 49"/>
              <a:gd name="T28" fmla="*/ 0 w 60"/>
              <a:gd name="T29" fmla="*/ 0 h 49"/>
              <a:gd name="T30" fmla="*/ 15 w 60"/>
              <a:gd name="T31" fmla="*/ 0 h 49"/>
              <a:gd name="T32" fmla="*/ 48 w 60"/>
              <a:gd name="T33" fmla="*/ 35 h 49"/>
              <a:gd name="T34" fmla="*/ 48 w 60"/>
              <a:gd name="T35" fmla="*/ 35 h 49"/>
              <a:gd name="T36" fmla="*/ 48 w 60"/>
              <a:gd name="T37" fmla="*/ 11 h 49"/>
              <a:gd name="T38" fmla="*/ 40 w 60"/>
              <a:gd name="T39" fmla="*/ 2 h 49"/>
              <a:gd name="T40" fmla="*/ 40 w 60"/>
              <a:gd name="T41" fmla="*/ 0 h 49"/>
              <a:gd name="T42" fmla="*/ 60 w 60"/>
              <a:gd name="T43" fmla="*/ 0 h 49"/>
              <a:gd name="T44" fmla="*/ 60 w 60"/>
              <a:gd name="T4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0" h="49">
                <a:moveTo>
                  <a:pt x="60" y="2"/>
                </a:moveTo>
                <a:cubicBezTo>
                  <a:pt x="55" y="2"/>
                  <a:pt x="52" y="3"/>
                  <a:pt x="52" y="11"/>
                </a:cubicBezTo>
                <a:cubicBezTo>
                  <a:pt x="52" y="49"/>
                  <a:pt x="52" y="49"/>
                  <a:pt x="52" y="49"/>
                </a:cubicBezTo>
                <a:cubicBezTo>
                  <a:pt x="51" y="49"/>
                  <a:pt x="51" y="49"/>
                  <a:pt x="51" y="49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10"/>
                  <a:pt x="12" y="10"/>
                  <a:pt x="12" y="10"/>
                </a:cubicBezTo>
                <a:cubicBezTo>
                  <a:pt x="12" y="38"/>
                  <a:pt x="12" y="38"/>
                  <a:pt x="12" y="38"/>
                </a:cubicBezTo>
                <a:cubicBezTo>
                  <a:pt x="12" y="45"/>
                  <a:pt x="14" y="47"/>
                  <a:pt x="20" y="47"/>
                </a:cubicBezTo>
                <a:cubicBezTo>
                  <a:pt x="20" y="48"/>
                  <a:pt x="20" y="48"/>
                  <a:pt x="2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7" y="47"/>
                  <a:pt x="8" y="46"/>
                  <a:pt x="8" y="38"/>
                </a:cubicBezTo>
                <a:cubicBezTo>
                  <a:pt x="8" y="6"/>
                  <a:pt x="8" y="6"/>
                  <a:pt x="8" y="6"/>
                </a:cubicBezTo>
                <a:cubicBezTo>
                  <a:pt x="5" y="2"/>
                  <a:pt x="3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15" y="0"/>
                  <a:pt x="15" y="0"/>
                  <a:pt x="15" y="0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35"/>
                  <a:pt x="48" y="35"/>
                  <a:pt x="48" y="35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3"/>
                  <a:pt x="46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60" y="0"/>
                  <a:pt x="60" y="0"/>
                  <a:pt x="60" y="0"/>
                </a:cubicBezTo>
                <a:lnTo>
                  <a:pt x="60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8" name="Freeform 23"/>
          <p:cNvSpPr/>
          <p:nvPr>
            <p:custDataLst>
              <p:tags r:id="rId30"/>
            </p:custDataLst>
          </p:nvPr>
        </p:nvSpPr>
        <p:spPr bwMode="auto">
          <a:xfrm>
            <a:off x="11872595" y="299085"/>
            <a:ext cx="15240" cy="2794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9" name="Freeform 24"/>
          <p:cNvSpPr/>
          <p:nvPr>
            <p:custDataLst>
              <p:tags r:id="rId31"/>
            </p:custDataLst>
          </p:nvPr>
        </p:nvSpPr>
        <p:spPr bwMode="auto">
          <a:xfrm>
            <a:off x="11889740" y="299085"/>
            <a:ext cx="34290" cy="28575"/>
          </a:xfrm>
          <a:custGeom>
            <a:avLst/>
            <a:gdLst>
              <a:gd name="T0" fmla="*/ 59 w 59"/>
              <a:gd name="T1" fmla="*/ 2 h 49"/>
              <a:gd name="T2" fmla="*/ 51 w 59"/>
              <a:gd name="T3" fmla="*/ 9 h 49"/>
              <a:gd name="T4" fmla="*/ 32 w 59"/>
              <a:gd name="T5" fmla="*/ 49 h 49"/>
              <a:gd name="T6" fmla="*/ 31 w 59"/>
              <a:gd name="T7" fmla="*/ 49 h 49"/>
              <a:gd name="T8" fmla="*/ 9 w 59"/>
              <a:gd name="T9" fmla="*/ 9 h 49"/>
              <a:gd name="T10" fmla="*/ 0 w 59"/>
              <a:gd name="T11" fmla="*/ 2 h 49"/>
              <a:gd name="T12" fmla="*/ 0 w 59"/>
              <a:gd name="T13" fmla="*/ 0 h 49"/>
              <a:gd name="T14" fmla="*/ 23 w 59"/>
              <a:gd name="T15" fmla="*/ 0 h 49"/>
              <a:gd name="T16" fmla="*/ 23 w 59"/>
              <a:gd name="T17" fmla="*/ 2 h 49"/>
              <a:gd name="T18" fmla="*/ 17 w 59"/>
              <a:gd name="T19" fmla="*/ 5 h 49"/>
              <a:gd name="T20" fmla="*/ 20 w 59"/>
              <a:gd name="T21" fmla="*/ 12 h 49"/>
              <a:gd name="T22" fmla="*/ 33 w 59"/>
              <a:gd name="T23" fmla="*/ 37 h 49"/>
              <a:gd name="T24" fmla="*/ 46 w 59"/>
              <a:gd name="T25" fmla="*/ 10 h 49"/>
              <a:gd name="T26" fmla="*/ 48 w 59"/>
              <a:gd name="T27" fmla="*/ 5 h 49"/>
              <a:gd name="T28" fmla="*/ 41 w 59"/>
              <a:gd name="T29" fmla="*/ 2 h 49"/>
              <a:gd name="T30" fmla="*/ 41 w 59"/>
              <a:gd name="T31" fmla="*/ 0 h 49"/>
              <a:gd name="T32" fmla="*/ 59 w 59"/>
              <a:gd name="T33" fmla="*/ 0 h 49"/>
              <a:gd name="T34" fmla="*/ 59 w 59"/>
              <a:gd name="T35" fmla="*/ 2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59" h="49">
                <a:moveTo>
                  <a:pt x="59" y="2"/>
                </a:moveTo>
                <a:cubicBezTo>
                  <a:pt x="55" y="2"/>
                  <a:pt x="54" y="3"/>
                  <a:pt x="51" y="9"/>
                </a:cubicBezTo>
                <a:cubicBezTo>
                  <a:pt x="32" y="49"/>
                  <a:pt x="32" y="49"/>
                  <a:pt x="32" y="49"/>
                </a:cubicBezTo>
                <a:cubicBezTo>
                  <a:pt x="31" y="49"/>
                  <a:pt x="31" y="49"/>
                  <a:pt x="31" y="49"/>
                </a:cubicBezTo>
                <a:cubicBezTo>
                  <a:pt x="9" y="9"/>
                  <a:pt x="9" y="9"/>
                  <a:pt x="9" y="9"/>
                </a:cubicBezTo>
                <a:cubicBezTo>
                  <a:pt x="6" y="3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3" y="0"/>
                  <a:pt x="23" y="0"/>
                  <a:pt x="23" y="0"/>
                </a:cubicBezTo>
                <a:cubicBezTo>
                  <a:pt x="23" y="2"/>
                  <a:pt x="23" y="2"/>
                  <a:pt x="23" y="2"/>
                </a:cubicBezTo>
                <a:cubicBezTo>
                  <a:pt x="18" y="2"/>
                  <a:pt x="17" y="2"/>
                  <a:pt x="17" y="5"/>
                </a:cubicBezTo>
                <a:cubicBezTo>
                  <a:pt x="17" y="6"/>
                  <a:pt x="18" y="9"/>
                  <a:pt x="20" y="12"/>
                </a:cubicBezTo>
                <a:cubicBezTo>
                  <a:pt x="33" y="37"/>
                  <a:pt x="33" y="37"/>
                  <a:pt x="33" y="37"/>
                </a:cubicBezTo>
                <a:cubicBezTo>
                  <a:pt x="46" y="10"/>
                  <a:pt x="46" y="10"/>
                  <a:pt x="46" y="10"/>
                </a:cubicBezTo>
                <a:cubicBezTo>
                  <a:pt x="46" y="10"/>
                  <a:pt x="48" y="7"/>
                  <a:pt x="48" y="5"/>
                </a:cubicBezTo>
                <a:cubicBezTo>
                  <a:pt x="48" y="2"/>
                  <a:pt x="45" y="2"/>
                  <a:pt x="41" y="2"/>
                </a:cubicBezTo>
                <a:cubicBezTo>
                  <a:pt x="41" y="0"/>
                  <a:pt x="41" y="0"/>
                  <a:pt x="41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0" name="Freeform 25"/>
          <p:cNvSpPr/>
          <p:nvPr>
            <p:custDataLst>
              <p:tags r:id="rId32"/>
            </p:custDataLst>
          </p:nvPr>
        </p:nvSpPr>
        <p:spPr bwMode="auto">
          <a:xfrm>
            <a:off x="11925300" y="299085"/>
            <a:ext cx="29845" cy="27940"/>
          </a:xfrm>
          <a:custGeom>
            <a:avLst/>
            <a:gdLst>
              <a:gd name="T0" fmla="*/ 47 w 51"/>
              <a:gd name="T1" fmla="*/ 48 h 48"/>
              <a:gd name="T2" fmla="*/ 0 w 51"/>
              <a:gd name="T3" fmla="*/ 48 h 48"/>
              <a:gd name="T4" fmla="*/ 0 w 51"/>
              <a:gd name="T5" fmla="*/ 47 h 48"/>
              <a:gd name="T6" fmla="*/ 8 w 51"/>
              <a:gd name="T7" fmla="*/ 41 h 48"/>
              <a:gd name="T8" fmla="*/ 8 w 51"/>
              <a:gd name="T9" fmla="*/ 8 h 48"/>
              <a:gd name="T10" fmla="*/ 0 w 51"/>
              <a:gd name="T11" fmla="*/ 2 h 48"/>
              <a:gd name="T12" fmla="*/ 0 w 51"/>
              <a:gd name="T13" fmla="*/ 0 h 48"/>
              <a:gd name="T14" fmla="*/ 47 w 51"/>
              <a:gd name="T15" fmla="*/ 0 h 48"/>
              <a:gd name="T16" fmla="*/ 47 w 51"/>
              <a:gd name="T17" fmla="*/ 11 h 48"/>
              <a:gd name="T18" fmla="*/ 45 w 51"/>
              <a:gd name="T19" fmla="*/ 11 h 48"/>
              <a:gd name="T20" fmla="*/ 31 w 51"/>
              <a:gd name="T21" fmla="*/ 3 h 48"/>
              <a:gd name="T22" fmla="*/ 20 w 51"/>
              <a:gd name="T23" fmla="*/ 3 h 48"/>
              <a:gd name="T24" fmla="*/ 17 w 51"/>
              <a:gd name="T25" fmla="*/ 6 h 48"/>
              <a:gd name="T26" fmla="*/ 17 w 51"/>
              <a:gd name="T27" fmla="*/ 22 h 48"/>
              <a:gd name="T28" fmla="*/ 30 w 51"/>
              <a:gd name="T29" fmla="*/ 22 h 48"/>
              <a:gd name="T30" fmla="*/ 40 w 51"/>
              <a:gd name="T31" fmla="*/ 15 h 48"/>
              <a:gd name="T32" fmla="*/ 42 w 51"/>
              <a:gd name="T33" fmla="*/ 15 h 48"/>
              <a:gd name="T34" fmla="*/ 42 w 51"/>
              <a:gd name="T35" fmla="*/ 32 h 48"/>
              <a:gd name="T36" fmla="*/ 40 w 51"/>
              <a:gd name="T37" fmla="*/ 32 h 48"/>
              <a:gd name="T38" fmla="*/ 30 w 51"/>
              <a:gd name="T39" fmla="*/ 25 h 48"/>
              <a:gd name="T40" fmla="*/ 17 w 51"/>
              <a:gd name="T41" fmla="*/ 25 h 48"/>
              <a:gd name="T42" fmla="*/ 17 w 51"/>
              <a:gd name="T43" fmla="*/ 43 h 48"/>
              <a:gd name="T44" fmla="*/ 30 w 51"/>
              <a:gd name="T45" fmla="*/ 46 h 48"/>
              <a:gd name="T46" fmla="*/ 49 w 51"/>
              <a:gd name="T47" fmla="*/ 36 h 48"/>
              <a:gd name="T48" fmla="*/ 51 w 51"/>
              <a:gd name="T49" fmla="*/ 36 h 48"/>
              <a:gd name="T50" fmla="*/ 47 w 51"/>
              <a:gd name="T51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51" h="48">
                <a:moveTo>
                  <a:pt x="47" y="48"/>
                </a:moveTo>
                <a:cubicBezTo>
                  <a:pt x="0" y="48"/>
                  <a:pt x="0" y="48"/>
                  <a:pt x="0" y="48"/>
                </a:cubicBezTo>
                <a:cubicBezTo>
                  <a:pt x="0" y="47"/>
                  <a:pt x="0" y="47"/>
                  <a:pt x="0" y="47"/>
                </a:cubicBezTo>
                <a:cubicBezTo>
                  <a:pt x="6" y="47"/>
                  <a:pt x="8" y="46"/>
                  <a:pt x="8" y="41"/>
                </a:cubicBezTo>
                <a:cubicBezTo>
                  <a:pt x="8" y="8"/>
                  <a:pt x="8" y="8"/>
                  <a:pt x="8" y="8"/>
                </a:cubicBezTo>
                <a:cubicBezTo>
                  <a:pt x="8" y="3"/>
                  <a:pt x="6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47" y="0"/>
                  <a:pt x="47" y="0"/>
                  <a:pt x="47" y="0"/>
                </a:cubicBezTo>
                <a:cubicBezTo>
                  <a:pt x="47" y="11"/>
                  <a:pt x="47" y="11"/>
                  <a:pt x="47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3" y="4"/>
                  <a:pt x="41" y="3"/>
                  <a:pt x="31" y="3"/>
                </a:cubicBezTo>
                <a:cubicBezTo>
                  <a:pt x="20" y="3"/>
                  <a:pt x="20" y="3"/>
                  <a:pt x="20" y="3"/>
                </a:cubicBezTo>
                <a:cubicBezTo>
                  <a:pt x="18" y="3"/>
                  <a:pt x="17" y="3"/>
                  <a:pt x="17" y="6"/>
                </a:cubicBezTo>
                <a:cubicBezTo>
                  <a:pt x="17" y="22"/>
                  <a:pt x="17" y="22"/>
                  <a:pt x="17" y="22"/>
                </a:cubicBezTo>
                <a:cubicBezTo>
                  <a:pt x="30" y="22"/>
                  <a:pt x="30" y="22"/>
                  <a:pt x="30" y="22"/>
                </a:cubicBezTo>
                <a:cubicBezTo>
                  <a:pt x="38" y="22"/>
                  <a:pt x="39" y="20"/>
                  <a:pt x="40" y="15"/>
                </a:cubicBezTo>
                <a:cubicBezTo>
                  <a:pt x="42" y="15"/>
                  <a:pt x="42" y="15"/>
                  <a:pt x="42" y="15"/>
                </a:cubicBezTo>
                <a:cubicBezTo>
                  <a:pt x="42" y="32"/>
                  <a:pt x="42" y="32"/>
                  <a:pt x="42" y="32"/>
                </a:cubicBezTo>
                <a:cubicBezTo>
                  <a:pt x="40" y="32"/>
                  <a:pt x="40" y="32"/>
                  <a:pt x="40" y="32"/>
                </a:cubicBezTo>
                <a:cubicBezTo>
                  <a:pt x="39" y="26"/>
                  <a:pt x="37" y="25"/>
                  <a:pt x="30" y="25"/>
                </a:cubicBezTo>
                <a:cubicBezTo>
                  <a:pt x="17" y="25"/>
                  <a:pt x="17" y="25"/>
                  <a:pt x="17" y="25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6"/>
                  <a:pt x="17" y="46"/>
                  <a:pt x="30" y="46"/>
                </a:cubicBezTo>
                <a:cubicBezTo>
                  <a:pt x="41" y="46"/>
                  <a:pt x="45" y="43"/>
                  <a:pt x="49" y="36"/>
                </a:cubicBezTo>
                <a:cubicBezTo>
                  <a:pt x="51" y="36"/>
                  <a:pt x="51" y="36"/>
                  <a:pt x="51" y="36"/>
                </a:cubicBezTo>
                <a:lnTo>
                  <a:pt x="47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1" name="Freeform 26"/>
          <p:cNvSpPr>
            <a:spLocks noEditPoints="1"/>
          </p:cNvSpPr>
          <p:nvPr>
            <p:custDataLst>
              <p:tags r:id="rId33"/>
            </p:custDataLst>
          </p:nvPr>
        </p:nvSpPr>
        <p:spPr bwMode="auto">
          <a:xfrm>
            <a:off x="11957050" y="299085"/>
            <a:ext cx="32385" cy="27940"/>
          </a:xfrm>
          <a:custGeom>
            <a:avLst/>
            <a:gdLst>
              <a:gd name="T0" fmla="*/ 16 w 56"/>
              <a:gd name="T1" fmla="*/ 6 h 48"/>
              <a:gd name="T2" fmla="*/ 22 w 56"/>
              <a:gd name="T3" fmla="*/ 3 h 48"/>
              <a:gd name="T4" fmla="*/ 36 w 56"/>
              <a:gd name="T5" fmla="*/ 13 h 48"/>
              <a:gd name="T6" fmla="*/ 16 w 56"/>
              <a:gd name="T7" fmla="*/ 24 h 48"/>
              <a:gd name="T8" fmla="*/ 16 w 56"/>
              <a:gd name="T9" fmla="*/ 6 h 48"/>
              <a:gd name="T10" fmla="*/ 56 w 56"/>
              <a:gd name="T11" fmla="*/ 47 h 48"/>
              <a:gd name="T12" fmla="*/ 48 w 56"/>
              <a:gd name="T13" fmla="*/ 44 h 48"/>
              <a:gd name="T14" fmla="*/ 30 w 56"/>
              <a:gd name="T15" fmla="*/ 25 h 48"/>
              <a:gd name="T16" fmla="*/ 46 w 56"/>
              <a:gd name="T17" fmla="*/ 13 h 48"/>
              <a:gd name="T18" fmla="*/ 24 w 56"/>
              <a:gd name="T19" fmla="*/ 0 h 48"/>
              <a:gd name="T20" fmla="*/ 0 w 56"/>
              <a:gd name="T21" fmla="*/ 0 h 48"/>
              <a:gd name="T22" fmla="*/ 0 w 56"/>
              <a:gd name="T23" fmla="*/ 2 h 48"/>
              <a:gd name="T24" fmla="*/ 7 w 56"/>
              <a:gd name="T25" fmla="*/ 8 h 48"/>
              <a:gd name="T26" fmla="*/ 7 w 56"/>
              <a:gd name="T27" fmla="*/ 40 h 48"/>
              <a:gd name="T28" fmla="*/ 0 w 56"/>
              <a:gd name="T29" fmla="*/ 47 h 48"/>
              <a:gd name="T30" fmla="*/ 0 w 56"/>
              <a:gd name="T31" fmla="*/ 48 h 48"/>
              <a:gd name="T32" fmla="*/ 24 w 56"/>
              <a:gd name="T33" fmla="*/ 48 h 48"/>
              <a:gd name="T34" fmla="*/ 24 w 56"/>
              <a:gd name="T35" fmla="*/ 47 h 48"/>
              <a:gd name="T36" fmla="*/ 16 w 56"/>
              <a:gd name="T37" fmla="*/ 41 h 48"/>
              <a:gd name="T38" fmla="*/ 16 w 56"/>
              <a:gd name="T39" fmla="*/ 26 h 48"/>
              <a:gd name="T40" fmla="*/ 21 w 56"/>
              <a:gd name="T41" fmla="*/ 26 h 48"/>
              <a:gd name="T42" fmla="*/ 42 w 56"/>
              <a:gd name="T43" fmla="*/ 48 h 48"/>
              <a:gd name="T44" fmla="*/ 56 w 56"/>
              <a:gd name="T45" fmla="*/ 48 h 48"/>
              <a:gd name="T46" fmla="*/ 56 w 56"/>
              <a:gd name="T47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6" h="48">
                <a:moveTo>
                  <a:pt x="16" y="6"/>
                </a:moveTo>
                <a:cubicBezTo>
                  <a:pt x="16" y="4"/>
                  <a:pt x="17" y="3"/>
                  <a:pt x="22" y="3"/>
                </a:cubicBezTo>
                <a:cubicBezTo>
                  <a:pt x="25" y="3"/>
                  <a:pt x="36" y="3"/>
                  <a:pt x="36" y="13"/>
                </a:cubicBezTo>
                <a:cubicBezTo>
                  <a:pt x="36" y="23"/>
                  <a:pt x="23" y="24"/>
                  <a:pt x="16" y="24"/>
                </a:cubicBezTo>
                <a:lnTo>
                  <a:pt x="16" y="6"/>
                </a:lnTo>
                <a:close/>
                <a:moveTo>
                  <a:pt x="56" y="47"/>
                </a:moveTo>
                <a:cubicBezTo>
                  <a:pt x="52" y="47"/>
                  <a:pt x="50" y="46"/>
                  <a:pt x="48" y="44"/>
                </a:cubicBezTo>
                <a:cubicBezTo>
                  <a:pt x="30" y="25"/>
                  <a:pt x="30" y="25"/>
                  <a:pt x="30" y="25"/>
                </a:cubicBezTo>
                <a:cubicBezTo>
                  <a:pt x="35" y="25"/>
                  <a:pt x="46" y="23"/>
                  <a:pt x="46" y="13"/>
                </a:cubicBezTo>
                <a:cubicBezTo>
                  <a:pt x="46" y="2"/>
                  <a:pt x="32" y="0"/>
                  <a:pt x="2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"/>
                  <a:pt x="0" y="2"/>
                  <a:pt x="0" y="2"/>
                </a:cubicBezTo>
                <a:cubicBezTo>
                  <a:pt x="6" y="2"/>
                  <a:pt x="7" y="3"/>
                  <a:pt x="7" y="8"/>
                </a:cubicBezTo>
                <a:cubicBezTo>
                  <a:pt x="7" y="40"/>
                  <a:pt x="7" y="40"/>
                  <a:pt x="7" y="40"/>
                </a:cubicBezTo>
                <a:cubicBezTo>
                  <a:pt x="7" y="45"/>
                  <a:pt x="7" y="47"/>
                  <a:pt x="0" y="47"/>
                </a:cubicBezTo>
                <a:cubicBezTo>
                  <a:pt x="0" y="48"/>
                  <a:pt x="0" y="48"/>
                  <a:pt x="0" y="48"/>
                </a:cubicBezTo>
                <a:cubicBezTo>
                  <a:pt x="24" y="48"/>
                  <a:pt x="24" y="48"/>
                  <a:pt x="24" y="48"/>
                </a:cubicBezTo>
                <a:cubicBezTo>
                  <a:pt x="24" y="47"/>
                  <a:pt x="24" y="47"/>
                  <a:pt x="24" y="47"/>
                </a:cubicBezTo>
                <a:cubicBezTo>
                  <a:pt x="17" y="47"/>
                  <a:pt x="16" y="45"/>
                  <a:pt x="16" y="41"/>
                </a:cubicBezTo>
                <a:cubicBezTo>
                  <a:pt x="16" y="26"/>
                  <a:pt x="16" y="26"/>
                  <a:pt x="16" y="26"/>
                </a:cubicBezTo>
                <a:cubicBezTo>
                  <a:pt x="21" y="26"/>
                  <a:pt x="21" y="26"/>
                  <a:pt x="21" y="26"/>
                </a:cubicBezTo>
                <a:cubicBezTo>
                  <a:pt x="42" y="48"/>
                  <a:pt x="42" y="48"/>
                  <a:pt x="42" y="48"/>
                </a:cubicBezTo>
                <a:cubicBezTo>
                  <a:pt x="56" y="48"/>
                  <a:pt x="56" y="48"/>
                  <a:pt x="56" y="48"/>
                </a:cubicBezTo>
                <a:lnTo>
                  <a:pt x="56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2" name="Freeform 27"/>
          <p:cNvSpPr/>
          <p:nvPr>
            <p:custDataLst>
              <p:tags r:id="rId34"/>
            </p:custDataLst>
          </p:nvPr>
        </p:nvSpPr>
        <p:spPr bwMode="auto">
          <a:xfrm>
            <a:off x="11991340" y="298450"/>
            <a:ext cx="22860" cy="29210"/>
          </a:xfrm>
          <a:custGeom>
            <a:avLst/>
            <a:gdLst>
              <a:gd name="T0" fmla="*/ 37 w 39"/>
              <a:gd name="T1" fmla="*/ 16 h 50"/>
              <a:gd name="T2" fmla="*/ 35 w 39"/>
              <a:gd name="T3" fmla="*/ 16 h 50"/>
              <a:gd name="T4" fmla="*/ 19 w 39"/>
              <a:gd name="T5" fmla="*/ 3 h 50"/>
              <a:gd name="T6" fmla="*/ 10 w 39"/>
              <a:gd name="T7" fmla="*/ 10 h 50"/>
              <a:gd name="T8" fmla="*/ 39 w 39"/>
              <a:gd name="T9" fmla="*/ 37 h 50"/>
              <a:gd name="T10" fmla="*/ 21 w 39"/>
              <a:gd name="T11" fmla="*/ 50 h 50"/>
              <a:gd name="T12" fmla="*/ 7 w 39"/>
              <a:gd name="T13" fmla="*/ 48 h 50"/>
              <a:gd name="T14" fmla="*/ 5 w 39"/>
              <a:gd name="T15" fmla="*/ 50 h 50"/>
              <a:gd name="T16" fmla="*/ 3 w 39"/>
              <a:gd name="T17" fmla="*/ 50 h 50"/>
              <a:gd name="T18" fmla="*/ 0 w 39"/>
              <a:gd name="T19" fmla="*/ 35 h 50"/>
              <a:gd name="T20" fmla="*/ 2 w 39"/>
              <a:gd name="T21" fmla="*/ 35 h 50"/>
              <a:gd name="T22" fmla="*/ 20 w 39"/>
              <a:gd name="T23" fmla="*/ 48 h 50"/>
              <a:gd name="T24" fmla="*/ 30 w 39"/>
              <a:gd name="T25" fmla="*/ 40 h 50"/>
              <a:gd name="T26" fmla="*/ 16 w 39"/>
              <a:gd name="T27" fmla="*/ 27 h 50"/>
              <a:gd name="T28" fmla="*/ 3 w 39"/>
              <a:gd name="T29" fmla="*/ 13 h 50"/>
              <a:gd name="T30" fmla="*/ 18 w 39"/>
              <a:gd name="T31" fmla="*/ 0 h 50"/>
              <a:gd name="T32" fmla="*/ 30 w 39"/>
              <a:gd name="T33" fmla="*/ 3 h 50"/>
              <a:gd name="T34" fmla="*/ 33 w 39"/>
              <a:gd name="T35" fmla="*/ 0 h 50"/>
              <a:gd name="T36" fmla="*/ 35 w 39"/>
              <a:gd name="T37" fmla="*/ 0 h 50"/>
              <a:gd name="T38" fmla="*/ 37 w 39"/>
              <a:gd name="T39" fmla="*/ 16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9" h="50">
                <a:moveTo>
                  <a:pt x="37" y="16"/>
                </a:moveTo>
                <a:cubicBezTo>
                  <a:pt x="35" y="16"/>
                  <a:pt x="35" y="16"/>
                  <a:pt x="35" y="16"/>
                </a:cubicBezTo>
                <a:cubicBezTo>
                  <a:pt x="33" y="10"/>
                  <a:pt x="28" y="3"/>
                  <a:pt x="19" y="3"/>
                </a:cubicBezTo>
                <a:cubicBezTo>
                  <a:pt x="14" y="3"/>
                  <a:pt x="10" y="6"/>
                  <a:pt x="10" y="10"/>
                </a:cubicBezTo>
                <a:cubicBezTo>
                  <a:pt x="10" y="21"/>
                  <a:pt x="39" y="22"/>
                  <a:pt x="39" y="37"/>
                </a:cubicBezTo>
                <a:cubicBezTo>
                  <a:pt x="39" y="43"/>
                  <a:pt x="33" y="50"/>
                  <a:pt x="21" y="50"/>
                </a:cubicBezTo>
                <a:cubicBezTo>
                  <a:pt x="14" y="50"/>
                  <a:pt x="10" y="48"/>
                  <a:pt x="7" y="48"/>
                </a:cubicBezTo>
                <a:cubicBezTo>
                  <a:pt x="5" y="48"/>
                  <a:pt x="5" y="49"/>
                  <a:pt x="5" y="50"/>
                </a:cubicBezTo>
                <a:cubicBezTo>
                  <a:pt x="3" y="50"/>
                  <a:pt x="3" y="50"/>
                  <a:pt x="3" y="50"/>
                </a:cubicBezTo>
                <a:cubicBezTo>
                  <a:pt x="0" y="35"/>
                  <a:pt x="0" y="35"/>
                  <a:pt x="0" y="35"/>
                </a:cubicBezTo>
                <a:cubicBezTo>
                  <a:pt x="2" y="35"/>
                  <a:pt x="2" y="35"/>
                  <a:pt x="2" y="35"/>
                </a:cubicBezTo>
                <a:cubicBezTo>
                  <a:pt x="4" y="38"/>
                  <a:pt x="8" y="48"/>
                  <a:pt x="20" y="48"/>
                </a:cubicBezTo>
                <a:cubicBezTo>
                  <a:pt x="27" y="48"/>
                  <a:pt x="30" y="44"/>
                  <a:pt x="30" y="40"/>
                </a:cubicBezTo>
                <a:cubicBezTo>
                  <a:pt x="30" y="36"/>
                  <a:pt x="29" y="33"/>
                  <a:pt x="16" y="27"/>
                </a:cubicBezTo>
                <a:cubicBezTo>
                  <a:pt x="8" y="23"/>
                  <a:pt x="3" y="20"/>
                  <a:pt x="3" y="13"/>
                </a:cubicBezTo>
                <a:cubicBezTo>
                  <a:pt x="3" y="5"/>
                  <a:pt x="10" y="0"/>
                  <a:pt x="18" y="0"/>
                </a:cubicBezTo>
                <a:cubicBezTo>
                  <a:pt x="23" y="0"/>
                  <a:pt x="28" y="3"/>
                  <a:pt x="30" y="3"/>
                </a:cubicBezTo>
                <a:cubicBezTo>
                  <a:pt x="33" y="3"/>
                  <a:pt x="33" y="1"/>
                  <a:pt x="33" y="0"/>
                </a:cubicBezTo>
                <a:cubicBezTo>
                  <a:pt x="35" y="0"/>
                  <a:pt x="35" y="0"/>
                  <a:pt x="35" y="0"/>
                </a:cubicBezTo>
                <a:lnTo>
                  <a:pt x="37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3" name="Freeform 28"/>
          <p:cNvSpPr/>
          <p:nvPr>
            <p:custDataLst>
              <p:tags r:id="rId35"/>
            </p:custDataLst>
          </p:nvPr>
        </p:nvSpPr>
        <p:spPr bwMode="auto">
          <a:xfrm>
            <a:off x="12018010" y="299085"/>
            <a:ext cx="15240" cy="27940"/>
          </a:xfrm>
          <a:custGeom>
            <a:avLst/>
            <a:gdLst>
              <a:gd name="T0" fmla="*/ 0 w 26"/>
              <a:gd name="T1" fmla="*/ 47 h 48"/>
              <a:gd name="T2" fmla="*/ 9 w 26"/>
              <a:gd name="T3" fmla="*/ 41 h 48"/>
              <a:gd name="T4" fmla="*/ 9 w 26"/>
              <a:gd name="T5" fmla="*/ 8 h 48"/>
              <a:gd name="T6" fmla="*/ 0 w 26"/>
              <a:gd name="T7" fmla="*/ 2 h 48"/>
              <a:gd name="T8" fmla="*/ 0 w 26"/>
              <a:gd name="T9" fmla="*/ 0 h 48"/>
              <a:gd name="T10" fmla="*/ 26 w 26"/>
              <a:gd name="T11" fmla="*/ 0 h 48"/>
              <a:gd name="T12" fmla="*/ 26 w 26"/>
              <a:gd name="T13" fmla="*/ 2 h 48"/>
              <a:gd name="T14" fmla="*/ 18 w 26"/>
              <a:gd name="T15" fmla="*/ 8 h 48"/>
              <a:gd name="T16" fmla="*/ 18 w 26"/>
              <a:gd name="T17" fmla="*/ 41 h 48"/>
              <a:gd name="T18" fmla="*/ 26 w 26"/>
              <a:gd name="T19" fmla="*/ 47 h 48"/>
              <a:gd name="T20" fmla="*/ 26 w 26"/>
              <a:gd name="T21" fmla="*/ 48 h 48"/>
              <a:gd name="T22" fmla="*/ 0 w 26"/>
              <a:gd name="T23" fmla="*/ 48 h 48"/>
              <a:gd name="T24" fmla="*/ 0 w 26"/>
              <a:gd name="T25" fmla="*/ 47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6" h="48">
                <a:moveTo>
                  <a:pt x="0" y="47"/>
                </a:moveTo>
                <a:cubicBezTo>
                  <a:pt x="8" y="47"/>
                  <a:pt x="9" y="46"/>
                  <a:pt x="9" y="41"/>
                </a:cubicBezTo>
                <a:cubicBezTo>
                  <a:pt x="9" y="8"/>
                  <a:pt x="9" y="8"/>
                  <a:pt x="9" y="8"/>
                </a:cubicBezTo>
                <a:cubicBezTo>
                  <a:pt x="9" y="3"/>
                  <a:pt x="7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6" y="0"/>
                  <a:pt x="26" y="0"/>
                  <a:pt x="26" y="0"/>
                </a:cubicBezTo>
                <a:cubicBezTo>
                  <a:pt x="26" y="2"/>
                  <a:pt x="26" y="2"/>
                  <a:pt x="26" y="2"/>
                </a:cubicBezTo>
                <a:cubicBezTo>
                  <a:pt x="20" y="2"/>
                  <a:pt x="18" y="3"/>
                  <a:pt x="18" y="8"/>
                </a:cubicBezTo>
                <a:cubicBezTo>
                  <a:pt x="18" y="41"/>
                  <a:pt x="18" y="41"/>
                  <a:pt x="18" y="41"/>
                </a:cubicBezTo>
                <a:cubicBezTo>
                  <a:pt x="18" y="46"/>
                  <a:pt x="20" y="47"/>
                  <a:pt x="26" y="47"/>
                </a:cubicBezTo>
                <a:cubicBezTo>
                  <a:pt x="26" y="48"/>
                  <a:pt x="26" y="48"/>
                  <a:pt x="26" y="48"/>
                </a:cubicBezTo>
                <a:cubicBezTo>
                  <a:pt x="0" y="48"/>
                  <a:pt x="0" y="48"/>
                  <a:pt x="0" y="48"/>
                </a:cubicBezTo>
                <a:lnTo>
                  <a:pt x="0" y="47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4" name="Freeform 29"/>
          <p:cNvSpPr/>
          <p:nvPr>
            <p:custDataLst>
              <p:tags r:id="rId36"/>
            </p:custDataLst>
          </p:nvPr>
        </p:nvSpPr>
        <p:spPr bwMode="auto">
          <a:xfrm>
            <a:off x="12035155" y="299085"/>
            <a:ext cx="29210" cy="27940"/>
          </a:xfrm>
          <a:custGeom>
            <a:avLst/>
            <a:gdLst>
              <a:gd name="T0" fmla="*/ 38 w 50"/>
              <a:gd name="T1" fmla="*/ 48 h 48"/>
              <a:gd name="T2" fmla="*/ 13 w 50"/>
              <a:gd name="T3" fmla="*/ 48 h 48"/>
              <a:gd name="T4" fmla="*/ 13 w 50"/>
              <a:gd name="T5" fmla="*/ 47 h 48"/>
              <a:gd name="T6" fmla="*/ 21 w 50"/>
              <a:gd name="T7" fmla="*/ 40 h 48"/>
              <a:gd name="T8" fmla="*/ 21 w 50"/>
              <a:gd name="T9" fmla="*/ 4 h 48"/>
              <a:gd name="T10" fmla="*/ 16 w 50"/>
              <a:gd name="T11" fmla="*/ 4 h 48"/>
              <a:gd name="T12" fmla="*/ 2 w 50"/>
              <a:gd name="T13" fmla="*/ 13 h 48"/>
              <a:gd name="T14" fmla="*/ 0 w 50"/>
              <a:gd name="T15" fmla="*/ 13 h 48"/>
              <a:gd name="T16" fmla="*/ 1 w 50"/>
              <a:gd name="T17" fmla="*/ 0 h 48"/>
              <a:gd name="T18" fmla="*/ 50 w 50"/>
              <a:gd name="T19" fmla="*/ 0 h 48"/>
              <a:gd name="T20" fmla="*/ 50 w 50"/>
              <a:gd name="T21" fmla="*/ 13 h 48"/>
              <a:gd name="T22" fmla="*/ 48 w 50"/>
              <a:gd name="T23" fmla="*/ 13 h 48"/>
              <a:gd name="T24" fmla="*/ 34 w 50"/>
              <a:gd name="T25" fmla="*/ 4 h 48"/>
              <a:gd name="T26" fmla="*/ 30 w 50"/>
              <a:gd name="T27" fmla="*/ 4 h 48"/>
              <a:gd name="T28" fmla="*/ 30 w 50"/>
              <a:gd name="T29" fmla="*/ 41 h 48"/>
              <a:gd name="T30" fmla="*/ 38 w 50"/>
              <a:gd name="T31" fmla="*/ 47 h 48"/>
              <a:gd name="T32" fmla="*/ 38 w 50"/>
              <a:gd name="T33" fmla="*/ 48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50" h="48">
                <a:moveTo>
                  <a:pt x="38" y="48"/>
                </a:moveTo>
                <a:cubicBezTo>
                  <a:pt x="13" y="48"/>
                  <a:pt x="13" y="48"/>
                  <a:pt x="13" y="48"/>
                </a:cubicBezTo>
                <a:cubicBezTo>
                  <a:pt x="13" y="47"/>
                  <a:pt x="13" y="47"/>
                  <a:pt x="13" y="47"/>
                </a:cubicBezTo>
                <a:cubicBezTo>
                  <a:pt x="20" y="47"/>
                  <a:pt x="21" y="45"/>
                  <a:pt x="21" y="40"/>
                </a:cubicBezTo>
                <a:cubicBezTo>
                  <a:pt x="21" y="4"/>
                  <a:pt x="21" y="4"/>
                  <a:pt x="21" y="4"/>
                </a:cubicBezTo>
                <a:cubicBezTo>
                  <a:pt x="16" y="4"/>
                  <a:pt x="16" y="4"/>
                  <a:pt x="16" y="4"/>
                </a:cubicBezTo>
                <a:cubicBezTo>
                  <a:pt x="6" y="4"/>
                  <a:pt x="4" y="5"/>
                  <a:pt x="2" y="13"/>
                </a:cubicBezTo>
                <a:cubicBezTo>
                  <a:pt x="0" y="13"/>
                  <a:pt x="0" y="13"/>
                  <a:pt x="0" y="13"/>
                </a:cubicBezTo>
                <a:cubicBezTo>
                  <a:pt x="1" y="0"/>
                  <a:pt x="1" y="0"/>
                  <a:pt x="1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50" y="13"/>
                  <a:pt x="50" y="13"/>
                  <a:pt x="50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6" y="5"/>
                  <a:pt x="44" y="4"/>
                  <a:pt x="34" y="4"/>
                </a:cubicBezTo>
                <a:cubicBezTo>
                  <a:pt x="30" y="4"/>
                  <a:pt x="30" y="4"/>
                  <a:pt x="30" y="4"/>
                </a:cubicBezTo>
                <a:cubicBezTo>
                  <a:pt x="30" y="41"/>
                  <a:pt x="30" y="41"/>
                  <a:pt x="30" y="41"/>
                </a:cubicBezTo>
                <a:cubicBezTo>
                  <a:pt x="30" y="45"/>
                  <a:pt x="31" y="47"/>
                  <a:pt x="38" y="47"/>
                </a:cubicBezTo>
                <a:lnTo>
                  <a:pt x="38" y="4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5" name="Freeform 30"/>
          <p:cNvSpPr/>
          <p:nvPr>
            <p:custDataLst>
              <p:tags r:id="rId37"/>
            </p:custDataLst>
          </p:nvPr>
        </p:nvSpPr>
        <p:spPr bwMode="auto">
          <a:xfrm>
            <a:off x="12066270" y="299085"/>
            <a:ext cx="34290" cy="27940"/>
          </a:xfrm>
          <a:custGeom>
            <a:avLst/>
            <a:gdLst>
              <a:gd name="T0" fmla="*/ 59 w 59"/>
              <a:gd name="T1" fmla="*/ 2 h 48"/>
              <a:gd name="T2" fmla="*/ 47 w 59"/>
              <a:gd name="T3" fmla="*/ 10 h 48"/>
              <a:gd name="T4" fmla="*/ 34 w 59"/>
              <a:gd name="T5" fmla="*/ 26 h 48"/>
              <a:gd name="T6" fmla="*/ 34 w 59"/>
              <a:gd name="T7" fmla="*/ 41 h 48"/>
              <a:gd name="T8" fmla="*/ 43 w 59"/>
              <a:gd name="T9" fmla="*/ 47 h 48"/>
              <a:gd name="T10" fmla="*/ 43 w 59"/>
              <a:gd name="T11" fmla="*/ 48 h 48"/>
              <a:gd name="T12" fmla="*/ 16 w 59"/>
              <a:gd name="T13" fmla="*/ 48 h 48"/>
              <a:gd name="T14" fmla="*/ 16 w 59"/>
              <a:gd name="T15" fmla="*/ 47 h 48"/>
              <a:gd name="T16" fmla="*/ 25 w 59"/>
              <a:gd name="T17" fmla="*/ 40 h 48"/>
              <a:gd name="T18" fmla="*/ 25 w 59"/>
              <a:gd name="T19" fmla="*/ 27 h 48"/>
              <a:gd name="T20" fmla="*/ 14 w 59"/>
              <a:gd name="T21" fmla="*/ 13 h 48"/>
              <a:gd name="T22" fmla="*/ 0 w 59"/>
              <a:gd name="T23" fmla="*/ 2 h 48"/>
              <a:gd name="T24" fmla="*/ 0 w 59"/>
              <a:gd name="T25" fmla="*/ 0 h 48"/>
              <a:gd name="T26" fmla="*/ 24 w 59"/>
              <a:gd name="T27" fmla="*/ 0 h 48"/>
              <a:gd name="T28" fmla="*/ 24 w 59"/>
              <a:gd name="T29" fmla="*/ 2 h 48"/>
              <a:gd name="T30" fmla="*/ 18 w 59"/>
              <a:gd name="T31" fmla="*/ 4 h 48"/>
              <a:gd name="T32" fmla="*/ 19 w 59"/>
              <a:gd name="T33" fmla="*/ 7 h 48"/>
              <a:gd name="T34" fmla="*/ 32 w 59"/>
              <a:gd name="T35" fmla="*/ 23 h 48"/>
              <a:gd name="T36" fmla="*/ 45 w 59"/>
              <a:gd name="T37" fmla="*/ 7 h 48"/>
              <a:gd name="T38" fmla="*/ 46 w 59"/>
              <a:gd name="T39" fmla="*/ 4 h 48"/>
              <a:gd name="T40" fmla="*/ 40 w 59"/>
              <a:gd name="T41" fmla="*/ 2 h 48"/>
              <a:gd name="T42" fmla="*/ 40 w 59"/>
              <a:gd name="T43" fmla="*/ 0 h 48"/>
              <a:gd name="T44" fmla="*/ 59 w 59"/>
              <a:gd name="T45" fmla="*/ 0 h 48"/>
              <a:gd name="T46" fmla="*/ 59 w 59"/>
              <a:gd name="T47" fmla="*/ 2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59" h="48">
                <a:moveTo>
                  <a:pt x="59" y="2"/>
                </a:moveTo>
                <a:cubicBezTo>
                  <a:pt x="56" y="2"/>
                  <a:pt x="53" y="2"/>
                  <a:pt x="47" y="10"/>
                </a:cubicBezTo>
                <a:cubicBezTo>
                  <a:pt x="34" y="26"/>
                  <a:pt x="34" y="26"/>
                  <a:pt x="34" y="26"/>
                </a:cubicBezTo>
                <a:cubicBezTo>
                  <a:pt x="34" y="41"/>
                  <a:pt x="34" y="41"/>
                  <a:pt x="34" y="41"/>
                </a:cubicBezTo>
                <a:cubicBezTo>
                  <a:pt x="34" y="46"/>
                  <a:pt x="35" y="47"/>
                  <a:pt x="43" y="47"/>
                </a:cubicBezTo>
                <a:cubicBezTo>
                  <a:pt x="43" y="48"/>
                  <a:pt x="43" y="48"/>
                  <a:pt x="43" y="48"/>
                </a:cubicBezTo>
                <a:cubicBezTo>
                  <a:pt x="16" y="48"/>
                  <a:pt x="16" y="48"/>
                  <a:pt x="16" y="48"/>
                </a:cubicBezTo>
                <a:cubicBezTo>
                  <a:pt x="16" y="47"/>
                  <a:pt x="16" y="47"/>
                  <a:pt x="16" y="47"/>
                </a:cubicBezTo>
                <a:cubicBezTo>
                  <a:pt x="25" y="47"/>
                  <a:pt x="25" y="45"/>
                  <a:pt x="25" y="40"/>
                </a:cubicBezTo>
                <a:cubicBezTo>
                  <a:pt x="25" y="27"/>
                  <a:pt x="25" y="27"/>
                  <a:pt x="25" y="27"/>
                </a:cubicBezTo>
                <a:cubicBezTo>
                  <a:pt x="14" y="13"/>
                  <a:pt x="14" y="13"/>
                  <a:pt x="14" y="13"/>
                </a:cubicBezTo>
                <a:cubicBezTo>
                  <a:pt x="5" y="2"/>
                  <a:pt x="4" y="2"/>
                  <a:pt x="0" y="2"/>
                </a:cubicBezTo>
                <a:cubicBezTo>
                  <a:pt x="0" y="0"/>
                  <a:pt x="0" y="0"/>
                  <a:pt x="0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24" y="2"/>
                  <a:pt x="24" y="2"/>
                  <a:pt x="24" y="2"/>
                </a:cubicBezTo>
                <a:cubicBezTo>
                  <a:pt x="20" y="2"/>
                  <a:pt x="18" y="2"/>
                  <a:pt x="18" y="4"/>
                </a:cubicBezTo>
                <a:cubicBezTo>
                  <a:pt x="18" y="5"/>
                  <a:pt x="18" y="6"/>
                  <a:pt x="19" y="7"/>
                </a:cubicBezTo>
                <a:cubicBezTo>
                  <a:pt x="32" y="23"/>
                  <a:pt x="32" y="23"/>
                  <a:pt x="32" y="23"/>
                </a:cubicBezTo>
                <a:cubicBezTo>
                  <a:pt x="45" y="7"/>
                  <a:pt x="45" y="7"/>
                  <a:pt x="45" y="7"/>
                </a:cubicBezTo>
                <a:cubicBezTo>
                  <a:pt x="45" y="6"/>
                  <a:pt x="46" y="5"/>
                  <a:pt x="46" y="4"/>
                </a:cubicBezTo>
                <a:cubicBezTo>
                  <a:pt x="46" y="2"/>
                  <a:pt x="42" y="2"/>
                  <a:pt x="40" y="2"/>
                </a:cubicBezTo>
                <a:cubicBezTo>
                  <a:pt x="40" y="0"/>
                  <a:pt x="40" y="0"/>
                  <a:pt x="40" y="0"/>
                </a:cubicBezTo>
                <a:cubicBezTo>
                  <a:pt x="59" y="0"/>
                  <a:pt x="59" y="0"/>
                  <a:pt x="59" y="0"/>
                </a:cubicBezTo>
                <a:lnTo>
                  <a:pt x="59" y="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6" name="Freeform 31"/>
          <p:cNvSpPr>
            <a:spLocks noEditPoints="1"/>
          </p:cNvSpPr>
          <p:nvPr>
            <p:custDataLst>
              <p:tags r:id="rId38"/>
            </p:custDataLst>
          </p:nvPr>
        </p:nvSpPr>
        <p:spPr bwMode="auto">
          <a:xfrm>
            <a:off x="11147425" y="66675"/>
            <a:ext cx="294640" cy="299085"/>
          </a:xfrm>
          <a:custGeom>
            <a:avLst/>
            <a:gdLst>
              <a:gd name="T0" fmla="*/ 254 w 508"/>
              <a:gd name="T1" fmla="*/ 0 h 513"/>
              <a:gd name="T2" fmla="*/ 0 w 508"/>
              <a:gd name="T3" fmla="*/ 256 h 513"/>
              <a:gd name="T4" fmla="*/ 254 w 508"/>
              <a:gd name="T5" fmla="*/ 513 h 513"/>
              <a:gd name="T6" fmla="*/ 508 w 508"/>
              <a:gd name="T7" fmla="*/ 256 h 513"/>
              <a:gd name="T8" fmla="*/ 254 w 508"/>
              <a:gd name="T9" fmla="*/ 0 h 513"/>
              <a:gd name="T10" fmla="*/ 254 w 508"/>
              <a:gd name="T11" fmla="*/ 504 h 513"/>
              <a:gd name="T12" fmla="*/ 9 w 508"/>
              <a:gd name="T13" fmla="*/ 256 h 513"/>
              <a:gd name="T14" fmla="*/ 254 w 508"/>
              <a:gd name="T15" fmla="*/ 9 h 513"/>
              <a:gd name="T16" fmla="*/ 499 w 508"/>
              <a:gd name="T17" fmla="*/ 256 h 513"/>
              <a:gd name="T18" fmla="*/ 254 w 508"/>
              <a:gd name="T19" fmla="*/ 504 h 5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08" h="513">
                <a:moveTo>
                  <a:pt x="254" y="0"/>
                </a:moveTo>
                <a:cubicBezTo>
                  <a:pt x="114" y="0"/>
                  <a:pt x="0" y="115"/>
                  <a:pt x="0" y="256"/>
                </a:cubicBezTo>
                <a:cubicBezTo>
                  <a:pt x="0" y="398"/>
                  <a:pt x="114" y="513"/>
                  <a:pt x="254" y="513"/>
                </a:cubicBezTo>
                <a:cubicBezTo>
                  <a:pt x="394" y="513"/>
                  <a:pt x="508" y="398"/>
                  <a:pt x="508" y="256"/>
                </a:cubicBezTo>
                <a:cubicBezTo>
                  <a:pt x="508" y="115"/>
                  <a:pt x="394" y="0"/>
                  <a:pt x="254" y="0"/>
                </a:cubicBezTo>
                <a:close/>
                <a:moveTo>
                  <a:pt x="254" y="504"/>
                </a:moveTo>
                <a:cubicBezTo>
                  <a:pt x="119" y="504"/>
                  <a:pt x="9" y="393"/>
                  <a:pt x="9" y="256"/>
                </a:cubicBezTo>
                <a:cubicBezTo>
                  <a:pt x="9" y="119"/>
                  <a:pt x="119" y="9"/>
                  <a:pt x="254" y="9"/>
                </a:cubicBezTo>
                <a:cubicBezTo>
                  <a:pt x="389" y="9"/>
                  <a:pt x="499" y="119"/>
                  <a:pt x="499" y="256"/>
                </a:cubicBezTo>
                <a:cubicBezTo>
                  <a:pt x="499" y="393"/>
                  <a:pt x="389" y="504"/>
                  <a:pt x="254" y="504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7" name="Freeform 32"/>
          <p:cNvSpPr/>
          <p:nvPr>
            <p:custDataLst>
              <p:tags r:id="rId39"/>
            </p:custDataLst>
          </p:nvPr>
        </p:nvSpPr>
        <p:spPr bwMode="auto">
          <a:xfrm>
            <a:off x="11267440" y="326390"/>
            <a:ext cx="18415" cy="20320"/>
          </a:xfrm>
          <a:custGeom>
            <a:avLst/>
            <a:gdLst>
              <a:gd name="T0" fmla="*/ 16 w 32"/>
              <a:gd name="T1" fmla="*/ 22 h 35"/>
              <a:gd name="T2" fmla="*/ 17 w 32"/>
              <a:gd name="T3" fmla="*/ 16 h 35"/>
              <a:gd name="T4" fmla="*/ 31 w 32"/>
              <a:gd name="T5" fmla="*/ 18 h 35"/>
              <a:gd name="T6" fmla="*/ 29 w 32"/>
              <a:gd name="T7" fmla="*/ 31 h 35"/>
              <a:gd name="T8" fmla="*/ 23 w 32"/>
              <a:gd name="T9" fmla="*/ 34 h 35"/>
              <a:gd name="T10" fmla="*/ 15 w 32"/>
              <a:gd name="T11" fmla="*/ 34 h 35"/>
              <a:gd name="T12" fmla="*/ 6 w 32"/>
              <a:gd name="T13" fmla="*/ 31 h 35"/>
              <a:gd name="T14" fmla="*/ 1 w 32"/>
              <a:gd name="T15" fmla="*/ 24 h 35"/>
              <a:gd name="T16" fmla="*/ 1 w 32"/>
              <a:gd name="T17" fmla="*/ 15 h 35"/>
              <a:gd name="T18" fmla="*/ 4 w 32"/>
              <a:gd name="T19" fmla="*/ 6 h 35"/>
              <a:gd name="T20" fmla="*/ 11 w 32"/>
              <a:gd name="T21" fmla="*/ 1 h 35"/>
              <a:gd name="T22" fmla="*/ 19 w 32"/>
              <a:gd name="T23" fmla="*/ 1 h 35"/>
              <a:gd name="T24" fmla="*/ 28 w 32"/>
              <a:gd name="T25" fmla="*/ 5 h 35"/>
              <a:gd name="T26" fmla="*/ 32 w 32"/>
              <a:gd name="T27" fmla="*/ 12 h 35"/>
              <a:gd name="T28" fmla="*/ 25 w 32"/>
              <a:gd name="T29" fmla="*/ 12 h 35"/>
              <a:gd name="T30" fmla="*/ 23 w 32"/>
              <a:gd name="T31" fmla="*/ 8 h 35"/>
              <a:gd name="T32" fmla="*/ 18 w 32"/>
              <a:gd name="T33" fmla="*/ 6 h 35"/>
              <a:gd name="T34" fmla="*/ 11 w 32"/>
              <a:gd name="T35" fmla="*/ 8 h 35"/>
              <a:gd name="T36" fmla="*/ 7 w 32"/>
              <a:gd name="T37" fmla="*/ 16 h 35"/>
              <a:gd name="T38" fmla="*/ 9 w 32"/>
              <a:gd name="T39" fmla="*/ 25 h 35"/>
              <a:gd name="T40" fmla="*/ 15 w 32"/>
              <a:gd name="T41" fmla="*/ 29 h 35"/>
              <a:gd name="T42" fmla="*/ 19 w 32"/>
              <a:gd name="T43" fmla="*/ 28 h 35"/>
              <a:gd name="T44" fmla="*/ 23 w 32"/>
              <a:gd name="T45" fmla="*/ 27 h 35"/>
              <a:gd name="T46" fmla="*/ 24 w 32"/>
              <a:gd name="T47" fmla="*/ 23 h 35"/>
              <a:gd name="T48" fmla="*/ 16 w 32"/>
              <a:gd name="T4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32" h="35">
                <a:moveTo>
                  <a:pt x="16" y="22"/>
                </a:moveTo>
                <a:cubicBezTo>
                  <a:pt x="17" y="16"/>
                  <a:pt x="17" y="16"/>
                  <a:pt x="17" y="16"/>
                </a:cubicBezTo>
                <a:cubicBezTo>
                  <a:pt x="31" y="18"/>
                  <a:pt x="31" y="18"/>
                  <a:pt x="31" y="18"/>
                </a:cubicBezTo>
                <a:cubicBezTo>
                  <a:pt x="29" y="31"/>
                  <a:pt x="29" y="31"/>
                  <a:pt x="29" y="31"/>
                </a:cubicBezTo>
                <a:cubicBezTo>
                  <a:pt x="28" y="32"/>
                  <a:pt x="26" y="33"/>
                  <a:pt x="23" y="34"/>
                </a:cubicBezTo>
                <a:cubicBezTo>
                  <a:pt x="20" y="34"/>
                  <a:pt x="17" y="35"/>
                  <a:pt x="15" y="34"/>
                </a:cubicBezTo>
                <a:cubicBezTo>
                  <a:pt x="11" y="34"/>
                  <a:pt x="8" y="33"/>
                  <a:pt x="6" y="31"/>
                </a:cubicBezTo>
                <a:cubicBezTo>
                  <a:pt x="4" y="29"/>
                  <a:pt x="2" y="27"/>
                  <a:pt x="1" y="24"/>
                </a:cubicBezTo>
                <a:cubicBezTo>
                  <a:pt x="0" y="21"/>
                  <a:pt x="0" y="18"/>
                  <a:pt x="1" y="15"/>
                </a:cubicBezTo>
                <a:cubicBezTo>
                  <a:pt x="1" y="11"/>
                  <a:pt x="2" y="9"/>
                  <a:pt x="4" y="6"/>
                </a:cubicBezTo>
                <a:cubicBezTo>
                  <a:pt x="6" y="4"/>
                  <a:pt x="8" y="2"/>
                  <a:pt x="11" y="1"/>
                </a:cubicBezTo>
                <a:cubicBezTo>
                  <a:pt x="14" y="0"/>
                  <a:pt x="16" y="0"/>
                  <a:pt x="19" y="1"/>
                </a:cubicBezTo>
                <a:cubicBezTo>
                  <a:pt x="23" y="1"/>
                  <a:pt x="26" y="2"/>
                  <a:pt x="28" y="5"/>
                </a:cubicBezTo>
                <a:cubicBezTo>
                  <a:pt x="31" y="7"/>
                  <a:pt x="32" y="9"/>
                  <a:pt x="32" y="12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11"/>
                  <a:pt x="24" y="9"/>
                  <a:pt x="23" y="8"/>
                </a:cubicBezTo>
                <a:cubicBezTo>
                  <a:pt x="22" y="7"/>
                  <a:pt x="20" y="6"/>
                  <a:pt x="18" y="6"/>
                </a:cubicBezTo>
                <a:cubicBezTo>
                  <a:pt x="16" y="6"/>
                  <a:pt x="13" y="6"/>
                  <a:pt x="11" y="8"/>
                </a:cubicBezTo>
                <a:cubicBezTo>
                  <a:pt x="9" y="9"/>
                  <a:pt x="8" y="12"/>
                  <a:pt x="7" y="16"/>
                </a:cubicBezTo>
                <a:cubicBezTo>
                  <a:pt x="7" y="19"/>
                  <a:pt x="7" y="22"/>
                  <a:pt x="9" y="25"/>
                </a:cubicBezTo>
                <a:cubicBezTo>
                  <a:pt x="10" y="27"/>
                  <a:pt x="12" y="28"/>
                  <a:pt x="15" y="29"/>
                </a:cubicBezTo>
                <a:cubicBezTo>
                  <a:pt x="16" y="29"/>
                  <a:pt x="18" y="29"/>
                  <a:pt x="19" y="28"/>
                </a:cubicBezTo>
                <a:cubicBezTo>
                  <a:pt x="21" y="28"/>
                  <a:pt x="22" y="28"/>
                  <a:pt x="23" y="27"/>
                </a:cubicBezTo>
                <a:cubicBezTo>
                  <a:pt x="24" y="23"/>
                  <a:pt x="24" y="23"/>
                  <a:pt x="24" y="23"/>
                </a:cubicBezTo>
                <a:lnTo>
                  <a:pt x="16" y="2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8" name="Freeform 33"/>
          <p:cNvSpPr/>
          <p:nvPr>
            <p:custDataLst>
              <p:tags r:id="rId40"/>
            </p:custDataLst>
          </p:nvPr>
        </p:nvSpPr>
        <p:spPr bwMode="auto">
          <a:xfrm>
            <a:off x="11245215" y="320040"/>
            <a:ext cx="20955" cy="22860"/>
          </a:xfrm>
          <a:custGeom>
            <a:avLst/>
            <a:gdLst>
              <a:gd name="T0" fmla="*/ 0 w 97"/>
              <a:gd name="T1" fmla="*/ 84 h 105"/>
              <a:gd name="T2" fmla="*/ 30 w 97"/>
              <a:gd name="T3" fmla="*/ 0 h 105"/>
              <a:gd name="T4" fmla="*/ 46 w 97"/>
              <a:gd name="T5" fmla="*/ 6 h 105"/>
              <a:gd name="T6" fmla="*/ 62 w 97"/>
              <a:gd name="T7" fmla="*/ 73 h 105"/>
              <a:gd name="T8" fmla="*/ 81 w 97"/>
              <a:gd name="T9" fmla="*/ 17 h 105"/>
              <a:gd name="T10" fmla="*/ 97 w 97"/>
              <a:gd name="T11" fmla="*/ 22 h 105"/>
              <a:gd name="T12" fmla="*/ 67 w 97"/>
              <a:gd name="T13" fmla="*/ 105 h 105"/>
              <a:gd name="T14" fmla="*/ 49 w 97"/>
              <a:gd name="T15" fmla="*/ 100 h 105"/>
              <a:gd name="T16" fmla="*/ 35 w 97"/>
              <a:gd name="T17" fmla="*/ 35 h 105"/>
              <a:gd name="T18" fmla="*/ 17 w 97"/>
              <a:gd name="T19" fmla="*/ 89 h 105"/>
              <a:gd name="T20" fmla="*/ 0 w 97"/>
              <a:gd name="T21" fmla="*/ 84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7" h="105">
                <a:moveTo>
                  <a:pt x="0" y="84"/>
                </a:moveTo>
                <a:lnTo>
                  <a:pt x="30" y="0"/>
                </a:lnTo>
                <a:lnTo>
                  <a:pt x="46" y="6"/>
                </a:lnTo>
                <a:lnTo>
                  <a:pt x="62" y="73"/>
                </a:lnTo>
                <a:lnTo>
                  <a:pt x="81" y="17"/>
                </a:lnTo>
                <a:lnTo>
                  <a:pt x="97" y="22"/>
                </a:lnTo>
                <a:lnTo>
                  <a:pt x="67" y="105"/>
                </a:lnTo>
                <a:lnTo>
                  <a:pt x="49" y="100"/>
                </a:lnTo>
                <a:lnTo>
                  <a:pt x="35" y="35"/>
                </a:lnTo>
                <a:lnTo>
                  <a:pt x="17" y="89"/>
                </a:lnTo>
                <a:lnTo>
                  <a:pt x="0" y="8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9" name="Freeform 34"/>
          <p:cNvSpPr/>
          <p:nvPr>
            <p:custDataLst>
              <p:tags r:id="rId41"/>
            </p:custDataLst>
          </p:nvPr>
        </p:nvSpPr>
        <p:spPr bwMode="auto">
          <a:xfrm>
            <a:off x="11190605" y="283845"/>
            <a:ext cx="24765" cy="24130"/>
          </a:xfrm>
          <a:custGeom>
            <a:avLst/>
            <a:gdLst>
              <a:gd name="T0" fmla="*/ 0 w 115"/>
              <a:gd name="T1" fmla="*/ 56 h 110"/>
              <a:gd name="T2" fmla="*/ 67 w 115"/>
              <a:gd name="T3" fmla="*/ 0 h 110"/>
              <a:gd name="T4" fmla="*/ 81 w 115"/>
              <a:gd name="T5" fmla="*/ 14 h 110"/>
              <a:gd name="T6" fmla="*/ 59 w 115"/>
              <a:gd name="T7" fmla="*/ 78 h 110"/>
              <a:gd name="T8" fmla="*/ 105 w 115"/>
              <a:gd name="T9" fmla="*/ 40 h 110"/>
              <a:gd name="T10" fmla="*/ 115 w 115"/>
              <a:gd name="T11" fmla="*/ 54 h 110"/>
              <a:gd name="T12" fmla="*/ 46 w 115"/>
              <a:gd name="T13" fmla="*/ 110 h 110"/>
              <a:gd name="T14" fmla="*/ 35 w 115"/>
              <a:gd name="T15" fmla="*/ 97 h 110"/>
              <a:gd name="T16" fmla="*/ 56 w 115"/>
              <a:gd name="T17" fmla="*/ 32 h 110"/>
              <a:gd name="T18" fmla="*/ 11 w 115"/>
              <a:gd name="T19" fmla="*/ 70 h 110"/>
              <a:gd name="T20" fmla="*/ 0 w 115"/>
              <a:gd name="T21" fmla="*/ 56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15" h="110">
                <a:moveTo>
                  <a:pt x="0" y="56"/>
                </a:moveTo>
                <a:lnTo>
                  <a:pt x="67" y="0"/>
                </a:lnTo>
                <a:lnTo>
                  <a:pt x="81" y="14"/>
                </a:lnTo>
                <a:lnTo>
                  <a:pt x="59" y="78"/>
                </a:lnTo>
                <a:lnTo>
                  <a:pt x="105" y="40"/>
                </a:lnTo>
                <a:lnTo>
                  <a:pt x="115" y="54"/>
                </a:lnTo>
                <a:lnTo>
                  <a:pt x="46" y="110"/>
                </a:lnTo>
                <a:lnTo>
                  <a:pt x="35" y="97"/>
                </a:lnTo>
                <a:lnTo>
                  <a:pt x="56" y="32"/>
                </a:lnTo>
                <a:lnTo>
                  <a:pt x="11" y="70"/>
                </a:lnTo>
                <a:lnTo>
                  <a:pt x="0" y="5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0" name="Freeform 35"/>
          <p:cNvSpPr>
            <a:spLocks noEditPoints="1"/>
          </p:cNvSpPr>
          <p:nvPr>
            <p:custDataLst>
              <p:tags r:id="rId42"/>
            </p:custDataLst>
          </p:nvPr>
        </p:nvSpPr>
        <p:spPr bwMode="auto">
          <a:xfrm>
            <a:off x="11225530" y="313055"/>
            <a:ext cx="20320" cy="20320"/>
          </a:xfrm>
          <a:custGeom>
            <a:avLst/>
            <a:gdLst>
              <a:gd name="T0" fmla="*/ 17 w 35"/>
              <a:gd name="T1" fmla="*/ 7 h 35"/>
              <a:gd name="T2" fmla="*/ 24 w 35"/>
              <a:gd name="T3" fmla="*/ 8 h 35"/>
              <a:gd name="T4" fmla="*/ 28 w 35"/>
              <a:gd name="T5" fmla="*/ 14 h 35"/>
              <a:gd name="T6" fmla="*/ 26 w 35"/>
              <a:gd name="T7" fmla="*/ 22 h 35"/>
              <a:gd name="T8" fmla="*/ 19 w 35"/>
              <a:gd name="T9" fmla="*/ 28 h 35"/>
              <a:gd name="T10" fmla="*/ 12 w 35"/>
              <a:gd name="T11" fmla="*/ 27 h 35"/>
              <a:gd name="T12" fmla="*/ 8 w 35"/>
              <a:gd name="T13" fmla="*/ 21 h 35"/>
              <a:gd name="T14" fmla="*/ 10 w 35"/>
              <a:gd name="T15" fmla="*/ 13 h 35"/>
              <a:gd name="T16" fmla="*/ 17 w 35"/>
              <a:gd name="T17" fmla="*/ 7 h 35"/>
              <a:gd name="T18" fmla="*/ 1 w 35"/>
              <a:gd name="T19" fmla="*/ 22 h 35"/>
              <a:gd name="T20" fmla="*/ 9 w 35"/>
              <a:gd name="T21" fmla="*/ 32 h 35"/>
              <a:gd name="T22" fmla="*/ 21 w 35"/>
              <a:gd name="T23" fmla="*/ 34 h 35"/>
              <a:gd name="T24" fmla="*/ 32 w 35"/>
              <a:gd name="T25" fmla="*/ 26 h 35"/>
              <a:gd name="T26" fmla="*/ 35 w 35"/>
              <a:gd name="T27" fmla="*/ 13 h 35"/>
              <a:gd name="T28" fmla="*/ 27 w 35"/>
              <a:gd name="T29" fmla="*/ 3 h 35"/>
              <a:gd name="T30" fmla="*/ 20 w 35"/>
              <a:gd name="T31" fmla="*/ 0 h 35"/>
              <a:gd name="T32" fmla="*/ 15 w 35"/>
              <a:gd name="T33" fmla="*/ 1 h 35"/>
              <a:gd name="T34" fmla="*/ 10 w 35"/>
              <a:gd name="T35" fmla="*/ 3 h 35"/>
              <a:gd name="T36" fmla="*/ 4 w 35"/>
              <a:gd name="T37" fmla="*/ 9 h 35"/>
              <a:gd name="T38" fmla="*/ 1 w 35"/>
              <a:gd name="T39" fmla="*/ 22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5" h="35">
                <a:moveTo>
                  <a:pt x="17" y="7"/>
                </a:moveTo>
                <a:cubicBezTo>
                  <a:pt x="19" y="6"/>
                  <a:pt x="22" y="6"/>
                  <a:pt x="24" y="8"/>
                </a:cubicBezTo>
                <a:cubicBezTo>
                  <a:pt x="26" y="9"/>
                  <a:pt x="28" y="11"/>
                  <a:pt x="28" y="14"/>
                </a:cubicBezTo>
                <a:cubicBezTo>
                  <a:pt x="29" y="16"/>
                  <a:pt x="28" y="19"/>
                  <a:pt x="26" y="22"/>
                </a:cubicBezTo>
                <a:cubicBezTo>
                  <a:pt x="24" y="25"/>
                  <a:pt x="22" y="27"/>
                  <a:pt x="19" y="28"/>
                </a:cubicBezTo>
                <a:cubicBezTo>
                  <a:pt x="17" y="29"/>
                  <a:pt x="14" y="29"/>
                  <a:pt x="12" y="27"/>
                </a:cubicBezTo>
                <a:cubicBezTo>
                  <a:pt x="10" y="26"/>
                  <a:pt x="8" y="24"/>
                  <a:pt x="8" y="21"/>
                </a:cubicBezTo>
                <a:cubicBezTo>
                  <a:pt x="7" y="19"/>
                  <a:pt x="8" y="16"/>
                  <a:pt x="10" y="13"/>
                </a:cubicBezTo>
                <a:cubicBezTo>
                  <a:pt x="12" y="10"/>
                  <a:pt x="14" y="8"/>
                  <a:pt x="17" y="7"/>
                </a:cubicBezTo>
                <a:close/>
                <a:moveTo>
                  <a:pt x="1" y="22"/>
                </a:moveTo>
                <a:cubicBezTo>
                  <a:pt x="2" y="26"/>
                  <a:pt x="5" y="30"/>
                  <a:pt x="9" y="32"/>
                </a:cubicBezTo>
                <a:cubicBezTo>
                  <a:pt x="13" y="35"/>
                  <a:pt x="17" y="35"/>
                  <a:pt x="21" y="34"/>
                </a:cubicBezTo>
                <a:cubicBezTo>
                  <a:pt x="26" y="33"/>
                  <a:pt x="29" y="30"/>
                  <a:pt x="32" y="26"/>
                </a:cubicBezTo>
                <a:cubicBezTo>
                  <a:pt x="35" y="21"/>
                  <a:pt x="35" y="17"/>
                  <a:pt x="35" y="13"/>
                </a:cubicBezTo>
                <a:cubicBezTo>
                  <a:pt x="34" y="9"/>
                  <a:pt x="31" y="5"/>
                  <a:pt x="27" y="3"/>
                </a:cubicBezTo>
                <a:cubicBezTo>
                  <a:pt x="24" y="2"/>
                  <a:pt x="22" y="1"/>
                  <a:pt x="20" y="0"/>
                </a:cubicBezTo>
                <a:cubicBezTo>
                  <a:pt x="18" y="0"/>
                  <a:pt x="17" y="0"/>
                  <a:pt x="15" y="1"/>
                </a:cubicBezTo>
                <a:cubicBezTo>
                  <a:pt x="13" y="1"/>
                  <a:pt x="11" y="2"/>
                  <a:pt x="10" y="3"/>
                </a:cubicBezTo>
                <a:cubicBezTo>
                  <a:pt x="8" y="4"/>
                  <a:pt x="6" y="7"/>
                  <a:pt x="4" y="9"/>
                </a:cubicBezTo>
                <a:cubicBezTo>
                  <a:pt x="1" y="14"/>
                  <a:pt x="0" y="18"/>
                  <a:pt x="1" y="2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1" name="Freeform 36"/>
          <p:cNvSpPr>
            <a:spLocks noEditPoints="1"/>
          </p:cNvSpPr>
          <p:nvPr>
            <p:custDataLst>
              <p:tags r:id="rId43"/>
            </p:custDataLst>
          </p:nvPr>
        </p:nvSpPr>
        <p:spPr bwMode="auto">
          <a:xfrm>
            <a:off x="11205845" y="298450"/>
            <a:ext cx="21590" cy="22225"/>
          </a:xfrm>
          <a:custGeom>
            <a:avLst/>
            <a:gdLst>
              <a:gd name="T0" fmla="*/ 25 w 37"/>
              <a:gd name="T1" fmla="*/ 11 h 38"/>
              <a:gd name="T2" fmla="*/ 29 w 37"/>
              <a:gd name="T3" fmla="*/ 15 h 38"/>
              <a:gd name="T4" fmla="*/ 31 w 37"/>
              <a:gd name="T5" fmla="*/ 18 h 38"/>
              <a:gd name="T6" fmla="*/ 30 w 37"/>
              <a:gd name="T7" fmla="*/ 21 h 38"/>
              <a:gd name="T8" fmla="*/ 27 w 37"/>
              <a:gd name="T9" fmla="*/ 26 h 38"/>
              <a:gd name="T10" fmla="*/ 22 w 37"/>
              <a:gd name="T11" fmla="*/ 30 h 38"/>
              <a:gd name="T12" fmla="*/ 19 w 37"/>
              <a:gd name="T13" fmla="*/ 32 h 38"/>
              <a:gd name="T14" fmla="*/ 16 w 37"/>
              <a:gd name="T15" fmla="*/ 31 h 38"/>
              <a:gd name="T16" fmla="*/ 13 w 37"/>
              <a:gd name="T17" fmla="*/ 29 h 38"/>
              <a:gd name="T18" fmla="*/ 9 w 37"/>
              <a:gd name="T19" fmla="*/ 25 h 38"/>
              <a:gd name="T20" fmla="*/ 23 w 37"/>
              <a:gd name="T21" fmla="*/ 9 h 38"/>
              <a:gd name="T22" fmla="*/ 25 w 37"/>
              <a:gd name="T23" fmla="*/ 11 h 38"/>
              <a:gd name="T24" fmla="*/ 0 w 37"/>
              <a:gd name="T25" fmla="*/ 25 h 38"/>
              <a:gd name="T26" fmla="*/ 10 w 37"/>
              <a:gd name="T27" fmla="*/ 33 h 38"/>
              <a:gd name="T28" fmla="*/ 15 w 37"/>
              <a:gd name="T29" fmla="*/ 37 h 38"/>
              <a:gd name="T30" fmla="*/ 20 w 37"/>
              <a:gd name="T31" fmla="*/ 38 h 38"/>
              <a:gd name="T32" fmla="*/ 27 w 37"/>
              <a:gd name="T33" fmla="*/ 36 h 38"/>
              <a:gd name="T34" fmla="*/ 32 w 37"/>
              <a:gd name="T35" fmla="*/ 31 h 38"/>
              <a:gd name="T36" fmla="*/ 36 w 37"/>
              <a:gd name="T37" fmla="*/ 24 h 38"/>
              <a:gd name="T38" fmla="*/ 37 w 37"/>
              <a:gd name="T39" fmla="*/ 18 h 38"/>
              <a:gd name="T40" fmla="*/ 35 w 37"/>
              <a:gd name="T41" fmla="*/ 13 h 38"/>
              <a:gd name="T42" fmla="*/ 31 w 37"/>
              <a:gd name="T43" fmla="*/ 8 h 38"/>
              <a:gd name="T44" fmla="*/ 22 w 37"/>
              <a:gd name="T45" fmla="*/ 0 h 38"/>
              <a:gd name="T46" fmla="*/ 0 w 37"/>
              <a:gd name="T47" fmla="*/ 25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7" h="38">
                <a:moveTo>
                  <a:pt x="25" y="11"/>
                </a:moveTo>
                <a:cubicBezTo>
                  <a:pt x="28" y="13"/>
                  <a:pt x="29" y="14"/>
                  <a:pt x="29" y="15"/>
                </a:cubicBezTo>
                <a:cubicBezTo>
                  <a:pt x="30" y="16"/>
                  <a:pt x="31" y="17"/>
                  <a:pt x="31" y="18"/>
                </a:cubicBezTo>
                <a:cubicBezTo>
                  <a:pt x="31" y="19"/>
                  <a:pt x="31" y="20"/>
                  <a:pt x="30" y="21"/>
                </a:cubicBezTo>
                <a:cubicBezTo>
                  <a:pt x="30" y="23"/>
                  <a:pt x="28" y="24"/>
                  <a:pt x="27" y="26"/>
                </a:cubicBezTo>
                <a:cubicBezTo>
                  <a:pt x="25" y="28"/>
                  <a:pt x="24" y="29"/>
                  <a:pt x="22" y="30"/>
                </a:cubicBezTo>
                <a:cubicBezTo>
                  <a:pt x="21" y="31"/>
                  <a:pt x="20" y="32"/>
                  <a:pt x="19" y="32"/>
                </a:cubicBezTo>
                <a:cubicBezTo>
                  <a:pt x="18" y="32"/>
                  <a:pt x="17" y="31"/>
                  <a:pt x="16" y="31"/>
                </a:cubicBezTo>
                <a:cubicBezTo>
                  <a:pt x="15" y="31"/>
                  <a:pt x="14" y="30"/>
                  <a:pt x="13" y="29"/>
                </a:cubicBezTo>
                <a:cubicBezTo>
                  <a:pt x="9" y="25"/>
                  <a:pt x="9" y="25"/>
                  <a:pt x="9" y="25"/>
                </a:cubicBezTo>
                <a:cubicBezTo>
                  <a:pt x="23" y="9"/>
                  <a:pt x="23" y="9"/>
                  <a:pt x="23" y="9"/>
                </a:cubicBezTo>
                <a:lnTo>
                  <a:pt x="25" y="11"/>
                </a:lnTo>
                <a:close/>
                <a:moveTo>
                  <a:pt x="0" y="25"/>
                </a:moveTo>
                <a:cubicBezTo>
                  <a:pt x="10" y="33"/>
                  <a:pt x="10" y="33"/>
                  <a:pt x="10" y="33"/>
                </a:cubicBezTo>
                <a:cubicBezTo>
                  <a:pt x="12" y="35"/>
                  <a:pt x="13" y="36"/>
                  <a:pt x="15" y="37"/>
                </a:cubicBezTo>
                <a:cubicBezTo>
                  <a:pt x="17" y="37"/>
                  <a:pt x="18" y="38"/>
                  <a:pt x="20" y="38"/>
                </a:cubicBezTo>
                <a:cubicBezTo>
                  <a:pt x="22" y="38"/>
                  <a:pt x="24" y="37"/>
                  <a:pt x="27" y="36"/>
                </a:cubicBezTo>
                <a:cubicBezTo>
                  <a:pt x="28" y="34"/>
                  <a:pt x="30" y="33"/>
                  <a:pt x="32" y="31"/>
                </a:cubicBezTo>
                <a:cubicBezTo>
                  <a:pt x="34" y="28"/>
                  <a:pt x="35" y="26"/>
                  <a:pt x="36" y="24"/>
                </a:cubicBezTo>
                <a:cubicBezTo>
                  <a:pt x="37" y="22"/>
                  <a:pt x="37" y="20"/>
                  <a:pt x="37" y="18"/>
                </a:cubicBezTo>
                <a:cubicBezTo>
                  <a:pt x="37" y="16"/>
                  <a:pt x="36" y="14"/>
                  <a:pt x="35" y="13"/>
                </a:cubicBezTo>
                <a:cubicBezTo>
                  <a:pt x="35" y="11"/>
                  <a:pt x="33" y="10"/>
                  <a:pt x="31" y="8"/>
                </a:cubicBezTo>
                <a:cubicBezTo>
                  <a:pt x="22" y="0"/>
                  <a:pt x="22" y="0"/>
                  <a:pt x="22" y="0"/>
                </a:cubicBezTo>
                <a:lnTo>
                  <a:pt x="0" y="2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2" name="Freeform 37"/>
          <p:cNvSpPr>
            <a:spLocks noEditPoints="1"/>
          </p:cNvSpPr>
          <p:nvPr>
            <p:custDataLst>
              <p:tags r:id="rId44"/>
            </p:custDataLst>
          </p:nvPr>
        </p:nvSpPr>
        <p:spPr bwMode="auto">
          <a:xfrm>
            <a:off x="11178540" y="272415"/>
            <a:ext cx="22225" cy="19685"/>
          </a:xfrm>
          <a:custGeom>
            <a:avLst/>
            <a:gdLst>
              <a:gd name="T0" fmla="*/ 46 w 102"/>
              <a:gd name="T1" fmla="*/ 24 h 91"/>
              <a:gd name="T2" fmla="*/ 80 w 102"/>
              <a:gd name="T3" fmla="*/ 18 h 91"/>
              <a:gd name="T4" fmla="*/ 56 w 102"/>
              <a:gd name="T5" fmla="*/ 45 h 91"/>
              <a:gd name="T6" fmla="*/ 46 w 102"/>
              <a:gd name="T7" fmla="*/ 24 h 91"/>
              <a:gd name="T8" fmla="*/ 102 w 102"/>
              <a:gd name="T9" fmla="*/ 16 h 91"/>
              <a:gd name="T10" fmla="*/ 94 w 102"/>
              <a:gd name="T11" fmla="*/ 0 h 91"/>
              <a:gd name="T12" fmla="*/ 0 w 102"/>
              <a:gd name="T13" fmla="*/ 13 h 91"/>
              <a:gd name="T14" fmla="*/ 8 w 102"/>
              <a:gd name="T15" fmla="*/ 29 h 91"/>
              <a:gd name="T16" fmla="*/ 30 w 102"/>
              <a:gd name="T17" fmla="*/ 26 h 91"/>
              <a:gd name="T18" fmla="*/ 48 w 102"/>
              <a:gd name="T19" fmla="*/ 56 h 91"/>
              <a:gd name="T20" fmla="*/ 32 w 102"/>
              <a:gd name="T21" fmla="*/ 75 h 91"/>
              <a:gd name="T22" fmla="*/ 43 w 102"/>
              <a:gd name="T23" fmla="*/ 91 h 91"/>
              <a:gd name="T24" fmla="*/ 102 w 102"/>
              <a:gd name="T25" fmla="*/ 16 h 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2" h="91">
                <a:moveTo>
                  <a:pt x="46" y="24"/>
                </a:moveTo>
                <a:lnTo>
                  <a:pt x="80" y="18"/>
                </a:lnTo>
                <a:lnTo>
                  <a:pt x="56" y="45"/>
                </a:lnTo>
                <a:lnTo>
                  <a:pt x="46" y="24"/>
                </a:lnTo>
                <a:close/>
                <a:moveTo>
                  <a:pt x="102" y="16"/>
                </a:moveTo>
                <a:lnTo>
                  <a:pt x="94" y="0"/>
                </a:lnTo>
                <a:lnTo>
                  <a:pt x="0" y="13"/>
                </a:lnTo>
                <a:lnTo>
                  <a:pt x="8" y="29"/>
                </a:lnTo>
                <a:lnTo>
                  <a:pt x="30" y="26"/>
                </a:lnTo>
                <a:lnTo>
                  <a:pt x="48" y="56"/>
                </a:lnTo>
                <a:lnTo>
                  <a:pt x="32" y="75"/>
                </a:lnTo>
                <a:lnTo>
                  <a:pt x="43" y="91"/>
                </a:lnTo>
                <a:lnTo>
                  <a:pt x="102" y="16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3" name="Freeform 38"/>
          <p:cNvSpPr/>
          <p:nvPr>
            <p:custDataLst>
              <p:tags r:id="rId45"/>
            </p:custDataLst>
          </p:nvPr>
        </p:nvSpPr>
        <p:spPr bwMode="auto">
          <a:xfrm>
            <a:off x="11171555" y="249555"/>
            <a:ext cx="22860" cy="20955"/>
          </a:xfrm>
          <a:custGeom>
            <a:avLst/>
            <a:gdLst>
              <a:gd name="T0" fmla="*/ 0 w 106"/>
              <a:gd name="T1" fmla="*/ 29 h 96"/>
              <a:gd name="T2" fmla="*/ 82 w 106"/>
              <a:gd name="T3" fmla="*/ 0 h 96"/>
              <a:gd name="T4" fmla="*/ 88 w 106"/>
              <a:gd name="T5" fmla="*/ 19 h 96"/>
              <a:gd name="T6" fmla="*/ 56 w 106"/>
              <a:gd name="T7" fmla="*/ 29 h 96"/>
              <a:gd name="T8" fmla="*/ 66 w 106"/>
              <a:gd name="T9" fmla="*/ 62 h 96"/>
              <a:gd name="T10" fmla="*/ 101 w 106"/>
              <a:gd name="T11" fmla="*/ 51 h 96"/>
              <a:gd name="T12" fmla="*/ 106 w 106"/>
              <a:gd name="T13" fmla="*/ 67 h 96"/>
              <a:gd name="T14" fmla="*/ 24 w 106"/>
              <a:gd name="T15" fmla="*/ 96 h 96"/>
              <a:gd name="T16" fmla="*/ 16 w 106"/>
              <a:gd name="T17" fmla="*/ 80 h 96"/>
              <a:gd name="T18" fmla="*/ 53 w 106"/>
              <a:gd name="T19" fmla="*/ 67 h 96"/>
              <a:gd name="T20" fmla="*/ 42 w 106"/>
              <a:gd name="T21" fmla="*/ 35 h 96"/>
              <a:gd name="T22" fmla="*/ 5 w 106"/>
              <a:gd name="T23" fmla="*/ 48 h 96"/>
              <a:gd name="T24" fmla="*/ 0 w 106"/>
              <a:gd name="T25" fmla="*/ 29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6" h="96">
                <a:moveTo>
                  <a:pt x="0" y="29"/>
                </a:moveTo>
                <a:lnTo>
                  <a:pt x="82" y="0"/>
                </a:lnTo>
                <a:lnTo>
                  <a:pt x="88" y="19"/>
                </a:lnTo>
                <a:lnTo>
                  <a:pt x="56" y="29"/>
                </a:lnTo>
                <a:lnTo>
                  <a:pt x="66" y="62"/>
                </a:lnTo>
                <a:lnTo>
                  <a:pt x="101" y="51"/>
                </a:lnTo>
                <a:lnTo>
                  <a:pt x="106" y="67"/>
                </a:lnTo>
                <a:lnTo>
                  <a:pt x="24" y="96"/>
                </a:lnTo>
                <a:lnTo>
                  <a:pt x="16" y="80"/>
                </a:lnTo>
                <a:lnTo>
                  <a:pt x="53" y="67"/>
                </a:lnTo>
                <a:lnTo>
                  <a:pt x="42" y="35"/>
                </a:lnTo>
                <a:lnTo>
                  <a:pt x="5" y="48"/>
                </a:lnTo>
                <a:lnTo>
                  <a:pt x="0" y="2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4" name="Freeform 39"/>
          <p:cNvSpPr/>
          <p:nvPr>
            <p:custDataLst>
              <p:tags r:id="rId46"/>
            </p:custDataLst>
          </p:nvPr>
        </p:nvSpPr>
        <p:spPr bwMode="auto">
          <a:xfrm>
            <a:off x="11167110" y="233045"/>
            <a:ext cx="20320" cy="16510"/>
          </a:xfrm>
          <a:custGeom>
            <a:avLst/>
            <a:gdLst>
              <a:gd name="T0" fmla="*/ 9 w 35"/>
              <a:gd name="T1" fmla="*/ 1 h 28"/>
              <a:gd name="T2" fmla="*/ 11 w 35"/>
              <a:gd name="T3" fmla="*/ 8 h 28"/>
              <a:gd name="T4" fmla="*/ 7 w 35"/>
              <a:gd name="T5" fmla="*/ 11 h 28"/>
              <a:gd name="T6" fmla="*/ 6 w 35"/>
              <a:gd name="T7" fmla="*/ 16 h 28"/>
              <a:gd name="T8" fmla="*/ 8 w 35"/>
              <a:gd name="T9" fmla="*/ 20 h 28"/>
              <a:gd name="T10" fmla="*/ 12 w 35"/>
              <a:gd name="T11" fmla="*/ 21 h 28"/>
              <a:gd name="T12" fmla="*/ 14 w 35"/>
              <a:gd name="T13" fmla="*/ 20 h 28"/>
              <a:gd name="T14" fmla="*/ 15 w 35"/>
              <a:gd name="T15" fmla="*/ 18 h 28"/>
              <a:gd name="T16" fmla="*/ 15 w 35"/>
              <a:gd name="T17" fmla="*/ 12 h 28"/>
              <a:gd name="T18" fmla="*/ 17 w 35"/>
              <a:gd name="T19" fmla="*/ 4 h 28"/>
              <a:gd name="T20" fmla="*/ 23 w 35"/>
              <a:gd name="T21" fmla="*/ 0 h 28"/>
              <a:gd name="T22" fmla="*/ 28 w 35"/>
              <a:gd name="T23" fmla="*/ 1 h 28"/>
              <a:gd name="T24" fmla="*/ 32 w 35"/>
              <a:gd name="T25" fmla="*/ 4 h 28"/>
              <a:gd name="T26" fmla="*/ 34 w 35"/>
              <a:gd name="T27" fmla="*/ 10 h 28"/>
              <a:gd name="T28" fmla="*/ 33 w 35"/>
              <a:gd name="T29" fmla="*/ 20 h 28"/>
              <a:gd name="T30" fmla="*/ 27 w 35"/>
              <a:gd name="T31" fmla="*/ 24 h 28"/>
              <a:gd name="T32" fmla="*/ 25 w 35"/>
              <a:gd name="T33" fmla="*/ 18 h 28"/>
              <a:gd name="T34" fmla="*/ 28 w 35"/>
              <a:gd name="T35" fmla="*/ 16 h 28"/>
              <a:gd name="T36" fmla="*/ 29 w 35"/>
              <a:gd name="T37" fmla="*/ 11 h 28"/>
              <a:gd name="T38" fmla="*/ 27 w 35"/>
              <a:gd name="T39" fmla="*/ 7 h 28"/>
              <a:gd name="T40" fmla="*/ 25 w 35"/>
              <a:gd name="T41" fmla="*/ 6 h 28"/>
              <a:gd name="T42" fmla="*/ 23 w 35"/>
              <a:gd name="T43" fmla="*/ 8 h 28"/>
              <a:gd name="T44" fmla="*/ 22 w 35"/>
              <a:gd name="T45" fmla="*/ 14 h 28"/>
              <a:gd name="T46" fmla="*/ 21 w 35"/>
              <a:gd name="T47" fmla="*/ 22 h 28"/>
              <a:gd name="T48" fmla="*/ 18 w 35"/>
              <a:gd name="T49" fmla="*/ 26 h 28"/>
              <a:gd name="T50" fmla="*/ 13 w 35"/>
              <a:gd name="T51" fmla="*/ 28 h 28"/>
              <a:gd name="T52" fmla="*/ 7 w 35"/>
              <a:gd name="T53" fmla="*/ 27 h 28"/>
              <a:gd name="T54" fmla="*/ 3 w 35"/>
              <a:gd name="T55" fmla="*/ 24 h 28"/>
              <a:gd name="T56" fmla="*/ 0 w 35"/>
              <a:gd name="T57" fmla="*/ 17 h 28"/>
              <a:gd name="T58" fmla="*/ 2 w 35"/>
              <a:gd name="T59" fmla="*/ 7 h 28"/>
              <a:gd name="T60" fmla="*/ 9 w 35"/>
              <a:gd name="T61" fmla="*/ 1 h 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5" h="28">
                <a:moveTo>
                  <a:pt x="9" y="1"/>
                </a:moveTo>
                <a:cubicBezTo>
                  <a:pt x="11" y="8"/>
                  <a:pt x="11" y="8"/>
                  <a:pt x="11" y="8"/>
                </a:cubicBezTo>
                <a:cubicBezTo>
                  <a:pt x="9" y="8"/>
                  <a:pt x="7" y="10"/>
                  <a:pt x="7" y="11"/>
                </a:cubicBezTo>
                <a:cubicBezTo>
                  <a:pt x="6" y="12"/>
                  <a:pt x="6" y="14"/>
                  <a:pt x="6" y="16"/>
                </a:cubicBezTo>
                <a:cubicBezTo>
                  <a:pt x="6" y="18"/>
                  <a:pt x="7" y="19"/>
                  <a:pt x="8" y="20"/>
                </a:cubicBezTo>
                <a:cubicBezTo>
                  <a:pt x="9" y="21"/>
                  <a:pt x="10" y="22"/>
                  <a:pt x="12" y="21"/>
                </a:cubicBezTo>
                <a:cubicBezTo>
                  <a:pt x="12" y="21"/>
                  <a:pt x="13" y="21"/>
                  <a:pt x="14" y="20"/>
                </a:cubicBezTo>
                <a:cubicBezTo>
                  <a:pt x="14" y="20"/>
                  <a:pt x="14" y="19"/>
                  <a:pt x="15" y="18"/>
                </a:cubicBezTo>
                <a:cubicBezTo>
                  <a:pt x="15" y="17"/>
                  <a:pt x="15" y="15"/>
                  <a:pt x="15" y="12"/>
                </a:cubicBezTo>
                <a:cubicBezTo>
                  <a:pt x="15" y="9"/>
                  <a:pt x="16" y="6"/>
                  <a:pt x="17" y="4"/>
                </a:cubicBezTo>
                <a:cubicBezTo>
                  <a:pt x="18" y="2"/>
                  <a:pt x="20" y="1"/>
                  <a:pt x="23" y="0"/>
                </a:cubicBezTo>
                <a:cubicBezTo>
                  <a:pt x="25" y="0"/>
                  <a:pt x="26" y="0"/>
                  <a:pt x="28" y="1"/>
                </a:cubicBezTo>
                <a:cubicBezTo>
                  <a:pt x="29" y="2"/>
                  <a:pt x="31" y="3"/>
                  <a:pt x="32" y="4"/>
                </a:cubicBezTo>
                <a:cubicBezTo>
                  <a:pt x="33" y="6"/>
                  <a:pt x="34" y="8"/>
                  <a:pt x="34" y="10"/>
                </a:cubicBezTo>
                <a:cubicBezTo>
                  <a:pt x="35" y="14"/>
                  <a:pt x="35" y="18"/>
                  <a:pt x="33" y="20"/>
                </a:cubicBezTo>
                <a:cubicBezTo>
                  <a:pt x="32" y="22"/>
                  <a:pt x="30" y="24"/>
                  <a:pt x="27" y="24"/>
                </a:cubicBezTo>
                <a:cubicBezTo>
                  <a:pt x="25" y="18"/>
                  <a:pt x="25" y="18"/>
                  <a:pt x="25" y="18"/>
                </a:cubicBezTo>
                <a:cubicBezTo>
                  <a:pt x="27" y="17"/>
                  <a:pt x="28" y="17"/>
                  <a:pt x="28" y="16"/>
                </a:cubicBezTo>
                <a:cubicBezTo>
                  <a:pt x="29" y="15"/>
                  <a:pt x="29" y="13"/>
                  <a:pt x="29" y="11"/>
                </a:cubicBezTo>
                <a:cubicBezTo>
                  <a:pt x="28" y="9"/>
                  <a:pt x="28" y="8"/>
                  <a:pt x="27" y="7"/>
                </a:cubicBezTo>
                <a:cubicBezTo>
                  <a:pt x="26" y="7"/>
                  <a:pt x="25" y="6"/>
                  <a:pt x="25" y="6"/>
                </a:cubicBezTo>
                <a:cubicBezTo>
                  <a:pt x="24" y="7"/>
                  <a:pt x="23" y="7"/>
                  <a:pt x="23" y="8"/>
                </a:cubicBezTo>
                <a:cubicBezTo>
                  <a:pt x="22" y="9"/>
                  <a:pt x="22" y="11"/>
                  <a:pt x="22" y="14"/>
                </a:cubicBezTo>
                <a:cubicBezTo>
                  <a:pt x="21" y="17"/>
                  <a:pt x="21" y="20"/>
                  <a:pt x="21" y="22"/>
                </a:cubicBezTo>
                <a:cubicBezTo>
                  <a:pt x="20" y="23"/>
                  <a:pt x="19" y="25"/>
                  <a:pt x="18" y="26"/>
                </a:cubicBezTo>
                <a:cubicBezTo>
                  <a:pt x="17" y="27"/>
                  <a:pt x="15" y="28"/>
                  <a:pt x="13" y="28"/>
                </a:cubicBezTo>
                <a:cubicBezTo>
                  <a:pt x="11" y="28"/>
                  <a:pt x="9" y="28"/>
                  <a:pt x="7" y="27"/>
                </a:cubicBezTo>
                <a:cubicBezTo>
                  <a:pt x="6" y="27"/>
                  <a:pt x="4" y="25"/>
                  <a:pt x="3" y="24"/>
                </a:cubicBezTo>
                <a:cubicBezTo>
                  <a:pt x="2" y="22"/>
                  <a:pt x="1" y="20"/>
                  <a:pt x="0" y="17"/>
                </a:cubicBezTo>
                <a:cubicBezTo>
                  <a:pt x="0" y="13"/>
                  <a:pt x="0" y="9"/>
                  <a:pt x="2" y="7"/>
                </a:cubicBezTo>
                <a:cubicBezTo>
                  <a:pt x="3" y="4"/>
                  <a:pt x="6" y="3"/>
                  <a:pt x="9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5" name="Freeform 40"/>
          <p:cNvSpPr/>
          <p:nvPr>
            <p:custDataLst>
              <p:tags r:id="rId47"/>
            </p:custDataLst>
          </p:nvPr>
        </p:nvSpPr>
        <p:spPr bwMode="auto">
          <a:xfrm>
            <a:off x="11298555" y="327025"/>
            <a:ext cx="16510" cy="20320"/>
          </a:xfrm>
          <a:custGeom>
            <a:avLst/>
            <a:gdLst>
              <a:gd name="T0" fmla="*/ 0 w 29"/>
              <a:gd name="T1" fmla="*/ 3 h 35"/>
              <a:gd name="T2" fmla="*/ 7 w 29"/>
              <a:gd name="T3" fmla="*/ 2 h 35"/>
              <a:gd name="T4" fmla="*/ 9 w 29"/>
              <a:gd name="T5" fmla="*/ 20 h 35"/>
              <a:gd name="T6" fmla="*/ 9 w 29"/>
              <a:gd name="T7" fmla="*/ 25 h 35"/>
              <a:gd name="T8" fmla="*/ 12 w 29"/>
              <a:gd name="T9" fmla="*/ 28 h 35"/>
              <a:gd name="T10" fmla="*/ 16 w 29"/>
              <a:gd name="T11" fmla="*/ 29 h 35"/>
              <a:gd name="T12" fmla="*/ 20 w 29"/>
              <a:gd name="T13" fmla="*/ 28 h 35"/>
              <a:gd name="T14" fmla="*/ 22 w 29"/>
              <a:gd name="T15" fmla="*/ 25 h 35"/>
              <a:gd name="T16" fmla="*/ 22 w 29"/>
              <a:gd name="T17" fmla="*/ 19 h 35"/>
              <a:gd name="T18" fmla="*/ 20 w 29"/>
              <a:gd name="T19" fmla="*/ 1 h 35"/>
              <a:gd name="T20" fmla="*/ 27 w 29"/>
              <a:gd name="T21" fmla="*/ 0 h 35"/>
              <a:gd name="T22" fmla="*/ 28 w 29"/>
              <a:gd name="T23" fmla="*/ 18 h 35"/>
              <a:gd name="T24" fmla="*/ 28 w 29"/>
              <a:gd name="T25" fmla="*/ 26 h 35"/>
              <a:gd name="T26" fmla="*/ 27 w 29"/>
              <a:gd name="T27" fmla="*/ 30 h 35"/>
              <a:gd name="T28" fmla="*/ 23 w 29"/>
              <a:gd name="T29" fmla="*/ 33 h 35"/>
              <a:gd name="T30" fmla="*/ 17 w 29"/>
              <a:gd name="T31" fmla="*/ 35 h 35"/>
              <a:gd name="T32" fmla="*/ 10 w 29"/>
              <a:gd name="T33" fmla="*/ 34 h 35"/>
              <a:gd name="T34" fmla="*/ 6 w 29"/>
              <a:gd name="T35" fmla="*/ 32 h 35"/>
              <a:gd name="T36" fmla="*/ 3 w 29"/>
              <a:gd name="T37" fmla="*/ 28 h 35"/>
              <a:gd name="T38" fmla="*/ 2 w 29"/>
              <a:gd name="T39" fmla="*/ 20 h 35"/>
              <a:gd name="T40" fmla="*/ 0 w 29"/>
              <a:gd name="T41" fmla="*/ 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9" h="35">
                <a:moveTo>
                  <a:pt x="0" y="3"/>
                </a:moveTo>
                <a:cubicBezTo>
                  <a:pt x="7" y="2"/>
                  <a:pt x="7" y="2"/>
                  <a:pt x="7" y="2"/>
                </a:cubicBezTo>
                <a:cubicBezTo>
                  <a:pt x="9" y="20"/>
                  <a:pt x="9" y="20"/>
                  <a:pt x="9" y="20"/>
                </a:cubicBezTo>
                <a:cubicBezTo>
                  <a:pt x="9" y="23"/>
                  <a:pt x="9" y="25"/>
                  <a:pt x="9" y="25"/>
                </a:cubicBezTo>
                <a:cubicBezTo>
                  <a:pt x="10" y="27"/>
                  <a:pt x="11" y="28"/>
                  <a:pt x="12" y="28"/>
                </a:cubicBezTo>
                <a:cubicBezTo>
                  <a:pt x="13" y="29"/>
                  <a:pt x="14" y="29"/>
                  <a:pt x="16" y="29"/>
                </a:cubicBezTo>
                <a:cubicBezTo>
                  <a:pt x="18" y="29"/>
                  <a:pt x="19" y="29"/>
                  <a:pt x="20" y="28"/>
                </a:cubicBezTo>
                <a:cubicBezTo>
                  <a:pt x="21" y="27"/>
                  <a:pt x="22" y="26"/>
                  <a:pt x="22" y="25"/>
                </a:cubicBezTo>
                <a:cubicBezTo>
                  <a:pt x="22" y="24"/>
                  <a:pt x="22" y="22"/>
                  <a:pt x="22" y="19"/>
                </a:cubicBezTo>
                <a:cubicBezTo>
                  <a:pt x="20" y="1"/>
                  <a:pt x="20" y="1"/>
                  <a:pt x="20" y="1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18"/>
                  <a:pt x="28" y="18"/>
                  <a:pt x="28" y="18"/>
                </a:cubicBezTo>
                <a:cubicBezTo>
                  <a:pt x="29" y="22"/>
                  <a:pt x="29" y="24"/>
                  <a:pt x="28" y="26"/>
                </a:cubicBezTo>
                <a:cubicBezTo>
                  <a:pt x="28" y="28"/>
                  <a:pt x="28" y="29"/>
                  <a:pt x="27" y="30"/>
                </a:cubicBezTo>
                <a:cubicBezTo>
                  <a:pt x="26" y="32"/>
                  <a:pt x="25" y="33"/>
                  <a:pt x="23" y="33"/>
                </a:cubicBezTo>
                <a:cubicBezTo>
                  <a:pt x="22" y="34"/>
                  <a:pt x="20" y="35"/>
                  <a:pt x="17" y="35"/>
                </a:cubicBezTo>
                <a:cubicBezTo>
                  <a:pt x="14" y="35"/>
                  <a:pt x="11" y="35"/>
                  <a:pt x="10" y="34"/>
                </a:cubicBezTo>
                <a:cubicBezTo>
                  <a:pt x="8" y="34"/>
                  <a:pt x="7" y="33"/>
                  <a:pt x="6" y="32"/>
                </a:cubicBezTo>
                <a:cubicBezTo>
                  <a:pt x="5" y="31"/>
                  <a:pt x="4" y="30"/>
                  <a:pt x="3" y="28"/>
                </a:cubicBezTo>
                <a:cubicBezTo>
                  <a:pt x="3" y="27"/>
                  <a:pt x="2" y="24"/>
                  <a:pt x="2" y="20"/>
                </a:cubicBezTo>
                <a:lnTo>
                  <a:pt x="0" y="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6" name="Freeform 41"/>
          <p:cNvSpPr/>
          <p:nvPr>
            <p:custDataLst>
              <p:tags r:id="rId48"/>
            </p:custDataLst>
          </p:nvPr>
        </p:nvSpPr>
        <p:spPr bwMode="auto">
          <a:xfrm>
            <a:off x="11317605" y="322580"/>
            <a:ext cx="20320" cy="22860"/>
          </a:xfrm>
          <a:custGeom>
            <a:avLst/>
            <a:gdLst>
              <a:gd name="T0" fmla="*/ 24 w 93"/>
              <a:gd name="T1" fmla="*/ 105 h 105"/>
              <a:gd name="T2" fmla="*/ 0 w 93"/>
              <a:gd name="T3" fmla="*/ 19 h 105"/>
              <a:gd name="T4" fmla="*/ 18 w 93"/>
              <a:gd name="T5" fmla="*/ 16 h 105"/>
              <a:gd name="T6" fmla="*/ 69 w 93"/>
              <a:gd name="T7" fmla="*/ 62 h 105"/>
              <a:gd name="T8" fmla="*/ 53 w 93"/>
              <a:gd name="T9" fmla="*/ 6 h 105"/>
              <a:gd name="T10" fmla="*/ 69 w 93"/>
              <a:gd name="T11" fmla="*/ 0 h 105"/>
              <a:gd name="T12" fmla="*/ 93 w 93"/>
              <a:gd name="T13" fmla="*/ 86 h 105"/>
              <a:gd name="T14" fmla="*/ 75 w 93"/>
              <a:gd name="T15" fmla="*/ 91 h 105"/>
              <a:gd name="T16" fmla="*/ 24 w 93"/>
              <a:gd name="T17" fmla="*/ 43 h 105"/>
              <a:gd name="T18" fmla="*/ 40 w 93"/>
              <a:gd name="T19" fmla="*/ 99 h 105"/>
              <a:gd name="T20" fmla="*/ 24 w 93"/>
              <a:gd name="T21" fmla="*/ 105 h 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93" h="105">
                <a:moveTo>
                  <a:pt x="24" y="105"/>
                </a:moveTo>
                <a:lnTo>
                  <a:pt x="0" y="19"/>
                </a:lnTo>
                <a:lnTo>
                  <a:pt x="18" y="16"/>
                </a:lnTo>
                <a:lnTo>
                  <a:pt x="69" y="62"/>
                </a:lnTo>
                <a:lnTo>
                  <a:pt x="53" y="6"/>
                </a:lnTo>
                <a:lnTo>
                  <a:pt x="69" y="0"/>
                </a:lnTo>
                <a:lnTo>
                  <a:pt x="93" y="86"/>
                </a:lnTo>
                <a:lnTo>
                  <a:pt x="75" y="91"/>
                </a:lnTo>
                <a:lnTo>
                  <a:pt x="24" y="43"/>
                </a:lnTo>
                <a:lnTo>
                  <a:pt x="40" y="99"/>
                </a:lnTo>
                <a:lnTo>
                  <a:pt x="24" y="10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7" name="Freeform 42"/>
          <p:cNvSpPr/>
          <p:nvPr>
            <p:custDataLst>
              <p:tags r:id="rId49"/>
            </p:custDataLst>
          </p:nvPr>
        </p:nvSpPr>
        <p:spPr bwMode="auto">
          <a:xfrm>
            <a:off x="11336020" y="319405"/>
            <a:ext cx="10795" cy="19050"/>
          </a:xfrm>
          <a:custGeom>
            <a:avLst/>
            <a:gdLst>
              <a:gd name="T0" fmla="*/ 35 w 51"/>
              <a:gd name="T1" fmla="*/ 88 h 88"/>
              <a:gd name="T2" fmla="*/ 0 w 51"/>
              <a:gd name="T3" fmla="*/ 5 h 88"/>
              <a:gd name="T4" fmla="*/ 16 w 51"/>
              <a:gd name="T5" fmla="*/ 0 h 88"/>
              <a:gd name="T6" fmla="*/ 51 w 51"/>
              <a:gd name="T7" fmla="*/ 80 h 88"/>
              <a:gd name="T8" fmla="*/ 35 w 51"/>
              <a:gd name="T9" fmla="*/ 88 h 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1" h="88">
                <a:moveTo>
                  <a:pt x="35" y="88"/>
                </a:moveTo>
                <a:lnTo>
                  <a:pt x="0" y="5"/>
                </a:lnTo>
                <a:lnTo>
                  <a:pt x="16" y="0"/>
                </a:lnTo>
                <a:lnTo>
                  <a:pt x="51" y="80"/>
                </a:lnTo>
                <a:lnTo>
                  <a:pt x="35" y="8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8" name="Freeform 43"/>
          <p:cNvSpPr/>
          <p:nvPr>
            <p:custDataLst>
              <p:tags r:id="rId50"/>
            </p:custDataLst>
          </p:nvPr>
        </p:nvSpPr>
        <p:spPr bwMode="auto">
          <a:xfrm>
            <a:off x="11341100" y="310515"/>
            <a:ext cx="19050" cy="22225"/>
          </a:xfrm>
          <a:custGeom>
            <a:avLst/>
            <a:gdLst>
              <a:gd name="T0" fmla="*/ 72 w 88"/>
              <a:gd name="T1" fmla="*/ 102 h 102"/>
              <a:gd name="T2" fmla="*/ 0 w 88"/>
              <a:gd name="T3" fmla="*/ 40 h 102"/>
              <a:gd name="T4" fmla="*/ 19 w 88"/>
              <a:gd name="T5" fmla="*/ 32 h 102"/>
              <a:gd name="T6" fmla="*/ 70 w 88"/>
              <a:gd name="T7" fmla="*/ 78 h 102"/>
              <a:gd name="T8" fmla="*/ 56 w 88"/>
              <a:gd name="T9" fmla="*/ 11 h 102"/>
              <a:gd name="T10" fmla="*/ 72 w 88"/>
              <a:gd name="T11" fmla="*/ 0 h 102"/>
              <a:gd name="T12" fmla="*/ 88 w 88"/>
              <a:gd name="T13" fmla="*/ 94 h 102"/>
              <a:gd name="T14" fmla="*/ 72 w 88"/>
              <a:gd name="T15" fmla="*/ 102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8" h="102">
                <a:moveTo>
                  <a:pt x="72" y="102"/>
                </a:moveTo>
                <a:lnTo>
                  <a:pt x="0" y="40"/>
                </a:lnTo>
                <a:lnTo>
                  <a:pt x="19" y="32"/>
                </a:lnTo>
                <a:lnTo>
                  <a:pt x="70" y="78"/>
                </a:lnTo>
                <a:lnTo>
                  <a:pt x="56" y="11"/>
                </a:lnTo>
                <a:lnTo>
                  <a:pt x="72" y="0"/>
                </a:lnTo>
                <a:lnTo>
                  <a:pt x="88" y="94"/>
                </a:lnTo>
                <a:lnTo>
                  <a:pt x="72" y="102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9" name="Freeform 44"/>
          <p:cNvSpPr/>
          <p:nvPr>
            <p:custDataLst>
              <p:tags r:id="rId51"/>
            </p:custDataLst>
          </p:nvPr>
        </p:nvSpPr>
        <p:spPr bwMode="auto">
          <a:xfrm>
            <a:off x="11358245" y="300355"/>
            <a:ext cx="23495" cy="24130"/>
          </a:xfrm>
          <a:custGeom>
            <a:avLst/>
            <a:gdLst>
              <a:gd name="T0" fmla="*/ 57 w 107"/>
              <a:gd name="T1" fmla="*/ 110 h 110"/>
              <a:gd name="T2" fmla="*/ 0 w 107"/>
              <a:gd name="T3" fmla="*/ 40 h 110"/>
              <a:gd name="T4" fmla="*/ 51 w 107"/>
              <a:gd name="T5" fmla="*/ 0 h 110"/>
              <a:gd name="T6" fmla="*/ 62 w 107"/>
              <a:gd name="T7" fmla="*/ 11 h 110"/>
              <a:gd name="T8" fmla="*/ 24 w 107"/>
              <a:gd name="T9" fmla="*/ 40 h 110"/>
              <a:gd name="T10" fmla="*/ 35 w 107"/>
              <a:gd name="T11" fmla="*/ 57 h 110"/>
              <a:gd name="T12" fmla="*/ 70 w 107"/>
              <a:gd name="T13" fmla="*/ 30 h 110"/>
              <a:gd name="T14" fmla="*/ 81 w 107"/>
              <a:gd name="T15" fmla="*/ 40 h 110"/>
              <a:gd name="T16" fmla="*/ 46 w 107"/>
              <a:gd name="T17" fmla="*/ 67 h 110"/>
              <a:gd name="T18" fmla="*/ 59 w 107"/>
              <a:gd name="T19" fmla="*/ 86 h 110"/>
              <a:gd name="T20" fmla="*/ 99 w 107"/>
              <a:gd name="T21" fmla="*/ 57 h 110"/>
              <a:gd name="T22" fmla="*/ 107 w 107"/>
              <a:gd name="T23" fmla="*/ 67 h 110"/>
              <a:gd name="T24" fmla="*/ 57 w 107"/>
              <a:gd name="T25" fmla="*/ 110 h 1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7" h="110">
                <a:moveTo>
                  <a:pt x="57" y="110"/>
                </a:moveTo>
                <a:lnTo>
                  <a:pt x="0" y="40"/>
                </a:lnTo>
                <a:lnTo>
                  <a:pt x="51" y="0"/>
                </a:lnTo>
                <a:lnTo>
                  <a:pt x="62" y="11"/>
                </a:lnTo>
                <a:lnTo>
                  <a:pt x="24" y="40"/>
                </a:lnTo>
                <a:lnTo>
                  <a:pt x="35" y="57"/>
                </a:lnTo>
                <a:lnTo>
                  <a:pt x="70" y="30"/>
                </a:lnTo>
                <a:lnTo>
                  <a:pt x="81" y="40"/>
                </a:lnTo>
                <a:lnTo>
                  <a:pt x="46" y="67"/>
                </a:lnTo>
                <a:lnTo>
                  <a:pt x="59" y="86"/>
                </a:lnTo>
                <a:lnTo>
                  <a:pt x="99" y="57"/>
                </a:lnTo>
                <a:lnTo>
                  <a:pt x="107" y="67"/>
                </a:lnTo>
                <a:lnTo>
                  <a:pt x="57" y="1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0" name="Freeform 45"/>
          <p:cNvSpPr>
            <a:spLocks noEditPoints="1"/>
          </p:cNvSpPr>
          <p:nvPr>
            <p:custDataLst>
              <p:tags r:id="rId52"/>
            </p:custDataLst>
          </p:nvPr>
        </p:nvSpPr>
        <p:spPr bwMode="auto">
          <a:xfrm>
            <a:off x="11372850" y="288290"/>
            <a:ext cx="25400" cy="22860"/>
          </a:xfrm>
          <a:custGeom>
            <a:avLst/>
            <a:gdLst>
              <a:gd name="T0" fmla="*/ 8 w 44"/>
              <a:gd name="T1" fmla="*/ 16 h 39"/>
              <a:gd name="T2" fmla="*/ 12 w 44"/>
              <a:gd name="T3" fmla="*/ 12 h 39"/>
              <a:gd name="T4" fmla="*/ 15 w 44"/>
              <a:gd name="T5" fmla="*/ 8 h 39"/>
              <a:gd name="T6" fmla="*/ 18 w 44"/>
              <a:gd name="T7" fmla="*/ 7 h 39"/>
              <a:gd name="T8" fmla="*/ 21 w 44"/>
              <a:gd name="T9" fmla="*/ 9 h 39"/>
              <a:gd name="T10" fmla="*/ 22 w 44"/>
              <a:gd name="T11" fmla="*/ 11 h 39"/>
              <a:gd name="T12" fmla="*/ 22 w 44"/>
              <a:gd name="T13" fmla="*/ 13 h 39"/>
              <a:gd name="T14" fmla="*/ 18 w 44"/>
              <a:gd name="T15" fmla="*/ 18 h 39"/>
              <a:gd name="T16" fmla="*/ 15 w 44"/>
              <a:gd name="T17" fmla="*/ 21 h 39"/>
              <a:gd name="T18" fmla="*/ 8 w 44"/>
              <a:gd name="T19" fmla="*/ 16 h 39"/>
              <a:gd name="T20" fmla="*/ 29 w 44"/>
              <a:gd name="T21" fmla="*/ 34 h 39"/>
              <a:gd name="T22" fmla="*/ 19 w 44"/>
              <a:gd name="T23" fmla="*/ 25 h 39"/>
              <a:gd name="T24" fmla="*/ 19 w 44"/>
              <a:gd name="T25" fmla="*/ 24 h 39"/>
              <a:gd name="T26" fmla="*/ 22 w 44"/>
              <a:gd name="T27" fmla="*/ 22 h 39"/>
              <a:gd name="T28" fmla="*/ 24 w 44"/>
              <a:gd name="T29" fmla="*/ 21 h 39"/>
              <a:gd name="T30" fmla="*/ 30 w 44"/>
              <a:gd name="T31" fmla="*/ 22 h 39"/>
              <a:gd name="T32" fmla="*/ 39 w 44"/>
              <a:gd name="T33" fmla="*/ 23 h 39"/>
              <a:gd name="T34" fmla="*/ 44 w 44"/>
              <a:gd name="T35" fmla="*/ 17 h 39"/>
              <a:gd name="T36" fmla="*/ 37 w 44"/>
              <a:gd name="T37" fmla="*/ 16 h 39"/>
              <a:gd name="T38" fmla="*/ 30 w 44"/>
              <a:gd name="T39" fmla="*/ 15 h 39"/>
              <a:gd name="T40" fmla="*/ 26 w 44"/>
              <a:gd name="T41" fmla="*/ 16 h 39"/>
              <a:gd name="T42" fmla="*/ 28 w 44"/>
              <a:gd name="T43" fmla="*/ 9 h 39"/>
              <a:gd name="T44" fmla="*/ 25 w 44"/>
              <a:gd name="T45" fmla="*/ 3 h 39"/>
              <a:gd name="T46" fmla="*/ 20 w 44"/>
              <a:gd name="T47" fmla="*/ 1 h 39"/>
              <a:gd name="T48" fmla="*/ 15 w 44"/>
              <a:gd name="T49" fmla="*/ 1 h 39"/>
              <a:gd name="T50" fmla="*/ 9 w 44"/>
              <a:gd name="T51" fmla="*/ 6 h 39"/>
              <a:gd name="T52" fmla="*/ 0 w 44"/>
              <a:gd name="T53" fmla="*/ 17 h 39"/>
              <a:gd name="T54" fmla="*/ 24 w 44"/>
              <a:gd name="T55" fmla="*/ 39 h 39"/>
              <a:gd name="T56" fmla="*/ 29 w 44"/>
              <a:gd name="T57" fmla="*/ 34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4" h="39">
                <a:moveTo>
                  <a:pt x="8" y="16"/>
                </a:moveTo>
                <a:cubicBezTo>
                  <a:pt x="12" y="12"/>
                  <a:pt x="12" y="12"/>
                  <a:pt x="12" y="12"/>
                </a:cubicBezTo>
                <a:cubicBezTo>
                  <a:pt x="14" y="10"/>
                  <a:pt x="15" y="9"/>
                  <a:pt x="15" y="8"/>
                </a:cubicBezTo>
                <a:cubicBezTo>
                  <a:pt x="16" y="8"/>
                  <a:pt x="17" y="7"/>
                  <a:pt x="18" y="7"/>
                </a:cubicBezTo>
                <a:cubicBezTo>
                  <a:pt x="19" y="7"/>
                  <a:pt x="20" y="8"/>
                  <a:pt x="21" y="9"/>
                </a:cubicBezTo>
                <a:cubicBezTo>
                  <a:pt x="21" y="9"/>
                  <a:pt x="22" y="10"/>
                  <a:pt x="22" y="11"/>
                </a:cubicBezTo>
                <a:cubicBezTo>
                  <a:pt x="22" y="11"/>
                  <a:pt x="22" y="12"/>
                  <a:pt x="22" y="13"/>
                </a:cubicBezTo>
                <a:cubicBezTo>
                  <a:pt x="21" y="14"/>
                  <a:pt x="20" y="15"/>
                  <a:pt x="18" y="18"/>
                </a:cubicBezTo>
                <a:cubicBezTo>
                  <a:pt x="15" y="21"/>
                  <a:pt x="15" y="21"/>
                  <a:pt x="15" y="21"/>
                </a:cubicBezTo>
                <a:lnTo>
                  <a:pt x="8" y="16"/>
                </a:lnTo>
                <a:close/>
                <a:moveTo>
                  <a:pt x="29" y="34"/>
                </a:moveTo>
                <a:cubicBezTo>
                  <a:pt x="19" y="25"/>
                  <a:pt x="19" y="25"/>
                  <a:pt x="19" y="25"/>
                </a:cubicBezTo>
                <a:cubicBezTo>
                  <a:pt x="19" y="24"/>
                  <a:pt x="19" y="24"/>
                  <a:pt x="19" y="24"/>
                </a:cubicBezTo>
                <a:cubicBezTo>
                  <a:pt x="20" y="23"/>
                  <a:pt x="21" y="22"/>
                  <a:pt x="22" y="22"/>
                </a:cubicBezTo>
                <a:cubicBezTo>
                  <a:pt x="23" y="21"/>
                  <a:pt x="23" y="21"/>
                  <a:pt x="24" y="21"/>
                </a:cubicBezTo>
                <a:cubicBezTo>
                  <a:pt x="25" y="21"/>
                  <a:pt x="27" y="21"/>
                  <a:pt x="30" y="22"/>
                </a:cubicBezTo>
                <a:cubicBezTo>
                  <a:pt x="39" y="23"/>
                  <a:pt x="39" y="23"/>
                  <a:pt x="39" y="23"/>
                </a:cubicBezTo>
                <a:cubicBezTo>
                  <a:pt x="44" y="17"/>
                  <a:pt x="44" y="17"/>
                  <a:pt x="44" y="17"/>
                </a:cubicBezTo>
                <a:cubicBezTo>
                  <a:pt x="37" y="16"/>
                  <a:pt x="37" y="16"/>
                  <a:pt x="37" y="16"/>
                </a:cubicBezTo>
                <a:cubicBezTo>
                  <a:pt x="34" y="15"/>
                  <a:pt x="32" y="15"/>
                  <a:pt x="30" y="15"/>
                </a:cubicBezTo>
                <a:cubicBezTo>
                  <a:pt x="29" y="15"/>
                  <a:pt x="27" y="15"/>
                  <a:pt x="26" y="16"/>
                </a:cubicBezTo>
                <a:cubicBezTo>
                  <a:pt x="27" y="13"/>
                  <a:pt x="28" y="11"/>
                  <a:pt x="28" y="9"/>
                </a:cubicBezTo>
                <a:cubicBezTo>
                  <a:pt x="28" y="7"/>
                  <a:pt x="27" y="5"/>
                  <a:pt x="25" y="3"/>
                </a:cubicBezTo>
                <a:cubicBezTo>
                  <a:pt x="23" y="2"/>
                  <a:pt x="22" y="1"/>
                  <a:pt x="20" y="1"/>
                </a:cubicBezTo>
                <a:cubicBezTo>
                  <a:pt x="18" y="0"/>
                  <a:pt x="17" y="1"/>
                  <a:pt x="15" y="1"/>
                </a:cubicBezTo>
                <a:cubicBezTo>
                  <a:pt x="14" y="2"/>
                  <a:pt x="12" y="4"/>
                  <a:pt x="9" y="6"/>
                </a:cubicBezTo>
                <a:cubicBezTo>
                  <a:pt x="0" y="17"/>
                  <a:pt x="0" y="17"/>
                  <a:pt x="0" y="17"/>
                </a:cubicBezTo>
                <a:cubicBezTo>
                  <a:pt x="24" y="39"/>
                  <a:pt x="24" y="39"/>
                  <a:pt x="24" y="39"/>
                </a:cubicBezTo>
                <a:lnTo>
                  <a:pt x="29" y="34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1" name="Freeform 46"/>
          <p:cNvSpPr/>
          <p:nvPr>
            <p:custDataLst>
              <p:tags r:id="rId53"/>
            </p:custDataLst>
          </p:nvPr>
        </p:nvSpPr>
        <p:spPr bwMode="auto">
          <a:xfrm>
            <a:off x="11386820" y="273685"/>
            <a:ext cx="20955" cy="18415"/>
          </a:xfrm>
          <a:custGeom>
            <a:avLst/>
            <a:gdLst>
              <a:gd name="T0" fmla="*/ 15 w 36"/>
              <a:gd name="T1" fmla="*/ 30 h 32"/>
              <a:gd name="T2" fmla="*/ 18 w 36"/>
              <a:gd name="T3" fmla="*/ 25 h 32"/>
              <a:gd name="T4" fmla="*/ 24 w 36"/>
              <a:gd name="T5" fmla="*/ 25 h 32"/>
              <a:gd name="T6" fmla="*/ 28 w 36"/>
              <a:gd name="T7" fmla="*/ 22 h 32"/>
              <a:gd name="T8" fmla="*/ 29 w 36"/>
              <a:gd name="T9" fmla="*/ 17 h 32"/>
              <a:gd name="T10" fmla="*/ 27 w 36"/>
              <a:gd name="T11" fmla="*/ 14 h 32"/>
              <a:gd name="T12" fmla="*/ 25 w 36"/>
              <a:gd name="T13" fmla="*/ 14 h 32"/>
              <a:gd name="T14" fmla="*/ 23 w 36"/>
              <a:gd name="T15" fmla="*/ 15 h 32"/>
              <a:gd name="T16" fmla="*/ 19 w 36"/>
              <a:gd name="T17" fmla="*/ 19 h 32"/>
              <a:gd name="T18" fmla="*/ 12 w 36"/>
              <a:gd name="T19" fmla="*/ 23 h 32"/>
              <a:gd name="T20" fmla="*/ 4 w 36"/>
              <a:gd name="T21" fmla="*/ 22 h 32"/>
              <a:gd name="T22" fmla="*/ 1 w 36"/>
              <a:gd name="T23" fmla="*/ 18 h 32"/>
              <a:gd name="T24" fmla="*/ 1 w 36"/>
              <a:gd name="T25" fmla="*/ 13 h 32"/>
              <a:gd name="T26" fmla="*/ 3 w 36"/>
              <a:gd name="T27" fmla="*/ 7 h 32"/>
              <a:gd name="T28" fmla="*/ 11 w 36"/>
              <a:gd name="T29" fmla="*/ 1 h 32"/>
              <a:gd name="T30" fmla="*/ 19 w 36"/>
              <a:gd name="T31" fmla="*/ 2 h 32"/>
              <a:gd name="T32" fmla="*/ 15 w 36"/>
              <a:gd name="T33" fmla="*/ 8 h 32"/>
              <a:gd name="T34" fmla="*/ 11 w 36"/>
              <a:gd name="T35" fmla="*/ 7 h 32"/>
              <a:gd name="T36" fmla="*/ 8 w 36"/>
              <a:gd name="T37" fmla="*/ 10 h 32"/>
              <a:gd name="T38" fmla="*/ 7 w 36"/>
              <a:gd name="T39" fmla="*/ 14 h 32"/>
              <a:gd name="T40" fmla="*/ 8 w 36"/>
              <a:gd name="T41" fmla="*/ 16 h 32"/>
              <a:gd name="T42" fmla="*/ 10 w 36"/>
              <a:gd name="T43" fmla="*/ 17 h 32"/>
              <a:gd name="T44" fmla="*/ 15 w 36"/>
              <a:gd name="T45" fmla="*/ 13 h 32"/>
              <a:gd name="T46" fmla="*/ 21 w 36"/>
              <a:gd name="T47" fmla="*/ 8 h 32"/>
              <a:gd name="T48" fmla="*/ 26 w 36"/>
              <a:gd name="T49" fmla="*/ 7 h 32"/>
              <a:gd name="T50" fmla="*/ 31 w 36"/>
              <a:gd name="T51" fmla="*/ 9 h 32"/>
              <a:gd name="T52" fmla="*/ 35 w 36"/>
              <a:gd name="T53" fmla="*/ 13 h 32"/>
              <a:gd name="T54" fmla="*/ 35 w 36"/>
              <a:gd name="T55" fmla="*/ 19 h 32"/>
              <a:gd name="T56" fmla="*/ 32 w 36"/>
              <a:gd name="T57" fmla="*/ 25 h 32"/>
              <a:gd name="T58" fmla="*/ 25 w 36"/>
              <a:gd name="T59" fmla="*/ 32 h 32"/>
              <a:gd name="T60" fmla="*/ 15 w 36"/>
              <a:gd name="T61" fmla="*/ 30 h 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6" h="32">
                <a:moveTo>
                  <a:pt x="15" y="30"/>
                </a:moveTo>
                <a:cubicBezTo>
                  <a:pt x="18" y="25"/>
                  <a:pt x="18" y="25"/>
                  <a:pt x="18" y="25"/>
                </a:cubicBezTo>
                <a:cubicBezTo>
                  <a:pt x="20" y="26"/>
                  <a:pt x="22" y="26"/>
                  <a:pt x="24" y="25"/>
                </a:cubicBezTo>
                <a:cubicBezTo>
                  <a:pt x="25" y="25"/>
                  <a:pt x="26" y="24"/>
                  <a:pt x="28" y="22"/>
                </a:cubicBezTo>
                <a:cubicBezTo>
                  <a:pt x="29" y="20"/>
                  <a:pt x="29" y="19"/>
                  <a:pt x="29" y="17"/>
                </a:cubicBezTo>
                <a:cubicBezTo>
                  <a:pt x="29" y="16"/>
                  <a:pt x="28" y="15"/>
                  <a:pt x="27" y="14"/>
                </a:cubicBezTo>
                <a:cubicBezTo>
                  <a:pt x="27" y="14"/>
                  <a:pt x="26" y="14"/>
                  <a:pt x="25" y="14"/>
                </a:cubicBezTo>
                <a:cubicBezTo>
                  <a:pt x="25" y="14"/>
                  <a:pt x="24" y="14"/>
                  <a:pt x="23" y="15"/>
                </a:cubicBezTo>
                <a:cubicBezTo>
                  <a:pt x="22" y="15"/>
                  <a:pt x="21" y="17"/>
                  <a:pt x="19" y="19"/>
                </a:cubicBezTo>
                <a:cubicBezTo>
                  <a:pt x="16" y="21"/>
                  <a:pt x="14" y="22"/>
                  <a:pt x="12" y="23"/>
                </a:cubicBezTo>
                <a:cubicBezTo>
                  <a:pt x="9" y="24"/>
                  <a:pt x="7" y="23"/>
                  <a:pt x="4" y="22"/>
                </a:cubicBezTo>
                <a:cubicBezTo>
                  <a:pt x="3" y="21"/>
                  <a:pt x="2" y="20"/>
                  <a:pt x="1" y="18"/>
                </a:cubicBezTo>
                <a:cubicBezTo>
                  <a:pt x="1" y="16"/>
                  <a:pt x="0" y="15"/>
                  <a:pt x="1" y="13"/>
                </a:cubicBezTo>
                <a:cubicBezTo>
                  <a:pt x="1" y="11"/>
                  <a:pt x="2" y="9"/>
                  <a:pt x="3" y="7"/>
                </a:cubicBezTo>
                <a:cubicBezTo>
                  <a:pt x="6" y="3"/>
                  <a:pt x="8" y="1"/>
                  <a:pt x="11" y="1"/>
                </a:cubicBezTo>
                <a:cubicBezTo>
                  <a:pt x="14" y="0"/>
                  <a:pt x="16" y="0"/>
                  <a:pt x="19" y="2"/>
                </a:cubicBezTo>
                <a:cubicBezTo>
                  <a:pt x="15" y="8"/>
                  <a:pt x="15" y="8"/>
                  <a:pt x="15" y="8"/>
                </a:cubicBezTo>
                <a:cubicBezTo>
                  <a:pt x="14" y="7"/>
                  <a:pt x="12" y="7"/>
                  <a:pt x="11" y="7"/>
                </a:cubicBezTo>
                <a:cubicBezTo>
                  <a:pt x="10" y="7"/>
                  <a:pt x="9" y="8"/>
                  <a:pt x="8" y="10"/>
                </a:cubicBezTo>
                <a:cubicBezTo>
                  <a:pt x="7" y="11"/>
                  <a:pt x="6" y="13"/>
                  <a:pt x="7" y="14"/>
                </a:cubicBezTo>
                <a:cubicBezTo>
                  <a:pt x="7" y="15"/>
                  <a:pt x="7" y="16"/>
                  <a:pt x="8" y="16"/>
                </a:cubicBezTo>
                <a:cubicBezTo>
                  <a:pt x="8" y="17"/>
                  <a:pt x="9" y="17"/>
                  <a:pt x="10" y="17"/>
                </a:cubicBezTo>
                <a:cubicBezTo>
                  <a:pt x="11" y="16"/>
                  <a:pt x="13" y="15"/>
                  <a:pt x="15" y="13"/>
                </a:cubicBezTo>
                <a:cubicBezTo>
                  <a:pt x="18" y="10"/>
                  <a:pt x="20" y="9"/>
                  <a:pt x="21" y="8"/>
                </a:cubicBezTo>
                <a:cubicBezTo>
                  <a:pt x="23" y="7"/>
                  <a:pt x="24" y="7"/>
                  <a:pt x="26" y="7"/>
                </a:cubicBezTo>
                <a:cubicBezTo>
                  <a:pt x="28" y="7"/>
                  <a:pt x="29" y="8"/>
                  <a:pt x="31" y="9"/>
                </a:cubicBezTo>
                <a:cubicBezTo>
                  <a:pt x="33" y="10"/>
                  <a:pt x="34" y="11"/>
                  <a:pt x="35" y="13"/>
                </a:cubicBezTo>
                <a:cubicBezTo>
                  <a:pt x="35" y="15"/>
                  <a:pt x="36" y="17"/>
                  <a:pt x="35" y="19"/>
                </a:cubicBezTo>
                <a:cubicBezTo>
                  <a:pt x="35" y="21"/>
                  <a:pt x="34" y="23"/>
                  <a:pt x="32" y="25"/>
                </a:cubicBezTo>
                <a:cubicBezTo>
                  <a:pt x="30" y="29"/>
                  <a:pt x="27" y="31"/>
                  <a:pt x="25" y="32"/>
                </a:cubicBezTo>
                <a:cubicBezTo>
                  <a:pt x="22" y="32"/>
                  <a:pt x="19" y="32"/>
                  <a:pt x="15" y="3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2" name="Freeform 47"/>
          <p:cNvSpPr/>
          <p:nvPr>
            <p:custDataLst>
              <p:tags r:id="rId54"/>
            </p:custDataLst>
          </p:nvPr>
        </p:nvSpPr>
        <p:spPr bwMode="auto">
          <a:xfrm>
            <a:off x="11393805" y="264795"/>
            <a:ext cx="19050" cy="11430"/>
          </a:xfrm>
          <a:custGeom>
            <a:avLst/>
            <a:gdLst>
              <a:gd name="T0" fmla="*/ 81 w 89"/>
              <a:gd name="T1" fmla="*/ 53 h 53"/>
              <a:gd name="T2" fmla="*/ 0 w 89"/>
              <a:gd name="T3" fmla="*/ 16 h 53"/>
              <a:gd name="T4" fmla="*/ 8 w 89"/>
              <a:gd name="T5" fmla="*/ 0 h 53"/>
              <a:gd name="T6" fmla="*/ 89 w 89"/>
              <a:gd name="T7" fmla="*/ 37 h 53"/>
              <a:gd name="T8" fmla="*/ 81 w 89"/>
              <a:gd name="T9" fmla="*/ 53 h 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9" h="53">
                <a:moveTo>
                  <a:pt x="81" y="53"/>
                </a:moveTo>
                <a:lnTo>
                  <a:pt x="0" y="16"/>
                </a:lnTo>
                <a:lnTo>
                  <a:pt x="8" y="0"/>
                </a:lnTo>
                <a:lnTo>
                  <a:pt x="89" y="37"/>
                </a:lnTo>
                <a:lnTo>
                  <a:pt x="81" y="5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3" name="Freeform 48"/>
          <p:cNvSpPr/>
          <p:nvPr>
            <p:custDataLst>
              <p:tags r:id="rId55"/>
            </p:custDataLst>
          </p:nvPr>
        </p:nvSpPr>
        <p:spPr bwMode="auto">
          <a:xfrm>
            <a:off x="11396980" y="248920"/>
            <a:ext cx="21590" cy="15240"/>
          </a:xfrm>
          <a:custGeom>
            <a:avLst/>
            <a:gdLst>
              <a:gd name="T0" fmla="*/ 93 w 99"/>
              <a:gd name="T1" fmla="*/ 69 h 69"/>
              <a:gd name="T2" fmla="*/ 24 w 99"/>
              <a:gd name="T3" fmla="*/ 45 h 69"/>
              <a:gd name="T4" fmla="*/ 16 w 99"/>
              <a:gd name="T5" fmla="*/ 69 h 69"/>
              <a:gd name="T6" fmla="*/ 0 w 99"/>
              <a:gd name="T7" fmla="*/ 64 h 69"/>
              <a:gd name="T8" fmla="*/ 24 w 99"/>
              <a:gd name="T9" fmla="*/ 0 h 69"/>
              <a:gd name="T10" fmla="*/ 37 w 99"/>
              <a:gd name="T11" fmla="*/ 5 h 69"/>
              <a:gd name="T12" fmla="*/ 29 w 99"/>
              <a:gd name="T13" fmla="*/ 29 h 69"/>
              <a:gd name="T14" fmla="*/ 99 w 99"/>
              <a:gd name="T15" fmla="*/ 53 h 69"/>
              <a:gd name="T16" fmla="*/ 93 w 99"/>
              <a:gd name="T17" fmla="*/ 69 h 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9" h="69">
                <a:moveTo>
                  <a:pt x="93" y="69"/>
                </a:moveTo>
                <a:lnTo>
                  <a:pt x="24" y="45"/>
                </a:lnTo>
                <a:lnTo>
                  <a:pt x="16" y="69"/>
                </a:lnTo>
                <a:lnTo>
                  <a:pt x="0" y="64"/>
                </a:lnTo>
                <a:lnTo>
                  <a:pt x="24" y="0"/>
                </a:lnTo>
                <a:lnTo>
                  <a:pt x="37" y="5"/>
                </a:lnTo>
                <a:lnTo>
                  <a:pt x="29" y="29"/>
                </a:lnTo>
                <a:lnTo>
                  <a:pt x="99" y="53"/>
                </a:lnTo>
                <a:lnTo>
                  <a:pt x="93" y="69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4" name="Freeform 49"/>
          <p:cNvSpPr/>
          <p:nvPr>
            <p:custDataLst>
              <p:tags r:id="rId56"/>
            </p:custDataLst>
          </p:nvPr>
        </p:nvSpPr>
        <p:spPr bwMode="auto">
          <a:xfrm>
            <a:off x="11402695" y="230505"/>
            <a:ext cx="20955" cy="17780"/>
          </a:xfrm>
          <a:custGeom>
            <a:avLst/>
            <a:gdLst>
              <a:gd name="T0" fmla="*/ 91 w 97"/>
              <a:gd name="T1" fmla="*/ 65 h 81"/>
              <a:gd name="T2" fmla="*/ 57 w 97"/>
              <a:gd name="T3" fmla="*/ 59 h 81"/>
              <a:gd name="T4" fmla="*/ 0 w 97"/>
              <a:gd name="T5" fmla="*/ 81 h 81"/>
              <a:gd name="T6" fmla="*/ 3 w 97"/>
              <a:gd name="T7" fmla="*/ 59 h 81"/>
              <a:gd name="T8" fmla="*/ 41 w 97"/>
              <a:gd name="T9" fmla="*/ 46 h 81"/>
              <a:gd name="T10" fmla="*/ 11 w 97"/>
              <a:gd name="T11" fmla="*/ 19 h 81"/>
              <a:gd name="T12" fmla="*/ 14 w 97"/>
              <a:gd name="T13" fmla="*/ 0 h 81"/>
              <a:gd name="T14" fmla="*/ 59 w 97"/>
              <a:gd name="T15" fmla="*/ 41 h 81"/>
              <a:gd name="T16" fmla="*/ 97 w 97"/>
              <a:gd name="T17" fmla="*/ 49 h 81"/>
              <a:gd name="T18" fmla="*/ 91 w 97"/>
              <a:gd name="T19" fmla="*/ 65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97" h="81">
                <a:moveTo>
                  <a:pt x="91" y="65"/>
                </a:moveTo>
                <a:lnTo>
                  <a:pt x="57" y="59"/>
                </a:lnTo>
                <a:lnTo>
                  <a:pt x="0" y="81"/>
                </a:lnTo>
                <a:lnTo>
                  <a:pt x="3" y="59"/>
                </a:lnTo>
                <a:lnTo>
                  <a:pt x="41" y="46"/>
                </a:lnTo>
                <a:lnTo>
                  <a:pt x="11" y="19"/>
                </a:lnTo>
                <a:lnTo>
                  <a:pt x="14" y="0"/>
                </a:lnTo>
                <a:lnTo>
                  <a:pt x="59" y="41"/>
                </a:lnTo>
                <a:lnTo>
                  <a:pt x="97" y="49"/>
                </a:lnTo>
                <a:lnTo>
                  <a:pt x="91" y="65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5" name="Freeform 50"/>
          <p:cNvSpPr>
            <a:spLocks noEditPoints="1"/>
          </p:cNvSpPr>
          <p:nvPr>
            <p:custDataLst>
              <p:tags r:id="rId57"/>
            </p:custDataLst>
          </p:nvPr>
        </p:nvSpPr>
        <p:spPr bwMode="auto">
          <a:xfrm>
            <a:off x="11192510" y="113030"/>
            <a:ext cx="203200" cy="203835"/>
          </a:xfrm>
          <a:custGeom>
            <a:avLst/>
            <a:gdLst>
              <a:gd name="T0" fmla="*/ 175 w 350"/>
              <a:gd name="T1" fmla="*/ 0 h 350"/>
              <a:gd name="T2" fmla="*/ 0 w 350"/>
              <a:gd name="T3" fmla="*/ 175 h 350"/>
              <a:gd name="T4" fmla="*/ 175 w 350"/>
              <a:gd name="T5" fmla="*/ 350 h 350"/>
              <a:gd name="T6" fmla="*/ 350 w 350"/>
              <a:gd name="T7" fmla="*/ 175 h 350"/>
              <a:gd name="T8" fmla="*/ 175 w 350"/>
              <a:gd name="T9" fmla="*/ 0 h 350"/>
              <a:gd name="T10" fmla="*/ 175 w 350"/>
              <a:gd name="T11" fmla="*/ 7 h 350"/>
              <a:gd name="T12" fmla="*/ 343 w 350"/>
              <a:gd name="T13" fmla="*/ 175 h 350"/>
              <a:gd name="T14" fmla="*/ 325 w 350"/>
              <a:gd name="T15" fmla="*/ 250 h 350"/>
              <a:gd name="T16" fmla="*/ 25 w 350"/>
              <a:gd name="T17" fmla="*/ 250 h 350"/>
              <a:gd name="T18" fmla="*/ 25 w 350"/>
              <a:gd name="T19" fmla="*/ 250 h 350"/>
              <a:gd name="T20" fmla="*/ 7 w 350"/>
              <a:gd name="T21" fmla="*/ 175 h 350"/>
              <a:gd name="T22" fmla="*/ 175 w 350"/>
              <a:gd name="T23" fmla="*/ 7 h 350"/>
              <a:gd name="T24" fmla="*/ 175 w 350"/>
              <a:gd name="T25" fmla="*/ 343 h 350"/>
              <a:gd name="T26" fmla="*/ 29 w 350"/>
              <a:gd name="T27" fmla="*/ 259 h 350"/>
              <a:gd name="T28" fmla="*/ 321 w 350"/>
              <a:gd name="T29" fmla="*/ 259 h 350"/>
              <a:gd name="T30" fmla="*/ 175 w 350"/>
              <a:gd name="T31" fmla="*/ 343 h 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350" h="350">
                <a:moveTo>
                  <a:pt x="175" y="0"/>
                </a:moveTo>
                <a:cubicBezTo>
                  <a:pt x="78" y="0"/>
                  <a:pt x="0" y="78"/>
                  <a:pt x="0" y="175"/>
                </a:cubicBezTo>
                <a:cubicBezTo>
                  <a:pt x="0" y="271"/>
                  <a:pt x="78" y="350"/>
                  <a:pt x="175" y="350"/>
                </a:cubicBezTo>
                <a:cubicBezTo>
                  <a:pt x="272" y="350"/>
                  <a:pt x="350" y="271"/>
                  <a:pt x="350" y="175"/>
                </a:cubicBezTo>
                <a:cubicBezTo>
                  <a:pt x="350" y="78"/>
                  <a:pt x="272" y="0"/>
                  <a:pt x="175" y="0"/>
                </a:cubicBezTo>
                <a:close/>
                <a:moveTo>
                  <a:pt x="175" y="7"/>
                </a:moveTo>
                <a:cubicBezTo>
                  <a:pt x="268" y="7"/>
                  <a:pt x="343" y="82"/>
                  <a:pt x="343" y="175"/>
                </a:cubicBezTo>
                <a:cubicBezTo>
                  <a:pt x="343" y="202"/>
                  <a:pt x="337" y="228"/>
                  <a:pt x="3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25" y="250"/>
                  <a:pt x="25" y="250"/>
                  <a:pt x="25" y="250"/>
                </a:cubicBezTo>
                <a:cubicBezTo>
                  <a:pt x="13" y="228"/>
                  <a:pt x="7" y="202"/>
                  <a:pt x="7" y="175"/>
                </a:cubicBezTo>
                <a:cubicBezTo>
                  <a:pt x="7" y="82"/>
                  <a:pt x="82" y="7"/>
                  <a:pt x="175" y="7"/>
                </a:cubicBezTo>
                <a:close/>
                <a:moveTo>
                  <a:pt x="175" y="343"/>
                </a:moveTo>
                <a:cubicBezTo>
                  <a:pt x="113" y="343"/>
                  <a:pt x="58" y="309"/>
                  <a:pt x="29" y="259"/>
                </a:cubicBezTo>
                <a:cubicBezTo>
                  <a:pt x="321" y="259"/>
                  <a:pt x="321" y="259"/>
                  <a:pt x="321" y="259"/>
                </a:cubicBezTo>
                <a:cubicBezTo>
                  <a:pt x="292" y="309"/>
                  <a:pt x="237" y="343"/>
                  <a:pt x="175" y="343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6" name="Freeform 51"/>
          <p:cNvSpPr>
            <a:spLocks noEditPoints="1"/>
          </p:cNvSpPr>
          <p:nvPr>
            <p:custDataLst>
              <p:tags r:id="rId58"/>
            </p:custDataLst>
          </p:nvPr>
        </p:nvSpPr>
        <p:spPr bwMode="auto">
          <a:xfrm>
            <a:off x="11205845" y="125730"/>
            <a:ext cx="176530" cy="132080"/>
          </a:xfrm>
          <a:custGeom>
            <a:avLst/>
            <a:gdLst>
              <a:gd name="T0" fmla="*/ 256 w 304"/>
              <a:gd name="T1" fmla="*/ 187 h 227"/>
              <a:gd name="T2" fmla="*/ 171 w 304"/>
              <a:gd name="T3" fmla="*/ 200 h 227"/>
              <a:gd name="T4" fmla="*/ 203 w 304"/>
              <a:gd name="T5" fmla="*/ 152 h 227"/>
              <a:gd name="T6" fmla="*/ 232 w 304"/>
              <a:gd name="T7" fmla="*/ 167 h 227"/>
              <a:gd name="T8" fmla="*/ 252 w 304"/>
              <a:gd name="T9" fmla="*/ 152 h 227"/>
              <a:gd name="T10" fmla="*/ 281 w 304"/>
              <a:gd name="T11" fmla="*/ 167 h 227"/>
              <a:gd name="T12" fmla="*/ 294 w 304"/>
              <a:gd name="T13" fmla="*/ 152 h 227"/>
              <a:gd name="T14" fmla="*/ 263 w 304"/>
              <a:gd name="T15" fmla="*/ 131 h 227"/>
              <a:gd name="T16" fmla="*/ 194 w 304"/>
              <a:gd name="T17" fmla="*/ 86 h 227"/>
              <a:gd name="T18" fmla="*/ 110 w 304"/>
              <a:gd name="T19" fmla="*/ 86 h 227"/>
              <a:gd name="T20" fmla="*/ 49 w 304"/>
              <a:gd name="T21" fmla="*/ 116 h 227"/>
              <a:gd name="T22" fmla="*/ 10 w 304"/>
              <a:gd name="T23" fmla="*/ 137 h 227"/>
              <a:gd name="T24" fmla="*/ 26 w 304"/>
              <a:gd name="T25" fmla="*/ 163 h 227"/>
              <a:gd name="T26" fmla="*/ 60 w 304"/>
              <a:gd name="T27" fmla="*/ 136 h 227"/>
              <a:gd name="T28" fmla="*/ 75 w 304"/>
              <a:gd name="T29" fmla="*/ 163 h 227"/>
              <a:gd name="T30" fmla="*/ 109 w 304"/>
              <a:gd name="T31" fmla="*/ 135 h 227"/>
              <a:gd name="T32" fmla="*/ 131 w 304"/>
              <a:gd name="T33" fmla="*/ 151 h 227"/>
              <a:gd name="T34" fmla="*/ 134 w 304"/>
              <a:gd name="T35" fmla="*/ 200 h 227"/>
              <a:gd name="T36" fmla="*/ 48 w 304"/>
              <a:gd name="T37" fmla="*/ 187 h 227"/>
              <a:gd name="T38" fmla="*/ 0 w 304"/>
              <a:gd name="T39" fmla="*/ 204 h 227"/>
              <a:gd name="T40" fmla="*/ 106 w 304"/>
              <a:gd name="T41" fmla="*/ 206 h 227"/>
              <a:gd name="T42" fmla="*/ 199 w 304"/>
              <a:gd name="T43" fmla="*/ 206 h 227"/>
              <a:gd name="T44" fmla="*/ 304 w 304"/>
              <a:gd name="T45" fmla="*/ 204 h 227"/>
              <a:gd name="T46" fmla="*/ 220 w 304"/>
              <a:gd name="T47" fmla="*/ 86 h 227"/>
              <a:gd name="T48" fmla="*/ 216 w 304"/>
              <a:gd name="T49" fmla="*/ 133 h 227"/>
              <a:gd name="T50" fmla="*/ 220 w 304"/>
              <a:gd name="T51" fmla="*/ 86 h 227"/>
              <a:gd name="T52" fmla="*/ 71 w 304"/>
              <a:gd name="T53" fmla="*/ 115 h 227"/>
              <a:gd name="T54" fmla="*/ 101 w 304"/>
              <a:gd name="T55" fmla="*/ 104 h 227"/>
              <a:gd name="T56" fmla="*/ 160 w 304"/>
              <a:gd name="T57" fmla="*/ 118 h 227"/>
              <a:gd name="T58" fmla="*/ 147 w 304"/>
              <a:gd name="T59" fmla="*/ 92 h 227"/>
              <a:gd name="T60" fmla="*/ 117 w 304"/>
              <a:gd name="T61" fmla="*/ 117 h 227"/>
              <a:gd name="T62" fmla="*/ 194 w 304"/>
              <a:gd name="T63" fmla="*/ 134 h 227"/>
              <a:gd name="T64" fmla="*/ 175 w 304"/>
              <a:gd name="T65" fmla="*/ 118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304" h="227">
                <a:moveTo>
                  <a:pt x="299" y="190"/>
                </a:moveTo>
                <a:cubicBezTo>
                  <a:pt x="275" y="209"/>
                  <a:pt x="256" y="187"/>
                  <a:pt x="256" y="187"/>
                </a:cubicBezTo>
                <a:cubicBezTo>
                  <a:pt x="225" y="217"/>
                  <a:pt x="199" y="189"/>
                  <a:pt x="199" y="189"/>
                </a:cubicBezTo>
                <a:cubicBezTo>
                  <a:pt x="180" y="203"/>
                  <a:pt x="171" y="200"/>
                  <a:pt x="171" y="200"/>
                </a:cubicBezTo>
                <a:cubicBezTo>
                  <a:pt x="165" y="152"/>
                  <a:pt x="165" y="152"/>
                  <a:pt x="165" y="152"/>
                </a:cubicBezTo>
                <a:cubicBezTo>
                  <a:pt x="203" y="152"/>
                  <a:pt x="203" y="152"/>
                  <a:pt x="203" y="152"/>
                </a:cubicBezTo>
                <a:cubicBezTo>
                  <a:pt x="210" y="167"/>
                  <a:pt x="210" y="167"/>
                  <a:pt x="210" y="167"/>
                </a:cubicBezTo>
                <a:cubicBezTo>
                  <a:pt x="232" y="167"/>
                  <a:pt x="232" y="167"/>
                  <a:pt x="232" y="167"/>
                </a:cubicBezTo>
                <a:cubicBezTo>
                  <a:pt x="225" y="152"/>
                  <a:pt x="225" y="152"/>
                  <a:pt x="225" y="152"/>
                </a:cubicBezTo>
                <a:cubicBezTo>
                  <a:pt x="252" y="152"/>
                  <a:pt x="252" y="152"/>
                  <a:pt x="252" y="152"/>
                </a:cubicBezTo>
                <a:cubicBezTo>
                  <a:pt x="258" y="168"/>
                  <a:pt x="258" y="168"/>
                  <a:pt x="258" y="168"/>
                </a:cubicBezTo>
                <a:cubicBezTo>
                  <a:pt x="281" y="167"/>
                  <a:pt x="281" y="167"/>
                  <a:pt x="281" y="167"/>
                </a:cubicBezTo>
                <a:cubicBezTo>
                  <a:pt x="275" y="152"/>
                  <a:pt x="275" y="152"/>
                  <a:pt x="275" y="152"/>
                </a:cubicBezTo>
                <a:cubicBezTo>
                  <a:pt x="294" y="152"/>
                  <a:pt x="294" y="152"/>
                  <a:pt x="294" y="152"/>
                </a:cubicBezTo>
                <a:cubicBezTo>
                  <a:pt x="294" y="130"/>
                  <a:pt x="294" y="130"/>
                  <a:pt x="294" y="130"/>
                </a:cubicBezTo>
                <a:cubicBezTo>
                  <a:pt x="263" y="131"/>
                  <a:pt x="263" y="131"/>
                  <a:pt x="263" y="131"/>
                </a:cubicBezTo>
                <a:cubicBezTo>
                  <a:pt x="225" y="54"/>
                  <a:pt x="225" y="54"/>
                  <a:pt x="225" y="54"/>
                </a:cubicBezTo>
                <a:cubicBezTo>
                  <a:pt x="194" y="86"/>
                  <a:pt x="194" y="86"/>
                  <a:pt x="194" y="86"/>
                </a:cubicBezTo>
                <a:cubicBezTo>
                  <a:pt x="152" y="0"/>
                  <a:pt x="152" y="0"/>
                  <a:pt x="152" y="0"/>
                </a:cubicBezTo>
                <a:cubicBezTo>
                  <a:pt x="110" y="86"/>
                  <a:pt x="110" y="86"/>
                  <a:pt x="110" y="86"/>
                </a:cubicBezTo>
                <a:cubicBezTo>
                  <a:pt x="80" y="54"/>
                  <a:pt x="80" y="54"/>
                  <a:pt x="80" y="54"/>
                </a:cubicBezTo>
                <a:cubicBezTo>
                  <a:pt x="49" y="116"/>
                  <a:pt x="49" y="116"/>
                  <a:pt x="49" y="116"/>
                </a:cubicBezTo>
                <a:cubicBezTo>
                  <a:pt x="10" y="114"/>
                  <a:pt x="10" y="114"/>
                  <a:pt x="10" y="114"/>
                </a:cubicBezTo>
                <a:cubicBezTo>
                  <a:pt x="10" y="137"/>
                  <a:pt x="10" y="137"/>
                  <a:pt x="10" y="137"/>
                </a:cubicBezTo>
                <a:cubicBezTo>
                  <a:pt x="39" y="136"/>
                  <a:pt x="39" y="136"/>
                  <a:pt x="39" y="136"/>
                </a:cubicBezTo>
                <a:cubicBezTo>
                  <a:pt x="26" y="163"/>
                  <a:pt x="26" y="163"/>
                  <a:pt x="26" y="163"/>
                </a:cubicBezTo>
                <a:cubicBezTo>
                  <a:pt x="48" y="163"/>
                  <a:pt x="48" y="163"/>
                  <a:pt x="48" y="163"/>
                </a:cubicBezTo>
                <a:cubicBezTo>
                  <a:pt x="60" y="136"/>
                  <a:pt x="60" y="136"/>
                  <a:pt x="60" y="136"/>
                </a:cubicBezTo>
                <a:cubicBezTo>
                  <a:pt x="87" y="135"/>
                  <a:pt x="87" y="135"/>
                  <a:pt x="87" y="135"/>
                </a:cubicBezTo>
                <a:cubicBezTo>
                  <a:pt x="75" y="163"/>
                  <a:pt x="75" y="163"/>
                  <a:pt x="75" y="163"/>
                </a:cubicBezTo>
                <a:cubicBezTo>
                  <a:pt x="96" y="163"/>
                  <a:pt x="96" y="163"/>
                  <a:pt x="96" y="163"/>
                </a:cubicBezTo>
                <a:cubicBezTo>
                  <a:pt x="109" y="135"/>
                  <a:pt x="109" y="135"/>
                  <a:pt x="109" y="135"/>
                </a:cubicBezTo>
                <a:cubicBezTo>
                  <a:pt x="142" y="136"/>
                  <a:pt x="142" y="136"/>
                  <a:pt x="142" y="136"/>
                </a:cubicBezTo>
                <a:cubicBezTo>
                  <a:pt x="131" y="151"/>
                  <a:pt x="131" y="151"/>
                  <a:pt x="131" y="151"/>
                </a:cubicBezTo>
                <a:cubicBezTo>
                  <a:pt x="140" y="152"/>
                  <a:pt x="140" y="152"/>
                  <a:pt x="140" y="152"/>
                </a:cubicBezTo>
                <a:cubicBezTo>
                  <a:pt x="134" y="200"/>
                  <a:pt x="134" y="200"/>
                  <a:pt x="134" y="200"/>
                </a:cubicBezTo>
                <a:cubicBezTo>
                  <a:pt x="123" y="202"/>
                  <a:pt x="106" y="188"/>
                  <a:pt x="106" y="188"/>
                </a:cubicBezTo>
                <a:cubicBezTo>
                  <a:pt x="75" y="217"/>
                  <a:pt x="48" y="187"/>
                  <a:pt x="48" y="187"/>
                </a:cubicBezTo>
                <a:cubicBezTo>
                  <a:pt x="28" y="209"/>
                  <a:pt x="5" y="191"/>
                  <a:pt x="5" y="191"/>
                </a:cubicBezTo>
                <a:cubicBezTo>
                  <a:pt x="0" y="204"/>
                  <a:pt x="0" y="204"/>
                  <a:pt x="0" y="204"/>
                </a:cubicBezTo>
                <a:cubicBezTo>
                  <a:pt x="25" y="220"/>
                  <a:pt x="48" y="205"/>
                  <a:pt x="48" y="205"/>
                </a:cubicBezTo>
                <a:cubicBezTo>
                  <a:pt x="81" y="226"/>
                  <a:pt x="106" y="206"/>
                  <a:pt x="106" y="206"/>
                </a:cubicBezTo>
                <a:cubicBezTo>
                  <a:pt x="138" y="227"/>
                  <a:pt x="152" y="207"/>
                  <a:pt x="152" y="207"/>
                </a:cubicBezTo>
                <a:cubicBezTo>
                  <a:pt x="173" y="226"/>
                  <a:pt x="199" y="206"/>
                  <a:pt x="199" y="206"/>
                </a:cubicBezTo>
                <a:cubicBezTo>
                  <a:pt x="225" y="226"/>
                  <a:pt x="255" y="205"/>
                  <a:pt x="255" y="205"/>
                </a:cubicBezTo>
                <a:cubicBezTo>
                  <a:pt x="281" y="221"/>
                  <a:pt x="304" y="204"/>
                  <a:pt x="304" y="204"/>
                </a:cubicBezTo>
                <a:lnTo>
                  <a:pt x="299" y="190"/>
                </a:lnTo>
                <a:close/>
                <a:moveTo>
                  <a:pt x="220" y="86"/>
                </a:moveTo>
                <a:cubicBezTo>
                  <a:pt x="242" y="132"/>
                  <a:pt x="242" y="132"/>
                  <a:pt x="242" y="132"/>
                </a:cubicBezTo>
                <a:cubicBezTo>
                  <a:pt x="216" y="133"/>
                  <a:pt x="216" y="133"/>
                  <a:pt x="216" y="133"/>
                </a:cubicBezTo>
                <a:cubicBezTo>
                  <a:pt x="203" y="104"/>
                  <a:pt x="203" y="104"/>
                  <a:pt x="203" y="104"/>
                </a:cubicBezTo>
                <a:lnTo>
                  <a:pt x="220" y="86"/>
                </a:lnTo>
                <a:close/>
                <a:moveTo>
                  <a:pt x="96" y="116"/>
                </a:moveTo>
                <a:cubicBezTo>
                  <a:pt x="71" y="115"/>
                  <a:pt x="71" y="115"/>
                  <a:pt x="71" y="115"/>
                </a:cubicBezTo>
                <a:cubicBezTo>
                  <a:pt x="85" y="87"/>
                  <a:pt x="85" y="87"/>
                  <a:pt x="85" y="87"/>
                </a:cubicBezTo>
                <a:cubicBezTo>
                  <a:pt x="101" y="104"/>
                  <a:pt x="101" y="104"/>
                  <a:pt x="101" y="104"/>
                </a:cubicBezTo>
                <a:lnTo>
                  <a:pt x="96" y="116"/>
                </a:lnTo>
                <a:close/>
                <a:moveTo>
                  <a:pt x="160" y="118"/>
                </a:moveTo>
                <a:cubicBezTo>
                  <a:pt x="157" y="92"/>
                  <a:pt x="157" y="92"/>
                  <a:pt x="157" y="92"/>
                </a:cubicBezTo>
                <a:cubicBezTo>
                  <a:pt x="147" y="92"/>
                  <a:pt x="147" y="92"/>
                  <a:pt x="147" y="92"/>
                </a:cubicBezTo>
                <a:cubicBezTo>
                  <a:pt x="144" y="118"/>
                  <a:pt x="144" y="118"/>
                  <a:pt x="144" y="118"/>
                </a:cubicBezTo>
                <a:cubicBezTo>
                  <a:pt x="117" y="117"/>
                  <a:pt x="117" y="117"/>
                  <a:pt x="117" y="117"/>
                </a:cubicBezTo>
                <a:cubicBezTo>
                  <a:pt x="152" y="42"/>
                  <a:pt x="152" y="42"/>
                  <a:pt x="152" y="42"/>
                </a:cubicBezTo>
                <a:cubicBezTo>
                  <a:pt x="194" y="134"/>
                  <a:pt x="194" y="134"/>
                  <a:pt x="194" y="134"/>
                </a:cubicBezTo>
                <a:cubicBezTo>
                  <a:pt x="162" y="135"/>
                  <a:pt x="162" y="135"/>
                  <a:pt x="162" y="135"/>
                </a:cubicBezTo>
                <a:cubicBezTo>
                  <a:pt x="175" y="118"/>
                  <a:pt x="175" y="118"/>
                  <a:pt x="175" y="118"/>
                </a:cubicBezTo>
                <a:lnTo>
                  <a:pt x="160" y="1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7" name="Freeform 52"/>
          <p:cNvSpPr/>
          <p:nvPr>
            <p:custDataLst>
              <p:tags r:id="rId59"/>
            </p:custDataLst>
          </p:nvPr>
        </p:nvSpPr>
        <p:spPr bwMode="auto">
          <a:xfrm>
            <a:off x="11171555" y="154940"/>
            <a:ext cx="10160" cy="12700"/>
          </a:xfrm>
          <a:custGeom>
            <a:avLst/>
            <a:gdLst>
              <a:gd name="T0" fmla="*/ 15 w 18"/>
              <a:gd name="T1" fmla="*/ 21 h 22"/>
              <a:gd name="T2" fmla="*/ 17 w 18"/>
              <a:gd name="T3" fmla="*/ 20 h 22"/>
              <a:gd name="T4" fmla="*/ 16 w 18"/>
              <a:gd name="T5" fmla="*/ 14 h 22"/>
              <a:gd name="T6" fmla="*/ 9 w 18"/>
              <a:gd name="T7" fmla="*/ 2 h 22"/>
              <a:gd name="T8" fmla="*/ 1 w 18"/>
              <a:gd name="T9" fmla="*/ 0 h 22"/>
              <a:gd name="T10" fmla="*/ 0 w 18"/>
              <a:gd name="T11" fmla="*/ 2 h 22"/>
              <a:gd name="T12" fmla="*/ 6 w 18"/>
              <a:gd name="T13" fmla="*/ 7 h 22"/>
              <a:gd name="T14" fmla="*/ 13 w 18"/>
              <a:gd name="T15" fmla="*/ 16 h 22"/>
              <a:gd name="T16" fmla="*/ 15 w 18"/>
              <a:gd name="T17" fmla="*/ 21 h 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8" h="22">
                <a:moveTo>
                  <a:pt x="15" y="21"/>
                </a:moveTo>
                <a:cubicBezTo>
                  <a:pt x="15" y="21"/>
                  <a:pt x="17" y="22"/>
                  <a:pt x="17" y="20"/>
                </a:cubicBezTo>
                <a:cubicBezTo>
                  <a:pt x="17" y="20"/>
                  <a:pt x="18" y="16"/>
                  <a:pt x="16" y="14"/>
                </a:cubicBezTo>
                <a:cubicBezTo>
                  <a:pt x="16" y="14"/>
                  <a:pt x="10" y="6"/>
                  <a:pt x="9" y="2"/>
                </a:cubicBezTo>
                <a:cubicBezTo>
                  <a:pt x="9" y="2"/>
                  <a:pt x="8" y="0"/>
                  <a:pt x="1" y="0"/>
                </a:cubicBezTo>
                <a:cubicBezTo>
                  <a:pt x="1" y="0"/>
                  <a:pt x="0" y="2"/>
                  <a:pt x="0" y="2"/>
                </a:cubicBezTo>
                <a:cubicBezTo>
                  <a:pt x="1" y="3"/>
                  <a:pt x="4" y="2"/>
                  <a:pt x="6" y="7"/>
                </a:cubicBezTo>
                <a:cubicBezTo>
                  <a:pt x="13" y="16"/>
                  <a:pt x="13" y="16"/>
                  <a:pt x="13" y="16"/>
                </a:cubicBezTo>
                <a:cubicBezTo>
                  <a:pt x="13" y="16"/>
                  <a:pt x="16" y="19"/>
                  <a:pt x="15" y="2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8" name="Freeform 53"/>
          <p:cNvSpPr/>
          <p:nvPr>
            <p:custDataLst>
              <p:tags r:id="rId60"/>
            </p:custDataLst>
          </p:nvPr>
        </p:nvSpPr>
        <p:spPr bwMode="auto">
          <a:xfrm>
            <a:off x="11187430" y="159385"/>
            <a:ext cx="7620" cy="10160"/>
          </a:xfrm>
          <a:custGeom>
            <a:avLst/>
            <a:gdLst>
              <a:gd name="T0" fmla="*/ 11 w 13"/>
              <a:gd name="T1" fmla="*/ 1 h 18"/>
              <a:gd name="T2" fmla="*/ 3 w 13"/>
              <a:gd name="T3" fmla="*/ 0 h 18"/>
              <a:gd name="T4" fmla="*/ 3 w 13"/>
              <a:gd name="T5" fmla="*/ 3 h 18"/>
              <a:gd name="T6" fmla="*/ 5 w 13"/>
              <a:gd name="T7" fmla="*/ 16 h 18"/>
              <a:gd name="T8" fmla="*/ 8 w 13"/>
              <a:gd name="T9" fmla="*/ 15 h 18"/>
              <a:gd name="T10" fmla="*/ 12 w 13"/>
              <a:gd name="T11" fmla="*/ 4 h 18"/>
              <a:gd name="T12" fmla="*/ 11 w 13"/>
              <a:gd name="T13" fmla="*/ 1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" h="18">
                <a:moveTo>
                  <a:pt x="11" y="1"/>
                </a:moveTo>
                <a:cubicBezTo>
                  <a:pt x="3" y="0"/>
                  <a:pt x="3" y="0"/>
                  <a:pt x="3" y="0"/>
                </a:cubicBezTo>
                <a:cubicBezTo>
                  <a:pt x="3" y="0"/>
                  <a:pt x="0" y="1"/>
                  <a:pt x="3" y="3"/>
                </a:cubicBezTo>
                <a:cubicBezTo>
                  <a:pt x="3" y="3"/>
                  <a:pt x="7" y="11"/>
                  <a:pt x="5" y="16"/>
                </a:cubicBezTo>
                <a:cubicBezTo>
                  <a:pt x="5" y="16"/>
                  <a:pt x="7" y="18"/>
                  <a:pt x="8" y="15"/>
                </a:cubicBezTo>
                <a:cubicBezTo>
                  <a:pt x="8" y="15"/>
                  <a:pt x="10" y="6"/>
                  <a:pt x="12" y="4"/>
                </a:cubicBezTo>
                <a:cubicBezTo>
                  <a:pt x="12" y="4"/>
                  <a:pt x="13" y="2"/>
                  <a:pt x="11" y="1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9" name="Freeform 54"/>
          <p:cNvSpPr/>
          <p:nvPr>
            <p:custDataLst>
              <p:tags r:id="rId61"/>
            </p:custDataLst>
          </p:nvPr>
        </p:nvSpPr>
        <p:spPr bwMode="auto">
          <a:xfrm>
            <a:off x="11176000" y="165100"/>
            <a:ext cx="10795" cy="21590"/>
          </a:xfrm>
          <a:custGeom>
            <a:avLst/>
            <a:gdLst>
              <a:gd name="T0" fmla="*/ 17 w 19"/>
              <a:gd name="T1" fmla="*/ 2 h 37"/>
              <a:gd name="T2" fmla="*/ 15 w 19"/>
              <a:gd name="T3" fmla="*/ 2 h 37"/>
              <a:gd name="T4" fmla="*/ 13 w 19"/>
              <a:gd name="T5" fmla="*/ 13 h 37"/>
              <a:gd name="T6" fmla="*/ 12 w 19"/>
              <a:gd name="T7" fmla="*/ 23 h 37"/>
              <a:gd name="T8" fmla="*/ 11 w 19"/>
              <a:gd name="T9" fmla="*/ 29 h 37"/>
              <a:gd name="T10" fmla="*/ 10 w 19"/>
              <a:gd name="T11" fmla="*/ 29 h 37"/>
              <a:gd name="T12" fmla="*/ 1 w 19"/>
              <a:gd name="T13" fmla="*/ 20 h 37"/>
              <a:gd name="T14" fmla="*/ 1 w 19"/>
              <a:gd name="T15" fmla="*/ 22 h 37"/>
              <a:gd name="T16" fmla="*/ 7 w 19"/>
              <a:gd name="T17" fmla="*/ 36 h 37"/>
              <a:gd name="T18" fmla="*/ 14 w 19"/>
              <a:gd name="T19" fmla="*/ 37 h 37"/>
              <a:gd name="T20" fmla="*/ 19 w 19"/>
              <a:gd name="T21" fmla="*/ 23 h 37"/>
              <a:gd name="T22" fmla="*/ 19 w 19"/>
              <a:gd name="T23" fmla="*/ 14 h 37"/>
              <a:gd name="T24" fmla="*/ 17 w 19"/>
              <a:gd name="T25" fmla="*/ 2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9" h="37">
                <a:moveTo>
                  <a:pt x="17" y="2"/>
                </a:moveTo>
                <a:cubicBezTo>
                  <a:pt x="17" y="2"/>
                  <a:pt x="16" y="0"/>
                  <a:pt x="15" y="2"/>
                </a:cubicBezTo>
                <a:cubicBezTo>
                  <a:pt x="15" y="2"/>
                  <a:pt x="15" y="10"/>
                  <a:pt x="13" y="13"/>
                </a:cubicBezTo>
                <a:cubicBezTo>
                  <a:pt x="13" y="13"/>
                  <a:pt x="13" y="21"/>
                  <a:pt x="12" y="23"/>
                </a:cubicBezTo>
                <a:cubicBezTo>
                  <a:pt x="12" y="23"/>
                  <a:pt x="11" y="28"/>
                  <a:pt x="11" y="29"/>
                </a:cubicBezTo>
                <a:cubicBezTo>
                  <a:pt x="10" y="29"/>
                  <a:pt x="10" y="29"/>
                  <a:pt x="10" y="29"/>
                </a:cubicBezTo>
                <a:cubicBezTo>
                  <a:pt x="10" y="29"/>
                  <a:pt x="6" y="17"/>
                  <a:pt x="1" y="20"/>
                </a:cubicBezTo>
                <a:cubicBezTo>
                  <a:pt x="1" y="20"/>
                  <a:pt x="0" y="21"/>
                  <a:pt x="1" y="22"/>
                </a:cubicBezTo>
                <a:cubicBezTo>
                  <a:pt x="1" y="22"/>
                  <a:pt x="7" y="33"/>
                  <a:pt x="7" y="36"/>
                </a:cubicBezTo>
                <a:cubicBezTo>
                  <a:pt x="7" y="36"/>
                  <a:pt x="11" y="37"/>
                  <a:pt x="14" y="37"/>
                </a:cubicBezTo>
                <a:cubicBezTo>
                  <a:pt x="14" y="37"/>
                  <a:pt x="18" y="27"/>
                  <a:pt x="19" y="23"/>
                </a:cubicBezTo>
                <a:cubicBezTo>
                  <a:pt x="19" y="23"/>
                  <a:pt x="19" y="16"/>
                  <a:pt x="19" y="14"/>
                </a:cubicBezTo>
                <a:cubicBezTo>
                  <a:pt x="19" y="14"/>
                  <a:pt x="18" y="6"/>
                  <a:pt x="17" y="2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0" name="Freeform 55"/>
          <p:cNvSpPr/>
          <p:nvPr>
            <p:custDataLst>
              <p:tags r:id="rId62"/>
            </p:custDataLst>
          </p:nvPr>
        </p:nvSpPr>
        <p:spPr bwMode="auto">
          <a:xfrm>
            <a:off x="11317605" y="94615"/>
            <a:ext cx="36195" cy="17780"/>
          </a:xfrm>
          <a:custGeom>
            <a:avLst/>
            <a:gdLst>
              <a:gd name="T0" fmla="*/ 62 w 62"/>
              <a:gd name="T1" fmla="*/ 10 h 30"/>
              <a:gd name="T2" fmla="*/ 59 w 62"/>
              <a:gd name="T3" fmla="*/ 10 h 30"/>
              <a:gd name="T4" fmla="*/ 54 w 62"/>
              <a:gd name="T5" fmla="*/ 9 h 30"/>
              <a:gd name="T6" fmla="*/ 53 w 62"/>
              <a:gd name="T7" fmla="*/ 2 h 30"/>
              <a:gd name="T8" fmla="*/ 51 w 62"/>
              <a:gd name="T9" fmla="*/ 1 h 30"/>
              <a:gd name="T10" fmla="*/ 48 w 62"/>
              <a:gd name="T11" fmla="*/ 6 h 30"/>
              <a:gd name="T12" fmla="*/ 47 w 62"/>
              <a:gd name="T13" fmla="*/ 8 h 30"/>
              <a:gd name="T14" fmla="*/ 36 w 62"/>
              <a:gd name="T15" fmla="*/ 9 h 30"/>
              <a:gd name="T16" fmla="*/ 39 w 62"/>
              <a:gd name="T17" fmla="*/ 4 h 30"/>
              <a:gd name="T18" fmla="*/ 37 w 62"/>
              <a:gd name="T19" fmla="*/ 3 h 30"/>
              <a:gd name="T20" fmla="*/ 31 w 62"/>
              <a:gd name="T21" fmla="*/ 11 h 30"/>
              <a:gd name="T22" fmla="*/ 36 w 62"/>
              <a:gd name="T23" fmla="*/ 16 h 30"/>
              <a:gd name="T24" fmla="*/ 28 w 62"/>
              <a:gd name="T25" fmla="*/ 20 h 30"/>
              <a:gd name="T26" fmla="*/ 4 w 62"/>
              <a:gd name="T27" fmla="*/ 26 h 30"/>
              <a:gd name="T28" fmla="*/ 5 w 62"/>
              <a:gd name="T29" fmla="*/ 29 h 30"/>
              <a:gd name="T30" fmla="*/ 25 w 62"/>
              <a:gd name="T31" fmla="*/ 26 h 30"/>
              <a:gd name="T32" fmla="*/ 52 w 62"/>
              <a:gd name="T33" fmla="*/ 14 h 30"/>
              <a:gd name="T34" fmla="*/ 62 w 62"/>
              <a:gd name="T35" fmla="*/ 14 h 30"/>
              <a:gd name="T36" fmla="*/ 62 w 62"/>
              <a:gd name="T37" fmla="*/ 1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62" h="30">
                <a:moveTo>
                  <a:pt x="62" y="10"/>
                </a:moveTo>
                <a:cubicBezTo>
                  <a:pt x="61" y="9"/>
                  <a:pt x="59" y="10"/>
                  <a:pt x="59" y="10"/>
                </a:cubicBezTo>
                <a:cubicBezTo>
                  <a:pt x="54" y="9"/>
                  <a:pt x="54" y="9"/>
                  <a:pt x="54" y="9"/>
                </a:cubicBezTo>
                <a:cubicBezTo>
                  <a:pt x="56" y="8"/>
                  <a:pt x="53" y="2"/>
                  <a:pt x="53" y="2"/>
                </a:cubicBezTo>
                <a:cubicBezTo>
                  <a:pt x="52" y="0"/>
                  <a:pt x="51" y="1"/>
                  <a:pt x="51" y="1"/>
                </a:cubicBezTo>
                <a:cubicBezTo>
                  <a:pt x="49" y="2"/>
                  <a:pt x="48" y="6"/>
                  <a:pt x="48" y="6"/>
                </a:cubicBezTo>
                <a:cubicBezTo>
                  <a:pt x="47" y="8"/>
                  <a:pt x="47" y="8"/>
                  <a:pt x="47" y="8"/>
                </a:cubicBezTo>
                <a:cubicBezTo>
                  <a:pt x="36" y="9"/>
                  <a:pt x="36" y="9"/>
                  <a:pt x="36" y="9"/>
                </a:cubicBezTo>
                <a:cubicBezTo>
                  <a:pt x="35" y="6"/>
                  <a:pt x="39" y="4"/>
                  <a:pt x="39" y="4"/>
                </a:cubicBezTo>
                <a:cubicBezTo>
                  <a:pt x="41" y="2"/>
                  <a:pt x="37" y="3"/>
                  <a:pt x="37" y="3"/>
                </a:cubicBezTo>
                <a:cubicBezTo>
                  <a:pt x="32" y="6"/>
                  <a:pt x="31" y="11"/>
                  <a:pt x="31" y="11"/>
                </a:cubicBezTo>
                <a:cubicBezTo>
                  <a:pt x="31" y="16"/>
                  <a:pt x="35" y="16"/>
                  <a:pt x="36" y="16"/>
                </a:cubicBezTo>
                <a:cubicBezTo>
                  <a:pt x="35" y="16"/>
                  <a:pt x="28" y="20"/>
                  <a:pt x="28" y="20"/>
                </a:cubicBezTo>
                <a:cubicBezTo>
                  <a:pt x="18" y="26"/>
                  <a:pt x="4" y="26"/>
                  <a:pt x="4" y="26"/>
                </a:cubicBezTo>
                <a:cubicBezTo>
                  <a:pt x="0" y="28"/>
                  <a:pt x="5" y="29"/>
                  <a:pt x="5" y="29"/>
                </a:cubicBezTo>
                <a:cubicBezTo>
                  <a:pt x="9" y="30"/>
                  <a:pt x="25" y="26"/>
                  <a:pt x="25" y="26"/>
                </a:cubicBezTo>
                <a:cubicBezTo>
                  <a:pt x="49" y="21"/>
                  <a:pt x="52" y="14"/>
                  <a:pt x="52" y="14"/>
                </a:cubicBezTo>
                <a:cubicBezTo>
                  <a:pt x="56" y="15"/>
                  <a:pt x="62" y="14"/>
                  <a:pt x="62" y="14"/>
                </a:cubicBezTo>
                <a:lnTo>
                  <a:pt x="62" y="10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1" name="Freeform 56"/>
          <p:cNvSpPr/>
          <p:nvPr>
            <p:custDataLst>
              <p:tags r:id="rId63"/>
            </p:custDataLst>
          </p:nvPr>
        </p:nvSpPr>
        <p:spPr bwMode="auto">
          <a:xfrm>
            <a:off x="11336020" y="111760"/>
            <a:ext cx="10795" cy="10795"/>
          </a:xfrm>
          <a:custGeom>
            <a:avLst/>
            <a:gdLst>
              <a:gd name="T0" fmla="*/ 11 w 19"/>
              <a:gd name="T1" fmla="*/ 5 h 18"/>
              <a:gd name="T2" fmla="*/ 4 w 19"/>
              <a:gd name="T3" fmla="*/ 15 h 18"/>
              <a:gd name="T4" fmla="*/ 3 w 19"/>
              <a:gd name="T5" fmla="*/ 18 h 18"/>
              <a:gd name="T6" fmla="*/ 15 w 19"/>
              <a:gd name="T7" fmla="*/ 15 h 18"/>
              <a:gd name="T8" fmla="*/ 14 w 19"/>
              <a:gd name="T9" fmla="*/ 5 h 18"/>
              <a:gd name="T10" fmla="*/ 11 w 19"/>
              <a:gd name="T11" fmla="*/ 5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9" h="18">
                <a:moveTo>
                  <a:pt x="11" y="5"/>
                </a:moveTo>
                <a:cubicBezTo>
                  <a:pt x="11" y="5"/>
                  <a:pt x="7" y="15"/>
                  <a:pt x="4" y="15"/>
                </a:cubicBezTo>
                <a:cubicBezTo>
                  <a:pt x="4" y="15"/>
                  <a:pt x="0" y="17"/>
                  <a:pt x="3" y="18"/>
                </a:cubicBezTo>
                <a:cubicBezTo>
                  <a:pt x="3" y="18"/>
                  <a:pt x="11" y="15"/>
                  <a:pt x="15" y="15"/>
                </a:cubicBezTo>
                <a:cubicBezTo>
                  <a:pt x="15" y="15"/>
                  <a:pt x="19" y="11"/>
                  <a:pt x="14" y="5"/>
                </a:cubicBezTo>
                <a:cubicBezTo>
                  <a:pt x="14" y="5"/>
                  <a:pt x="12" y="0"/>
                  <a:pt x="11" y="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2" name="Freeform 57"/>
          <p:cNvSpPr>
            <a:spLocks noEditPoints="1"/>
          </p:cNvSpPr>
          <p:nvPr>
            <p:custDataLst>
              <p:tags r:id="rId64"/>
            </p:custDataLst>
          </p:nvPr>
        </p:nvSpPr>
        <p:spPr bwMode="auto">
          <a:xfrm>
            <a:off x="11389995" y="160655"/>
            <a:ext cx="38100" cy="24130"/>
          </a:xfrm>
          <a:custGeom>
            <a:avLst/>
            <a:gdLst>
              <a:gd name="T0" fmla="*/ 64 w 66"/>
              <a:gd name="T1" fmla="*/ 20 h 42"/>
              <a:gd name="T2" fmla="*/ 63 w 66"/>
              <a:gd name="T3" fmla="*/ 20 h 42"/>
              <a:gd name="T4" fmla="*/ 59 w 66"/>
              <a:gd name="T5" fmla="*/ 16 h 42"/>
              <a:gd name="T6" fmla="*/ 56 w 66"/>
              <a:gd name="T7" fmla="*/ 12 h 42"/>
              <a:gd name="T8" fmla="*/ 53 w 66"/>
              <a:gd name="T9" fmla="*/ 11 h 42"/>
              <a:gd name="T10" fmla="*/ 45 w 66"/>
              <a:gd name="T11" fmla="*/ 5 h 42"/>
              <a:gd name="T12" fmla="*/ 47 w 66"/>
              <a:gd name="T13" fmla="*/ 2 h 42"/>
              <a:gd name="T14" fmla="*/ 46 w 66"/>
              <a:gd name="T15" fmla="*/ 0 h 42"/>
              <a:gd name="T16" fmla="*/ 40 w 66"/>
              <a:gd name="T17" fmla="*/ 2 h 42"/>
              <a:gd name="T18" fmla="*/ 43 w 66"/>
              <a:gd name="T19" fmla="*/ 6 h 42"/>
              <a:gd name="T20" fmla="*/ 51 w 66"/>
              <a:gd name="T21" fmla="*/ 12 h 42"/>
              <a:gd name="T22" fmla="*/ 51 w 66"/>
              <a:gd name="T23" fmla="*/ 18 h 42"/>
              <a:gd name="T24" fmla="*/ 47 w 66"/>
              <a:gd name="T25" fmla="*/ 17 h 42"/>
              <a:gd name="T26" fmla="*/ 29 w 66"/>
              <a:gd name="T27" fmla="*/ 6 h 42"/>
              <a:gd name="T28" fmla="*/ 23 w 66"/>
              <a:gd name="T29" fmla="*/ 7 h 42"/>
              <a:gd name="T30" fmla="*/ 24 w 66"/>
              <a:gd name="T31" fmla="*/ 11 h 42"/>
              <a:gd name="T32" fmla="*/ 29 w 66"/>
              <a:gd name="T33" fmla="*/ 15 h 42"/>
              <a:gd name="T34" fmla="*/ 23 w 66"/>
              <a:gd name="T35" fmla="*/ 14 h 42"/>
              <a:gd name="T36" fmla="*/ 21 w 66"/>
              <a:gd name="T37" fmla="*/ 19 h 42"/>
              <a:gd name="T38" fmla="*/ 20 w 66"/>
              <a:gd name="T39" fmla="*/ 25 h 42"/>
              <a:gd name="T40" fmla="*/ 7 w 66"/>
              <a:gd name="T41" fmla="*/ 5 h 42"/>
              <a:gd name="T42" fmla="*/ 1 w 66"/>
              <a:gd name="T43" fmla="*/ 24 h 42"/>
              <a:gd name="T44" fmla="*/ 8 w 66"/>
              <a:gd name="T45" fmla="*/ 31 h 42"/>
              <a:gd name="T46" fmla="*/ 15 w 66"/>
              <a:gd name="T47" fmla="*/ 30 h 42"/>
              <a:gd name="T48" fmla="*/ 17 w 66"/>
              <a:gd name="T49" fmla="*/ 31 h 42"/>
              <a:gd name="T50" fmla="*/ 16 w 66"/>
              <a:gd name="T51" fmla="*/ 36 h 42"/>
              <a:gd name="T52" fmla="*/ 17 w 66"/>
              <a:gd name="T53" fmla="*/ 38 h 42"/>
              <a:gd name="T54" fmla="*/ 21 w 66"/>
              <a:gd name="T55" fmla="*/ 36 h 42"/>
              <a:gd name="T56" fmla="*/ 20 w 66"/>
              <a:gd name="T57" fmla="*/ 28 h 42"/>
              <a:gd name="T58" fmla="*/ 25 w 66"/>
              <a:gd name="T59" fmla="*/ 20 h 42"/>
              <a:gd name="T60" fmla="*/ 36 w 66"/>
              <a:gd name="T61" fmla="*/ 20 h 42"/>
              <a:gd name="T62" fmla="*/ 34 w 66"/>
              <a:gd name="T63" fmla="*/ 14 h 42"/>
              <a:gd name="T64" fmla="*/ 42 w 66"/>
              <a:gd name="T65" fmla="*/ 19 h 42"/>
              <a:gd name="T66" fmla="*/ 45 w 66"/>
              <a:gd name="T67" fmla="*/ 20 h 42"/>
              <a:gd name="T68" fmla="*/ 51 w 66"/>
              <a:gd name="T69" fmla="*/ 23 h 42"/>
              <a:gd name="T70" fmla="*/ 64 w 66"/>
              <a:gd name="T71" fmla="*/ 26 h 42"/>
              <a:gd name="T72" fmla="*/ 64 w 66"/>
              <a:gd name="T73" fmla="*/ 20 h 42"/>
              <a:gd name="T74" fmla="*/ 10 w 66"/>
              <a:gd name="T75" fmla="*/ 28 h 42"/>
              <a:gd name="T76" fmla="*/ 5 w 66"/>
              <a:gd name="T77" fmla="*/ 17 h 42"/>
              <a:gd name="T78" fmla="*/ 11 w 66"/>
              <a:gd name="T79" fmla="*/ 18 h 42"/>
              <a:gd name="T80" fmla="*/ 15 w 66"/>
              <a:gd name="T81" fmla="*/ 24 h 42"/>
              <a:gd name="T82" fmla="*/ 10 w 66"/>
              <a:gd name="T83" fmla="*/ 28 h 42"/>
              <a:gd name="T84" fmla="*/ 56 w 66"/>
              <a:gd name="T85" fmla="*/ 18 h 42"/>
              <a:gd name="T86" fmla="*/ 58 w 66"/>
              <a:gd name="T87" fmla="*/ 18 h 42"/>
              <a:gd name="T88" fmla="*/ 59 w 66"/>
              <a:gd name="T89" fmla="*/ 20 h 42"/>
              <a:gd name="T90" fmla="*/ 56 w 66"/>
              <a:gd name="T91" fmla="*/ 18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66" h="42">
                <a:moveTo>
                  <a:pt x="64" y="20"/>
                </a:moveTo>
                <a:cubicBezTo>
                  <a:pt x="63" y="20"/>
                  <a:pt x="63" y="20"/>
                  <a:pt x="63" y="20"/>
                </a:cubicBezTo>
                <a:cubicBezTo>
                  <a:pt x="59" y="16"/>
                  <a:pt x="59" y="16"/>
                  <a:pt x="59" y="16"/>
                </a:cubicBezTo>
                <a:cubicBezTo>
                  <a:pt x="59" y="16"/>
                  <a:pt x="55" y="17"/>
                  <a:pt x="56" y="12"/>
                </a:cubicBezTo>
                <a:cubicBezTo>
                  <a:pt x="56" y="12"/>
                  <a:pt x="56" y="11"/>
                  <a:pt x="53" y="11"/>
                </a:cubicBezTo>
                <a:cubicBezTo>
                  <a:pt x="45" y="5"/>
                  <a:pt x="45" y="5"/>
                  <a:pt x="45" y="5"/>
                </a:cubicBezTo>
                <a:cubicBezTo>
                  <a:pt x="45" y="5"/>
                  <a:pt x="43" y="3"/>
                  <a:pt x="47" y="2"/>
                </a:cubicBezTo>
                <a:cubicBezTo>
                  <a:pt x="47" y="2"/>
                  <a:pt x="51" y="1"/>
                  <a:pt x="46" y="0"/>
                </a:cubicBezTo>
                <a:cubicBezTo>
                  <a:pt x="46" y="0"/>
                  <a:pt x="40" y="1"/>
                  <a:pt x="40" y="2"/>
                </a:cubicBezTo>
                <a:cubicBezTo>
                  <a:pt x="40" y="2"/>
                  <a:pt x="39" y="7"/>
                  <a:pt x="43" y="6"/>
                </a:cubicBezTo>
                <a:cubicBezTo>
                  <a:pt x="43" y="6"/>
                  <a:pt x="50" y="11"/>
                  <a:pt x="51" y="12"/>
                </a:cubicBezTo>
                <a:cubicBezTo>
                  <a:pt x="51" y="12"/>
                  <a:pt x="50" y="16"/>
                  <a:pt x="51" y="18"/>
                </a:cubicBezTo>
                <a:cubicBezTo>
                  <a:pt x="51" y="18"/>
                  <a:pt x="50" y="19"/>
                  <a:pt x="47" y="17"/>
                </a:cubicBezTo>
                <a:cubicBezTo>
                  <a:pt x="47" y="17"/>
                  <a:pt x="29" y="9"/>
                  <a:pt x="29" y="6"/>
                </a:cubicBezTo>
                <a:cubicBezTo>
                  <a:pt x="29" y="6"/>
                  <a:pt x="25" y="6"/>
                  <a:pt x="23" y="7"/>
                </a:cubicBezTo>
                <a:cubicBezTo>
                  <a:pt x="23" y="7"/>
                  <a:pt x="23" y="11"/>
                  <a:pt x="24" y="11"/>
                </a:cubicBezTo>
                <a:cubicBezTo>
                  <a:pt x="29" y="15"/>
                  <a:pt x="29" y="15"/>
                  <a:pt x="29" y="15"/>
                </a:cubicBezTo>
                <a:cubicBezTo>
                  <a:pt x="29" y="15"/>
                  <a:pt x="27" y="16"/>
                  <a:pt x="23" y="14"/>
                </a:cubicBezTo>
                <a:cubicBezTo>
                  <a:pt x="23" y="14"/>
                  <a:pt x="18" y="15"/>
                  <a:pt x="21" y="19"/>
                </a:cubicBezTo>
                <a:cubicBezTo>
                  <a:pt x="21" y="19"/>
                  <a:pt x="23" y="23"/>
                  <a:pt x="20" y="25"/>
                </a:cubicBezTo>
                <a:cubicBezTo>
                  <a:pt x="20" y="25"/>
                  <a:pt x="20" y="16"/>
                  <a:pt x="7" y="5"/>
                </a:cubicBezTo>
                <a:cubicBezTo>
                  <a:pt x="7" y="5"/>
                  <a:pt x="3" y="6"/>
                  <a:pt x="1" y="24"/>
                </a:cubicBezTo>
                <a:cubicBezTo>
                  <a:pt x="1" y="24"/>
                  <a:pt x="0" y="32"/>
                  <a:pt x="8" y="31"/>
                </a:cubicBezTo>
                <a:cubicBezTo>
                  <a:pt x="15" y="30"/>
                  <a:pt x="15" y="30"/>
                  <a:pt x="15" y="30"/>
                </a:cubicBezTo>
                <a:cubicBezTo>
                  <a:pt x="15" y="30"/>
                  <a:pt x="16" y="29"/>
                  <a:pt x="17" y="31"/>
                </a:cubicBezTo>
                <a:cubicBezTo>
                  <a:pt x="16" y="36"/>
                  <a:pt x="16" y="36"/>
                  <a:pt x="16" y="36"/>
                </a:cubicBezTo>
                <a:cubicBezTo>
                  <a:pt x="16" y="36"/>
                  <a:pt x="14" y="37"/>
                  <a:pt x="17" y="38"/>
                </a:cubicBezTo>
                <a:cubicBezTo>
                  <a:pt x="17" y="38"/>
                  <a:pt x="19" y="42"/>
                  <a:pt x="21" y="36"/>
                </a:cubicBezTo>
                <a:cubicBezTo>
                  <a:pt x="20" y="28"/>
                  <a:pt x="20" y="28"/>
                  <a:pt x="20" y="28"/>
                </a:cubicBezTo>
                <a:cubicBezTo>
                  <a:pt x="20" y="28"/>
                  <a:pt x="26" y="29"/>
                  <a:pt x="25" y="20"/>
                </a:cubicBezTo>
                <a:cubicBezTo>
                  <a:pt x="36" y="20"/>
                  <a:pt x="36" y="20"/>
                  <a:pt x="36" y="20"/>
                </a:cubicBezTo>
                <a:cubicBezTo>
                  <a:pt x="36" y="20"/>
                  <a:pt x="39" y="18"/>
                  <a:pt x="34" y="14"/>
                </a:cubicBezTo>
                <a:cubicBezTo>
                  <a:pt x="34" y="14"/>
                  <a:pt x="40" y="17"/>
                  <a:pt x="42" y="19"/>
                </a:cubicBezTo>
                <a:cubicBezTo>
                  <a:pt x="42" y="19"/>
                  <a:pt x="42" y="20"/>
                  <a:pt x="45" y="20"/>
                </a:cubicBezTo>
                <a:cubicBezTo>
                  <a:pt x="45" y="20"/>
                  <a:pt x="46" y="22"/>
                  <a:pt x="51" y="23"/>
                </a:cubicBezTo>
                <a:cubicBezTo>
                  <a:pt x="51" y="23"/>
                  <a:pt x="52" y="26"/>
                  <a:pt x="64" y="26"/>
                </a:cubicBezTo>
                <a:cubicBezTo>
                  <a:pt x="64" y="26"/>
                  <a:pt x="66" y="22"/>
                  <a:pt x="64" y="20"/>
                </a:cubicBezTo>
                <a:close/>
                <a:moveTo>
                  <a:pt x="10" y="28"/>
                </a:moveTo>
                <a:cubicBezTo>
                  <a:pt x="2" y="28"/>
                  <a:pt x="5" y="17"/>
                  <a:pt x="5" y="17"/>
                </a:cubicBezTo>
                <a:cubicBezTo>
                  <a:pt x="5" y="11"/>
                  <a:pt x="11" y="18"/>
                  <a:pt x="11" y="18"/>
                </a:cubicBezTo>
                <a:cubicBezTo>
                  <a:pt x="15" y="24"/>
                  <a:pt x="15" y="24"/>
                  <a:pt x="15" y="24"/>
                </a:cubicBezTo>
                <a:cubicBezTo>
                  <a:pt x="18" y="29"/>
                  <a:pt x="10" y="28"/>
                  <a:pt x="10" y="28"/>
                </a:cubicBezTo>
                <a:close/>
                <a:moveTo>
                  <a:pt x="56" y="18"/>
                </a:moveTo>
                <a:cubicBezTo>
                  <a:pt x="56" y="18"/>
                  <a:pt x="57" y="18"/>
                  <a:pt x="58" y="18"/>
                </a:cubicBezTo>
                <a:cubicBezTo>
                  <a:pt x="59" y="20"/>
                  <a:pt x="59" y="20"/>
                  <a:pt x="59" y="20"/>
                </a:cubicBezTo>
                <a:cubicBezTo>
                  <a:pt x="59" y="20"/>
                  <a:pt x="54" y="20"/>
                  <a:pt x="56" y="18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3" name="Freeform 58"/>
          <p:cNvSpPr>
            <a:spLocks noEditPoints="1"/>
          </p:cNvSpPr>
          <p:nvPr>
            <p:custDataLst>
              <p:tags r:id="rId65"/>
            </p:custDataLst>
          </p:nvPr>
        </p:nvSpPr>
        <p:spPr bwMode="auto">
          <a:xfrm>
            <a:off x="11233150" y="88265"/>
            <a:ext cx="17145" cy="36830"/>
          </a:xfrm>
          <a:custGeom>
            <a:avLst/>
            <a:gdLst>
              <a:gd name="T0" fmla="*/ 22 w 29"/>
              <a:gd name="T1" fmla="*/ 41 h 63"/>
              <a:gd name="T2" fmla="*/ 23 w 29"/>
              <a:gd name="T3" fmla="*/ 30 h 63"/>
              <a:gd name="T4" fmla="*/ 21 w 29"/>
              <a:gd name="T5" fmla="*/ 28 h 63"/>
              <a:gd name="T6" fmla="*/ 21 w 29"/>
              <a:gd name="T7" fmla="*/ 26 h 63"/>
              <a:gd name="T8" fmla="*/ 19 w 29"/>
              <a:gd name="T9" fmla="*/ 25 h 63"/>
              <a:gd name="T10" fmla="*/ 15 w 29"/>
              <a:gd name="T11" fmla="*/ 24 h 63"/>
              <a:gd name="T12" fmla="*/ 15 w 29"/>
              <a:gd name="T13" fmla="*/ 21 h 63"/>
              <a:gd name="T14" fmla="*/ 20 w 29"/>
              <a:gd name="T15" fmla="*/ 14 h 63"/>
              <a:gd name="T16" fmla="*/ 19 w 29"/>
              <a:gd name="T17" fmla="*/ 5 h 63"/>
              <a:gd name="T18" fmla="*/ 17 w 29"/>
              <a:gd name="T19" fmla="*/ 4 h 63"/>
              <a:gd name="T20" fmla="*/ 16 w 29"/>
              <a:gd name="T21" fmla="*/ 7 h 63"/>
              <a:gd name="T22" fmla="*/ 12 w 29"/>
              <a:gd name="T23" fmla="*/ 14 h 63"/>
              <a:gd name="T24" fmla="*/ 11 w 29"/>
              <a:gd name="T25" fmla="*/ 4 h 63"/>
              <a:gd name="T26" fmla="*/ 9 w 29"/>
              <a:gd name="T27" fmla="*/ 1 h 63"/>
              <a:gd name="T28" fmla="*/ 8 w 29"/>
              <a:gd name="T29" fmla="*/ 4 h 63"/>
              <a:gd name="T30" fmla="*/ 8 w 29"/>
              <a:gd name="T31" fmla="*/ 23 h 63"/>
              <a:gd name="T32" fmla="*/ 5 w 29"/>
              <a:gd name="T33" fmla="*/ 28 h 63"/>
              <a:gd name="T34" fmla="*/ 4 w 29"/>
              <a:gd name="T35" fmla="*/ 32 h 63"/>
              <a:gd name="T36" fmla="*/ 9 w 29"/>
              <a:gd name="T37" fmla="*/ 33 h 63"/>
              <a:gd name="T38" fmla="*/ 9 w 29"/>
              <a:gd name="T39" fmla="*/ 45 h 63"/>
              <a:gd name="T40" fmla="*/ 9 w 29"/>
              <a:gd name="T41" fmla="*/ 48 h 63"/>
              <a:gd name="T42" fmla="*/ 14 w 29"/>
              <a:gd name="T43" fmla="*/ 49 h 63"/>
              <a:gd name="T44" fmla="*/ 17 w 29"/>
              <a:gd name="T45" fmla="*/ 43 h 63"/>
              <a:gd name="T46" fmla="*/ 18 w 29"/>
              <a:gd name="T47" fmla="*/ 44 h 63"/>
              <a:gd name="T48" fmla="*/ 19 w 29"/>
              <a:gd name="T49" fmla="*/ 49 h 63"/>
              <a:gd name="T50" fmla="*/ 16 w 29"/>
              <a:gd name="T51" fmla="*/ 55 h 63"/>
              <a:gd name="T52" fmla="*/ 14 w 29"/>
              <a:gd name="T53" fmla="*/ 57 h 63"/>
              <a:gd name="T54" fmla="*/ 16 w 29"/>
              <a:gd name="T55" fmla="*/ 62 h 63"/>
              <a:gd name="T56" fmla="*/ 19 w 29"/>
              <a:gd name="T57" fmla="*/ 59 h 63"/>
              <a:gd name="T58" fmla="*/ 19 w 29"/>
              <a:gd name="T59" fmla="*/ 55 h 63"/>
              <a:gd name="T60" fmla="*/ 29 w 29"/>
              <a:gd name="T61" fmla="*/ 56 h 63"/>
              <a:gd name="T62" fmla="*/ 27 w 29"/>
              <a:gd name="T63" fmla="*/ 51 h 63"/>
              <a:gd name="T64" fmla="*/ 22 w 29"/>
              <a:gd name="T65" fmla="*/ 41 h 63"/>
              <a:gd name="T66" fmla="*/ 15 w 29"/>
              <a:gd name="T67" fmla="*/ 39 h 63"/>
              <a:gd name="T68" fmla="*/ 13 w 29"/>
              <a:gd name="T69" fmla="*/ 42 h 63"/>
              <a:gd name="T70" fmla="*/ 12 w 29"/>
              <a:gd name="T71" fmla="*/ 32 h 63"/>
              <a:gd name="T72" fmla="*/ 13 w 29"/>
              <a:gd name="T73" fmla="*/ 27 h 63"/>
              <a:gd name="T74" fmla="*/ 15 w 29"/>
              <a:gd name="T75" fmla="*/ 34 h 63"/>
              <a:gd name="T76" fmla="*/ 15 w 29"/>
              <a:gd name="T77" fmla="*/ 3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29" h="63">
                <a:moveTo>
                  <a:pt x="22" y="41"/>
                </a:moveTo>
                <a:cubicBezTo>
                  <a:pt x="22" y="41"/>
                  <a:pt x="20" y="39"/>
                  <a:pt x="23" y="30"/>
                </a:cubicBezTo>
                <a:cubicBezTo>
                  <a:pt x="21" y="28"/>
                  <a:pt x="21" y="28"/>
                  <a:pt x="21" y="28"/>
                </a:cubicBezTo>
                <a:cubicBezTo>
                  <a:pt x="21" y="26"/>
                  <a:pt x="21" y="26"/>
                  <a:pt x="21" y="26"/>
                </a:cubicBezTo>
                <a:cubicBezTo>
                  <a:pt x="19" y="25"/>
                  <a:pt x="19" y="25"/>
                  <a:pt x="19" y="25"/>
                </a:cubicBezTo>
                <a:cubicBezTo>
                  <a:pt x="19" y="25"/>
                  <a:pt x="17" y="23"/>
                  <a:pt x="15" y="24"/>
                </a:cubicBezTo>
                <a:cubicBezTo>
                  <a:pt x="15" y="24"/>
                  <a:pt x="13" y="25"/>
                  <a:pt x="15" y="21"/>
                </a:cubicBezTo>
                <a:cubicBezTo>
                  <a:pt x="20" y="14"/>
                  <a:pt x="20" y="14"/>
                  <a:pt x="20" y="14"/>
                </a:cubicBezTo>
                <a:cubicBezTo>
                  <a:pt x="19" y="5"/>
                  <a:pt x="19" y="5"/>
                  <a:pt x="19" y="5"/>
                </a:cubicBezTo>
                <a:cubicBezTo>
                  <a:pt x="19" y="5"/>
                  <a:pt x="20" y="3"/>
                  <a:pt x="17" y="4"/>
                </a:cubicBezTo>
                <a:cubicBezTo>
                  <a:pt x="17" y="4"/>
                  <a:pt x="17" y="5"/>
                  <a:pt x="16" y="7"/>
                </a:cubicBezTo>
                <a:cubicBezTo>
                  <a:pt x="14" y="9"/>
                  <a:pt x="13" y="12"/>
                  <a:pt x="12" y="14"/>
                </a:cubicBezTo>
                <a:cubicBezTo>
                  <a:pt x="12" y="14"/>
                  <a:pt x="12" y="6"/>
                  <a:pt x="11" y="4"/>
                </a:cubicBezTo>
                <a:cubicBezTo>
                  <a:pt x="9" y="1"/>
                  <a:pt x="9" y="1"/>
                  <a:pt x="9" y="1"/>
                </a:cubicBezTo>
                <a:cubicBezTo>
                  <a:pt x="9" y="1"/>
                  <a:pt x="6" y="0"/>
                  <a:pt x="8" y="4"/>
                </a:cubicBezTo>
                <a:cubicBezTo>
                  <a:pt x="8" y="23"/>
                  <a:pt x="8" y="23"/>
                  <a:pt x="8" y="23"/>
                </a:cubicBezTo>
                <a:cubicBezTo>
                  <a:pt x="5" y="28"/>
                  <a:pt x="5" y="28"/>
                  <a:pt x="5" y="28"/>
                </a:cubicBezTo>
                <a:cubicBezTo>
                  <a:pt x="5" y="28"/>
                  <a:pt x="0" y="29"/>
                  <a:pt x="4" y="32"/>
                </a:cubicBezTo>
                <a:cubicBezTo>
                  <a:pt x="9" y="33"/>
                  <a:pt x="9" y="33"/>
                  <a:pt x="9" y="33"/>
                </a:cubicBezTo>
                <a:cubicBezTo>
                  <a:pt x="9" y="45"/>
                  <a:pt x="9" y="45"/>
                  <a:pt x="9" y="45"/>
                </a:cubicBezTo>
                <a:cubicBezTo>
                  <a:pt x="9" y="48"/>
                  <a:pt x="9" y="48"/>
                  <a:pt x="9" y="48"/>
                </a:cubicBezTo>
                <a:cubicBezTo>
                  <a:pt x="14" y="49"/>
                  <a:pt x="14" y="49"/>
                  <a:pt x="14" y="49"/>
                </a:cubicBezTo>
                <a:cubicBezTo>
                  <a:pt x="17" y="43"/>
                  <a:pt x="17" y="43"/>
                  <a:pt x="17" y="43"/>
                </a:cubicBezTo>
                <a:cubicBezTo>
                  <a:pt x="17" y="43"/>
                  <a:pt x="18" y="43"/>
                  <a:pt x="18" y="44"/>
                </a:cubicBezTo>
                <a:cubicBezTo>
                  <a:pt x="19" y="49"/>
                  <a:pt x="19" y="49"/>
                  <a:pt x="19" y="49"/>
                </a:cubicBezTo>
                <a:cubicBezTo>
                  <a:pt x="19" y="49"/>
                  <a:pt x="17" y="54"/>
                  <a:pt x="16" y="55"/>
                </a:cubicBezTo>
                <a:cubicBezTo>
                  <a:pt x="16" y="55"/>
                  <a:pt x="16" y="55"/>
                  <a:pt x="14" y="57"/>
                </a:cubicBezTo>
                <a:cubicBezTo>
                  <a:pt x="14" y="57"/>
                  <a:pt x="10" y="62"/>
                  <a:pt x="16" y="62"/>
                </a:cubicBezTo>
                <a:cubicBezTo>
                  <a:pt x="16" y="62"/>
                  <a:pt x="19" y="63"/>
                  <a:pt x="19" y="59"/>
                </a:cubicBezTo>
                <a:cubicBezTo>
                  <a:pt x="19" y="55"/>
                  <a:pt x="19" y="55"/>
                  <a:pt x="19" y="55"/>
                </a:cubicBezTo>
                <a:cubicBezTo>
                  <a:pt x="29" y="56"/>
                  <a:pt x="29" y="56"/>
                  <a:pt x="29" y="56"/>
                </a:cubicBezTo>
                <a:cubicBezTo>
                  <a:pt x="29" y="56"/>
                  <a:pt x="29" y="54"/>
                  <a:pt x="27" y="51"/>
                </a:cubicBezTo>
                <a:lnTo>
                  <a:pt x="22" y="41"/>
                </a:lnTo>
                <a:close/>
                <a:moveTo>
                  <a:pt x="15" y="39"/>
                </a:moveTo>
                <a:cubicBezTo>
                  <a:pt x="13" y="42"/>
                  <a:pt x="13" y="42"/>
                  <a:pt x="13" y="42"/>
                </a:cubicBezTo>
                <a:cubicBezTo>
                  <a:pt x="12" y="32"/>
                  <a:pt x="12" y="32"/>
                  <a:pt x="12" y="32"/>
                </a:cubicBezTo>
                <a:cubicBezTo>
                  <a:pt x="11" y="29"/>
                  <a:pt x="13" y="27"/>
                  <a:pt x="13" y="27"/>
                </a:cubicBezTo>
                <a:cubicBezTo>
                  <a:pt x="14" y="29"/>
                  <a:pt x="15" y="34"/>
                  <a:pt x="15" y="34"/>
                </a:cubicBezTo>
                <a:cubicBezTo>
                  <a:pt x="15" y="37"/>
                  <a:pt x="15" y="39"/>
                  <a:pt x="15" y="39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9" name="Freeform 59"/>
          <p:cNvSpPr/>
          <p:nvPr>
            <p:custDataLst>
              <p:tags r:id="rId66"/>
            </p:custDataLst>
          </p:nvPr>
        </p:nvSpPr>
        <p:spPr bwMode="auto">
          <a:xfrm>
            <a:off x="11246485" y="112395"/>
            <a:ext cx="6985" cy="5080"/>
          </a:xfrm>
          <a:custGeom>
            <a:avLst/>
            <a:gdLst>
              <a:gd name="T0" fmla="*/ 9 w 12"/>
              <a:gd name="T1" fmla="*/ 0 h 9"/>
              <a:gd name="T2" fmla="*/ 3 w 12"/>
              <a:gd name="T3" fmla="*/ 1 h 9"/>
              <a:gd name="T4" fmla="*/ 3 w 12"/>
              <a:gd name="T5" fmla="*/ 3 h 9"/>
              <a:gd name="T6" fmla="*/ 9 w 12"/>
              <a:gd name="T7" fmla="*/ 6 h 9"/>
              <a:gd name="T8" fmla="*/ 12 w 12"/>
              <a:gd name="T9" fmla="*/ 5 h 9"/>
              <a:gd name="T10" fmla="*/ 12 w 12"/>
              <a:gd name="T11" fmla="*/ 2 h 9"/>
              <a:gd name="T12" fmla="*/ 9 w 12"/>
              <a:gd name="T13" fmla="*/ 0 h 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9">
                <a:moveTo>
                  <a:pt x="9" y="0"/>
                </a:moveTo>
                <a:cubicBezTo>
                  <a:pt x="3" y="1"/>
                  <a:pt x="3" y="1"/>
                  <a:pt x="3" y="1"/>
                </a:cubicBezTo>
                <a:cubicBezTo>
                  <a:pt x="3" y="1"/>
                  <a:pt x="0" y="3"/>
                  <a:pt x="3" y="3"/>
                </a:cubicBezTo>
                <a:cubicBezTo>
                  <a:pt x="3" y="3"/>
                  <a:pt x="7" y="4"/>
                  <a:pt x="9" y="6"/>
                </a:cubicBezTo>
                <a:cubicBezTo>
                  <a:pt x="9" y="6"/>
                  <a:pt x="11" y="9"/>
                  <a:pt x="12" y="5"/>
                </a:cubicBezTo>
                <a:cubicBezTo>
                  <a:pt x="12" y="2"/>
                  <a:pt x="12" y="2"/>
                  <a:pt x="12" y="2"/>
                </a:cubicBezTo>
                <a:cubicBezTo>
                  <a:pt x="12" y="2"/>
                  <a:pt x="12" y="0"/>
                  <a:pt x="9" y="0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0" name="Freeform 60"/>
          <p:cNvSpPr/>
          <p:nvPr>
            <p:custDataLst>
              <p:tags r:id="rId67"/>
            </p:custDataLst>
          </p:nvPr>
        </p:nvSpPr>
        <p:spPr bwMode="auto">
          <a:xfrm>
            <a:off x="11260455" y="276225"/>
            <a:ext cx="6350" cy="20320"/>
          </a:xfrm>
          <a:custGeom>
            <a:avLst/>
            <a:gdLst>
              <a:gd name="T0" fmla="*/ 19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4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9 w 29"/>
              <a:gd name="T13" fmla="*/ 93 h 93"/>
              <a:gd name="T14" fmla="*/ 19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9" y="18"/>
                </a:moveTo>
                <a:lnTo>
                  <a:pt x="8" y="26"/>
                </a:lnTo>
                <a:lnTo>
                  <a:pt x="0" y="16"/>
                </a:lnTo>
                <a:lnTo>
                  <a:pt x="24" y="0"/>
                </a:lnTo>
                <a:lnTo>
                  <a:pt x="29" y="2"/>
                </a:lnTo>
                <a:lnTo>
                  <a:pt x="29" y="93"/>
                </a:lnTo>
                <a:lnTo>
                  <a:pt x="19" y="93"/>
                </a:lnTo>
                <a:lnTo>
                  <a:pt x="19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1" name="Freeform 61"/>
          <p:cNvSpPr/>
          <p:nvPr>
            <p:custDataLst>
              <p:tags r:id="rId68"/>
            </p:custDataLst>
          </p:nvPr>
        </p:nvSpPr>
        <p:spPr bwMode="auto">
          <a:xfrm>
            <a:off x="11318240" y="276225"/>
            <a:ext cx="6350" cy="20320"/>
          </a:xfrm>
          <a:custGeom>
            <a:avLst/>
            <a:gdLst>
              <a:gd name="T0" fmla="*/ 16 w 29"/>
              <a:gd name="T1" fmla="*/ 18 h 93"/>
              <a:gd name="T2" fmla="*/ 8 w 29"/>
              <a:gd name="T3" fmla="*/ 26 h 93"/>
              <a:gd name="T4" fmla="*/ 0 w 29"/>
              <a:gd name="T5" fmla="*/ 16 h 93"/>
              <a:gd name="T6" fmla="*/ 21 w 29"/>
              <a:gd name="T7" fmla="*/ 0 h 93"/>
              <a:gd name="T8" fmla="*/ 29 w 29"/>
              <a:gd name="T9" fmla="*/ 2 h 93"/>
              <a:gd name="T10" fmla="*/ 29 w 29"/>
              <a:gd name="T11" fmla="*/ 93 h 93"/>
              <a:gd name="T12" fmla="*/ 16 w 29"/>
              <a:gd name="T13" fmla="*/ 93 h 93"/>
              <a:gd name="T14" fmla="*/ 16 w 29"/>
              <a:gd name="T15" fmla="*/ 18 h 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9" h="93">
                <a:moveTo>
                  <a:pt x="16" y="18"/>
                </a:moveTo>
                <a:lnTo>
                  <a:pt x="8" y="26"/>
                </a:lnTo>
                <a:lnTo>
                  <a:pt x="0" y="16"/>
                </a:lnTo>
                <a:lnTo>
                  <a:pt x="21" y="0"/>
                </a:lnTo>
                <a:lnTo>
                  <a:pt x="29" y="2"/>
                </a:lnTo>
                <a:lnTo>
                  <a:pt x="29" y="93"/>
                </a:lnTo>
                <a:lnTo>
                  <a:pt x="16" y="93"/>
                </a:lnTo>
                <a:lnTo>
                  <a:pt x="16" y="18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2" name="Freeform 62"/>
          <p:cNvSpPr>
            <a:spLocks noEditPoints="1"/>
          </p:cNvSpPr>
          <p:nvPr>
            <p:custDataLst>
              <p:tags r:id="rId69"/>
            </p:custDataLst>
          </p:nvPr>
        </p:nvSpPr>
        <p:spPr bwMode="auto">
          <a:xfrm>
            <a:off x="11276965" y="276225"/>
            <a:ext cx="12065" cy="20320"/>
          </a:xfrm>
          <a:custGeom>
            <a:avLst/>
            <a:gdLst>
              <a:gd name="T0" fmla="*/ 16 w 21"/>
              <a:gd name="T1" fmla="*/ 10 h 35"/>
              <a:gd name="T2" fmla="*/ 16 w 21"/>
              <a:gd name="T3" fmla="*/ 13 h 35"/>
              <a:gd name="T4" fmla="*/ 15 w 21"/>
              <a:gd name="T5" fmla="*/ 16 h 35"/>
              <a:gd name="T6" fmla="*/ 11 w 21"/>
              <a:gd name="T7" fmla="*/ 17 h 35"/>
              <a:gd name="T8" fmla="*/ 9 w 21"/>
              <a:gd name="T9" fmla="*/ 17 h 35"/>
              <a:gd name="T10" fmla="*/ 7 w 21"/>
              <a:gd name="T11" fmla="*/ 16 h 35"/>
              <a:gd name="T12" fmla="*/ 5 w 21"/>
              <a:gd name="T13" fmla="*/ 14 h 35"/>
              <a:gd name="T14" fmla="*/ 5 w 21"/>
              <a:gd name="T15" fmla="*/ 11 h 35"/>
              <a:gd name="T16" fmla="*/ 5 w 21"/>
              <a:gd name="T17" fmla="*/ 8 h 35"/>
              <a:gd name="T18" fmla="*/ 7 w 21"/>
              <a:gd name="T19" fmla="*/ 6 h 35"/>
              <a:gd name="T20" fmla="*/ 8 w 21"/>
              <a:gd name="T21" fmla="*/ 5 h 35"/>
              <a:gd name="T22" fmla="*/ 11 w 21"/>
              <a:gd name="T23" fmla="*/ 4 h 35"/>
              <a:gd name="T24" fmla="*/ 14 w 21"/>
              <a:gd name="T25" fmla="*/ 5 h 35"/>
              <a:gd name="T26" fmla="*/ 16 w 21"/>
              <a:gd name="T27" fmla="*/ 7 h 35"/>
              <a:gd name="T28" fmla="*/ 16 w 21"/>
              <a:gd name="T29" fmla="*/ 10 h 35"/>
              <a:gd name="T30" fmla="*/ 16 w 21"/>
              <a:gd name="T31" fmla="*/ 23 h 35"/>
              <a:gd name="T32" fmla="*/ 16 w 21"/>
              <a:gd name="T33" fmla="*/ 25 h 35"/>
              <a:gd name="T34" fmla="*/ 15 w 21"/>
              <a:gd name="T35" fmla="*/ 27 h 35"/>
              <a:gd name="T36" fmla="*/ 14 w 21"/>
              <a:gd name="T37" fmla="*/ 29 h 35"/>
              <a:gd name="T38" fmla="*/ 12 w 21"/>
              <a:gd name="T39" fmla="*/ 30 h 35"/>
              <a:gd name="T40" fmla="*/ 9 w 21"/>
              <a:gd name="T41" fmla="*/ 30 h 35"/>
              <a:gd name="T42" fmla="*/ 7 w 21"/>
              <a:gd name="T43" fmla="*/ 29 h 35"/>
              <a:gd name="T44" fmla="*/ 5 w 21"/>
              <a:gd name="T45" fmla="*/ 28 h 35"/>
              <a:gd name="T46" fmla="*/ 5 w 21"/>
              <a:gd name="T47" fmla="*/ 26 h 35"/>
              <a:gd name="T48" fmla="*/ 0 w 21"/>
              <a:gd name="T49" fmla="*/ 26 h 35"/>
              <a:gd name="T50" fmla="*/ 1 w 21"/>
              <a:gd name="T51" fmla="*/ 28 h 35"/>
              <a:gd name="T52" fmla="*/ 2 w 21"/>
              <a:gd name="T53" fmla="*/ 31 h 35"/>
              <a:gd name="T54" fmla="*/ 4 w 21"/>
              <a:gd name="T55" fmla="*/ 33 h 35"/>
              <a:gd name="T56" fmla="*/ 7 w 21"/>
              <a:gd name="T57" fmla="*/ 34 h 35"/>
              <a:gd name="T58" fmla="*/ 10 w 21"/>
              <a:gd name="T59" fmla="*/ 35 h 35"/>
              <a:gd name="T60" fmla="*/ 14 w 21"/>
              <a:gd name="T61" fmla="*/ 34 h 35"/>
              <a:gd name="T62" fmla="*/ 17 w 21"/>
              <a:gd name="T63" fmla="*/ 33 h 35"/>
              <a:gd name="T64" fmla="*/ 19 w 21"/>
              <a:gd name="T65" fmla="*/ 31 h 35"/>
              <a:gd name="T66" fmla="*/ 20 w 21"/>
              <a:gd name="T67" fmla="*/ 28 h 35"/>
              <a:gd name="T68" fmla="*/ 21 w 21"/>
              <a:gd name="T69" fmla="*/ 25 h 35"/>
              <a:gd name="T70" fmla="*/ 21 w 21"/>
              <a:gd name="T71" fmla="*/ 21 h 35"/>
              <a:gd name="T72" fmla="*/ 21 w 21"/>
              <a:gd name="T73" fmla="*/ 11 h 35"/>
              <a:gd name="T74" fmla="*/ 20 w 21"/>
              <a:gd name="T75" fmla="*/ 7 h 35"/>
              <a:gd name="T76" fmla="*/ 19 w 21"/>
              <a:gd name="T77" fmla="*/ 3 h 35"/>
              <a:gd name="T78" fmla="*/ 15 w 21"/>
              <a:gd name="T79" fmla="*/ 1 h 35"/>
              <a:gd name="T80" fmla="*/ 10 w 21"/>
              <a:gd name="T81" fmla="*/ 0 h 35"/>
              <a:gd name="T82" fmla="*/ 7 w 21"/>
              <a:gd name="T83" fmla="*/ 0 h 35"/>
              <a:gd name="T84" fmla="*/ 3 w 21"/>
              <a:gd name="T85" fmla="*/ 2 h 35"/>
              <a:gd name="T86" fmla="*/ 1 w 21"/>
              <a:gd name="T87" fmla="*/ 5 h 35"/>
              <a:gd name="T88" fmla="*/ 1 w 21"/>
              <a:gd name="T89" fmla="*/ 8 h 35"/>
              <a:gd name="T90" fmla="*/ 0 w 21"/>
              <a:gd name="T91" fmla="*/ 11 h 35"/>
              <a:gd name="T92" fmla="*/ 1 w 21"/>
              <a:gd name="T93" fmla="*/ 16 h 35"/>
              <a:gd name="T94" fmla="*/ 3 w 21"/>
              <a:gd name="T95" fmla="*/ 19 h 35"/>
              <a:gd name="T96" fmla="*/ 6 w 21"/>
              <a:gd name="T97" fmla="*/ 21 h 35"/>
              <a:gd name="T98" fmla="*/ 11 w 21"/>
              <a:gd name="T99" fmla="*/ 21 h 35"/>
              <a:gd name="T100" fmla="*/ 13 w 21"/>
              <a:gd name="T101" fmla="*/ 21 h 35"/>
              <a:gd name="T102" fmla="*/ 15 w 21"/>
              <a:gd name="T103" fmla="*/ 21 h 35"/>
              <a:gd name="T104" fmla="*/ 16 w 21"/>
              <a:gd name="T105" fmla="*/ 20 h 35"/>
              <a:gd name="T106" fmla="*/ 16 w 21"/>
              <a:gd name="T107" fmla="*/ 23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1" h="35">
                <a:moveTo>
                  <a:pt x="16" y="10"/>
                </a:moveTo>
                <a:cubicBezTo>
                  <a:pt x="16" y="11"/>
                  <a:pt x="16" y="12"/>
                  <a:pt x="16" y="13"/>
                </a:cubicBezTo>
                <a:cubicBezTo>
                  <a:pt x="16" y="14"/>
                  <a:pt x="15" y="15"/>
                  <a:pt x="15" y="16"/>
                </a:cubicBezTo>
                <a:cubicBezTo>
                  <a:pt x="14" y="17"/>
                  <a:pt x="13" y="17"/>
                  <a:pt x="11" y="17"/>
                </a:cubicBezTo>
                <a:cubicBezTo>
                  <a:pt x="10" y="17"/>
                  <a:pt x="10" y="17"/>
                  <a:pt x="9" y="17"/>
                </a:cubicBezTo>
                <a:cubicBezTo>
                  <a:pt x="8" y="17"/>
                  <a:pt x="7" y="16"/>
                  <a:pt x="7" y="16"/>
                </a:cubicBezTo>
                <a:cubicBezTo>
                  <a:pt x="6" y="15"/>
                  <a:pt x="6" y="15"/>
                  <a:pt x="5" y="14"/>
                </a:cubicBezTo>
                <a:cubicBezTo>
                  <a:pt x="5" y="13"/>
                  <a:pt x="5" y="12"/>
                  <a:pt x="5" y="11"/>
                </a:cubicBezTo>
                <a:cubicBezTo>
                  <a:pt x="5" y="9"/>
                  <a:pt x="5" y="8"/>
                  <a:pt x="5" y="8"/>
                </a:cubicBezTo>
                <a:cubicBezTo>
                  <a:pt x="6" y="7"/>
                  <a:pt x="6" y="6"/>
                  <a:pt x="7" y="6"/>
                </a:cubicBezTo>
                <a:cubicBezTo>
                  <a:pt x="7" y="5"/>
                  <a:pt x="8" y="5"/>
                  <a:pt x="8" y="5"/>
                </a:cubicBezTo>
                <a:cubicBezTo>
                  <a:pt x="9" y="4"/>
                  <a:pt x="10" y="4"/>
                  <a:pt x="11" y="4"/>
                </a:cubicBezTo>
                <a:cubicBezTo>
                  <a:pt x="12" y="4"/>
                  <a:pt x="13" y="5"/>
                  <a:pt x="14" y="5"/>
                </a:cubicBezTo>
                <a:cubicBezTo>
                  <a:pt x="15" y="6"/>
                  <a:pt x="15" y="6"/>
                  <a:pt x="16" y="7"/>
                </a:cubicBezTo>
                <a:cubicBezTo>
                  <a:pt x="16" y="8"/>
                  <a:pt x="16" y="9"/>
                  <a:pt x="16" y="10"/>
                </a:cubicBezTo>
                <a:close/>
                <a:moveTo>
                  <a:pt x="16" y="23"/>
                </a:moveTo>
                <a:cubicBezTo>
                  <a:pt x="16" y="23"/>
                  <a:pt x="16" y="24"/>
                  <a:pt x="16" y="25"/>
                </a:cubicBezTo>
                <a:cubicBezTo>
                  <a:pt x="16" y="26"/>
                  <a:pt x="16" y="27"/>
                  <a:pt x="15" y="27"/>
                </a:cubicBezTo>
                <a:cubicBezTo>
                  <a:pt x="15" y="28"/>
                  <a:pt x="15" y="28"/>
                  <a:pt x="14" y="29"/>
                </a:cubicBezTo>
                <a:cubicBezTo>
                  <a:pt x="13" y="29"/>
                  <a:pt x="13" y="30"/>
                  <a:pt x="12" y="30"/>
                </a:cubicBezTo>
                <a:cubicBezTo>
                  <a:pt x="11" y="30"/>
                  <a:pt x="10" y="30"/>
                  <a:pt x="9" y="30"/>
                </a:cubicBezTo>
                <a:cubicBezTo>
                  <a:pt x="8" y="30"/>
                  <a:pt x="7" y="30"/>
                  <a:pt x="7" y="29"/>
                </a:cubicBezTo>
                <a:cubicBezTo>
                  <a:pt x="6" y="29"/>
                  <a:pt x="5" y="28"/>
                  <a:pt x="5" y="28"/>
                </a:cubicBezTo>
                <a:cubicBezTo>
                  <a:pt x="5" y="27"/>
                  <a:pt x="5" y="26"/>
                  <a:pt x="5" y="26"/>
                </a:cubicBezTo>
                <a:cubicBezTo>
                  <a:pt x="0" y="26"/>
                  <a:pt x="0" y="26"/>
                  <a:pt x="0" y="26"/>
                </a:cubicBezTo>
                <a:cubicBezTo>
                  <a:pt x="1" y="28"/>
                  <a:pt x="1" y="28"/>
                  <a:pt x="1" y="28"/>
                </a:cubicBezTo>
                <a:cubicBezTo>
                  <a:pt x="1" y="29"/>
                  <a:pt x="1" y="30"/>
                  <a:pt x="2" y="31"/>
                </a:cubicBezTo>
                <a:cubicBezTo>
                  <a:pt x="2" y="32"/>
                  <a:pt x="3" y="32"/>
                  <a:pt x="4" y="33"/>
                </a:cubicBezTo>
                <a:cubicBezTo>
                  <a:pt x="4" y="34"/>
                  <a:pt x="5" y="34"/>
                  <a:pt x="7" y="34"/>
                </a:cubicBezTo>
                <a:cubicBezTo>
                  <a:pt x="8" y="35"/>
                  <a:pt x="9" y="35"/>
                  <a:pt x="10" y="35"/>
                </a:cubicBezTo>
                <a:cubicBezTo>
                  <a:pt x="12" y="35"/>
                  <a:pt x="13" y="35"/>
                  <a:pt x="14" y="34"/>
                </a:cubicBezTo>
                <a:cubicBezTo>
                  <a:pt x="15" y="34"/>
                  <a:pt x="16" y="33"/>
                  <a:pt x="17" y="33"/>
                </a:cubicBezTo>
                <a:cubicBezTo>
                  <a:pt x="17" y="32"/>
                  <a:pt x="18" y="32"/>
                  <a:pt x="19" y="31"/>
                </a:cubicBezTo>
                <a:cubicBezTo>
                  <a:pt x="19" y="30"/>
                  <a:pt x="20" y="29"/>
                  <a:pt x="20" y="28"/>
                </a:cubicBezTo>
                <a:cubicBezTo>
                  <a:pt x="20" y="27"/>
                  <a:pt x="21" y="26"/>
                  <a:pt x="21" y="25"/>
                </a:cubicBezTo>
                <a:cubicBezTo>
                  <a:pt x="21" y="24"/>
                  <a:pt x="21" y="23"/>
                  <a:pt x="21" y="21"/>
                </a:cubicBezTo>
                <a:cubicBezTo>
                  <a:pt x="21" y="11"/>
                  <a:pt x="21" y="11"/>
                  <a:pt x="21" y="11"/>
                </a:cubicBezTo>
                <a:cubicBezTo>
                  <a:pt x="21" y="10"/>
                  <a:pt x="21" y="8"/>
                  <a:pt x="20" y="7"/>
                </a:cubicBezTo>
                <a:cubicBezTo>
                  <a:pt x="20" y="6"/>
                  <a:pt x="19" y="5"/>
                  <a:pt x="19" y="3"/>
                </a:cubicBezTo>
                <a:cubicBezTo>
                  <a:pt x="18" y="2"/>
                  <a:pt x="17" y="2"/>
                  <a:pt x="15" y="1"/>
                </a:cubicBezTo>
                <a:cubicBezTo>
                  <a:pt x="14" y="0"/>
                  <a:pt x="12" y="0"/>
                  <a:pt x="10" y="0"/>
                </a:cubicBezTo>
                <a:cubicBezTo>
                  <a:pt x="9" y="0"/>
                  <a:pt x="8" y="0"/>
                  <a:pt x="7" y="0"/>
                </a:cubicBezTo>
                <a:cubicBezTo>
                  <a:pt x="5" y="1"/>
                  <a:pt x="4" y="1"/>
                  <a:pt x="3" y="2"/>
                </a:cubicBezTo>
                <a:cubicBezTo>
                  <a:pt x="3" y="3"/>
                  <a:pt x="2" y="4"/>
                  <a:pt x="1" y="5"/>
                </a:cubicBezTo>
                <a:cubicBezTo>
                  <a:pt x="1" y="6"/>
                  <a:pt x="1" y="7"/>
                  <a:pt x="1" y="8"/>
                </a:cubicBezTo>
                <a:cubicBezTo>
                  <a:pt x="0" y="9"/>
                  <a:pt x="0" y="10"/>
                  <a:pt x="0" y="11"/>
                </a:cubicBezTo>
                <a:cubicBezTo>
                  <a:pt x="0" y="13"/>
                  <a:pt x="0" y="15"/>
                  <a:pt x="1" y="16"/>
                </a:cubicBezTo>
                <a:cubicBezTo>
                  <a:pt x="1" y="17"/>
                  <a:pt x="2" y="18"/>
                  <a:pt x="3" y="19"/>
                </a:cubicBezTo>
                <a:cubicBezTo>
                  <a:pt x="3" y="19"/>
                  <a:pt x="4" y="20"/>
                  <a:pt x="6" y="21"/>
                </a:cubicBezTo>
                <a:cubicBezTo>
                  <a:pt x="7" y="21"/>
                  <a:pt x="9" y="22"/>
                  <a:pt x="11" y="21"/>
                </a:cubicBezTo>
                <a:cubicBezTo>
                  <a:pt x="12" y="21"/>
                  <a:pt x="13" y="21"/>
                  <a:pt x="13" y="21"/>
                </a:cubicBezTo>
                <a:cubicBezTo>
                  <a:pt x="14" y="21"/>
                  <a:pt x="15" y="21"/>
                  <a:pt x="15" y="21"/>
                </a:cubicBezTo>
                <a:cubicBezTo>
                  <a:pt x="15" y="20"/>
                  <a:pt x="16" y="20"/>
                  <a:pt x="16" y="20"/>
                </a:cubicBezTo>
                <a:lnTo>
                  <a:pt x="16" y="23"/>
                </a:ln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3" name="Freeform 63"/>
          <p:cNvSpPr>
            <a:spLocks noEditPoints="1"/>
          </p:cNvSpPr>
          <p:nvPr>
            <p:custDataLst>
              <p:tags r:id="rId70"/>
            </p:custDataLst>
          </p:nvPr>
        </p:nvSpPr>
        <p:spPr bwMode="auto">
          <a:xfrm>
            <a:off x="11298555" y="275590"/>
            <a:ext cx="13335" cy="20955"/>
          </a:xfrm>
          <a:custGeom>
            <a:avLst/>
            <a:gdLst>
              <a:gd name="T0" fmla="*/ 18 w 23"/>
              <a:gd name="T1" fmla="*/ 20 h 36"/>
              <a:gd name="T2" fmla="*/ 17 w 23"/>
              <a:gd name="T3" fmla="*/ 24 h 36"/>
              <a:gd name="T4" fmla="*/ 16 w 23"/>
              <a:gd name="T5" fmla="*/ 28 h 36"/>
              <a:gd name="T6" fmla="*/ 14 w 23"/>
              <a:gd name="T7" fmla="*/ 30 h 36"/>
              <a:gd name="T8" fmla="*/ 11 w 23"/>
              <a:gd name="T9" fmla="*/ 31 h 36"/>
              <a:gd name="T10" fmla="*/ 8 w 23"/>
              <a:gd name="T11" fmla="*/ 30 h 36"/>
              <a:gd name="T12" fmla="*/ 6 w 23"/>
              <a:gd name="T13" fmla="*/ 28 h 36"/>
              <a:gd name="T14" fmla="*/ 5 w 23"/>
              <a:gd name="T15" fmla="*/ 24 h 36"/>
              <a:gd name="T16" fmla="*/ 4 w 23"/>
              <a:gd name="T17" fmla="*/ 18 h 36"/>
              <a:gd name="T18" fmla="*/ 4 w 23"/>
              <a:gd name="T19" fmla="*/ 15 h 36"/>
              <a:gd name="T20" fmla="*/ 5 w 23"/>
              <a:gd name="T21" fmla="*/ 12 h 36"/>
              <a:gd name="T22" fmla="*/ 6 w 23"/>
              <a:gd name="T23" fmla="*/ 8 h 36"/>
              <a:gd name="T24" fmla="*/ 8 w 23"/>
              <a:gd name="T25" fmla="*/ 6 h 36"/>
              <a:gd name="T26" fmla="*/ 11 w 23"/>
              <a:gd name="T27" fmla="*/ 5 h 36"/>
              <a:gd name="T28" fmla="*/ 14 w 23"/>
              <a:gd name="T29" fmla="*/ 6 h 36"/>
              <a:gd name="T30" fmla="*/ 16 w 23"/>
              <a:gd name="T31" fmla="*/ 8 h 36"/>
              <a:gd name="T32" fmla="*/ 17 w 23"/>
              <a:gd name="T33" fmla="*/ 12 h 36"/>
              <a:gd name="T34" fmla="*/ 18 w 23"/>
              <a:gd name="T35" fmla="*/ 17 h 36"/>
              <a:gd name="T36" fmla="*/ 18 w 23"/>
              <a:gd name="T37" fmla="*/ 20 h 36"/>
              <a:gd name="T38" fmla="*/ 22 w 23"/>
              <a:gd name="T39" fmla="*/ 15 h 36"/>
              <a:gd name="T40" fmla="*/ 22 w 23"/>
              <a:gd name="T41" fmla="*/ 10 h 36"/>
              <a:gd name="T42" fmla="*/ 20 w 23"/>
              <a:gd name="T43" fmla="*/ 6 h 36"/>
              <a:gd name="T44" fmla="*/ 18 w 23"/>
              <a:gd name="T45" fmla="*/ 3 h 36"/>
              <a:gd name="T46" fmla="*/ 14 w 23"/>
              <a:gd name="T47" fmla="*/ 1 h 36"/>
              <a:gd name="T48" fmla="*/ 11 w 23"/>
              <a:gd name="T49" fmla="*/ 0 h 36"/>
              <a:gd name="T50" fmla="*/ 7 w 23"/>
              <a:gd name="T51" fmla="*/ 1 h 36"/>
              <a:gd name="T52" fmla="*/ 4 w 23"/>
              <a:gd name="T53" fmla="*/ 4 h 36"/>
              <a:gd name="T54" fmla="*/ 1 w 23"/>
              <a:gd name="T55" fmla="*/ 7 h 36"/>
              <a:gd name="T56" fmla="*/ 0 w 23"/>
              <a:gd name="T57" fmla="*/ 11 h 36"/>
              <a:gd name="T58" fmla="*/ 0 w 23"/>
              <a:gd name="T59" fmla="*/ 15 h 36"/>
              <a:gd name="T60" fmla="*/ 0 w 23"/>
              <a:gd name="T61" fmla="*/ 20 h 36"/>
              <a:gd name="T62" fmla="*/ 0 w 23"/>
              <a:gd name="T63" fmla="*/ 25 h 36"/>
              <a:gd name="T64" fmla="*/ 1 w 23"/>
              <a:gd name="T65" fmla="*/ 29 h 36"/>
              <a:gd name="T66" fmla="*/ 3 w 23"/>
              <a:gd name="T67" fmla="*/ 32 h 36"/>
              <a:gd name="T68" fmla="*/ 7 w 23"/>
              <a:gd name="T69" fmla="*/ 35 h 36"/>
              <a:gd name="T70" fmla="*/ 11 w 23"/>
              <a:gd name="T71" fmla="*/ 36 h 36"/>
              <a:gd name="T72" fmla="*/ 15 w 23"/>
              <a:gd name="T73" fmla="*/ 35 h 36"/>
              <a:gd name="T74" fmla="*/ 18 w 23"/>
              <a:gd name="T75" fmla="*/ 33 h 36"/>
              <a:gd name="T76" fmla="*/ 20 w 23"/>
              <a:gd name="T77" fmla="*/ 31 h 36"/>
              <a:gd name="T78" fmla="*/ 22 w 23"/>
              <a:gd name="T79" fmla="*/ 27 h 36"/>
              <a:gd name="T80" fmla="*/ 22 w 23"/>
              <a:gd name="T81" fmla="*/ 23 h 36"/>
              <a:gd name="T82" fmla="*/ 23 w 23"/>
              <a:gd name="T83" fmla="*/ 20 h 36"/>
              <a:gd name="T84" fmla="*/ 22 w 23"/>
              <a:gd name="T85" fmla="*/ 15 h 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" h="36">
                <a:moveTo>
                  <a:pt x="18" y="20"/>
                </a:moveTo>
                <a:cubicBezTo>
                  <a:pt x="18" y="21"/>
                  <a:pt x="18" y="22"/>
                  <a:pt x="17" y="24"/>
                </a:cubicBezTo>
                <a:cubicBezTo>
                  <a:pt x="17" y="25"/>
                  <a:pt x="17" y="27"/>
                  <a:pt x="16" y="28"/>
                </a:cubicBezTo>
                <a:cubicBezTo>
                  <a:pt x="16" y="29"/>
                  <a:pt x="15" y="30"/>
                  <a:pt x="14" y="30"/>
                </a:cubicBezTo>
                <a:cubicBezTo>
                  <a:pt x="13" y="31"/>
                  <a:pt x="12" y="31"/>
                  <a:pt x="11" y="31"/>
                </a:cubicBezTo>
                <a:cubicBezTo>
                  <a:pt x="10" y="31"/>
                  <a:pt x="9" y="31"/>
                  <a:pt x="8" y="30"/>
                </a:cubicBezTo>
                <a:cubicBezTo>
                  <a:pt x="7" y="29"/>
                  <a:pt x="6" y="29"/>
                  <a:pt x="6" y="28"/>
                </a:cubicBezTo>
                <a:cubicBezTo>
                  <a:pt x="5" y="27"/>
                  <a:pt x="5" y="25"/>
                  <a:pt x="5" y="24"/>
                </a:cubicBezTo>
                <a:cubicBezTo>
                  <a:pt x="4" y="22"/>
                  <a:pt x="4" y="21"/>
                  <a:pt x="4" y="18"/>
                </a:cubicBezTo>
                <a:cubicBezTo>
                  <a:pt x="4" y="17"/>
                  <a:pt x="4" y="16"/>
                  <a:pt x="4" y="15"/>
                </a:cubicBezTo>
                <a:cubicBezTo>
                  <a:pt x="4" y="14"/>
                  <a:pt x="4" y="13"/>
                  <a:pt x="5" y="12"/>
                </a:cubicBezTo>
                <a:cubicBezTo>
                  <a:pt x="5" y="11"/>
                  <a:pt x="5" y="10"/>
                  <a:pt x="6" y="8"/>
                </a:cubicBezTo>
                <a:cubicBezTo>
                  <a:pt x="6" y="7"/>
                  <a:pt x="7" y="7"/>
                  <a:pt x="8" y="6"/>
                </a:cubicBezTo>
                <a:cubicBezTo>
                  <a:pt x="9" y="5"/>
                  <a:pt x="10" y="5"/>
                  <a:pt x="11" y="5"/>
                </a:cubicBezTo>
                <a:cubicBezTo>
                  <a:pt x="12" y="5"/>
                  <a:pt x="13" y="6"/>
                  <a:pt x="14" y="6"/>
                </a:cubicBezTo>
                <a:cubicBezTo>
                  <a:pt x="15" y="7"/>
                  <a:pt x="15" y="7"/>
                  <a:pt x="16" y="8"/>
                </a:cubicBezTo>
                <a:cubicBezTo>
                  <a:pt x="17" y="9"/>
                  <a:pt x="17" y="10"/>
                  <a:pt x="17" y="12"/>
                </a:cubicBezTo>
                <a:cubicBezTo>
                  <a:pt x="18" y="13"/>
                  <a:pt x="18" y="15"/>
                  <a:pt x="18" y="17"/>
                </a:cubicBezTo>
                <a:cubicBezTo>
                  <a:pt x="18" y="18"/>
                  <a:pt x="18" y="19"/>
                  <a:pt x="18" y="20"/>
                </a:cubicBezTo>
                <a:close/>
                <a:moveTo>
                  <a:pt x="22" y="15"/>
                </a:moveTo>
                <a:cubicBezTo>
                  <a:pt x="22" y="13"/>
                  <a:pt x="22" y="12"/>
                  <a:pt x="22" y="10"/>
                </a:cubicBezTo>
                <a:cubicBezTo>
                  <a:pt x="22" y="9"/>
                  <a:pt x="21" y="7"/>
                  <a:pt x="20" y="6"/>
                </a:cubicBezTo>
                <a:cubicBezTo>
                  <a:pt x="20" y="5"/>
                  <a:pt x="19" y="4"/>
                  <a:pt x="18" y="3"/>
                </a:cubicBezTo>
                <a:cubicBezTo>
                  <a:pt x="17" y="2"/>
                  <a:pt x="16" y="1"/>
                  <a:pt x="14" y="1"/>
                </a:cubicBezTo>
                <a:cubicBezTo>
                  <a:pt x="13" y="1"/>
                  <a:pt x="12" y="0"/>
                  <a:pt x="11" y="0"/>
                </a:cubicBezTo>
                <a:cubicBezTo>
                  <a:pt x="10" y="0"/>
                  <a:pt x="8" y="1"/>
                  <a:pt x="7" y="1"/>
                </a:cubicBezTo>
                <a:cubicBezTo>
                  <a:pt x="5" y="2"/>
                  <a:pt x="4" y="3"/>
                  <a:pt x="4" y="4"/>
                </a:cubicBezTo>
                <a:cubicBezTo>
                  <a:pt x="3" y="5"/>
                  <a:pt x="2" y="6"/>
                  <a:pt x="1" y="7"/>
                </a:cubicBezTo>
                <a:cubicBezTo>
                  <a:pt x="1" y="8"/>
                  <a:pt x="0" y="10"/>
                  <a:pt x="0" y="11"/>
                </a:cubicBezTo>
                <a:cubicBezTo>
                  <a:pt x="0" y="13"/>
                  <a:pt x="0" y="14"/>
                  <a:pt x="0" y="15"/>
                </a:cubicBezTo>
                <a:cubicBezTo>
                  <a:pt x="0" y="16"/>
                  <a:pt x="0" y="18"/>
                  <a:pt x="0" y="20"/>
                </a:cubicBezTo>
                <a:cubicBezTo>
                  <a:pt x="0" y="22"/>
                  <a:pt x="0" y="23"/>
                  <a:pt x="0" y="25"/>
                </a:cubicBezTo>
                <a:cubicBezTo>
                  <a:pt x="0" y="26"/>
                  <a:pt x="1" y="28"/>
                  <a:pt x="1" y="29"/>
                </a:cubicBezTo>
                <a:cubicBezTo>
                  <a:pt x="2" y="30"/>
                  <a:pt x="3" y="31"/>
                  <a:pt x="3" y="32"/>
                </a:cubicBezTo>
                <a:cubicBezTo>
                  <a:pt x="4" y="34"/>
                  <a:pt x="5" y="34"/>
                  <a:pt x="7" y="35"/>
                </a:cubicBezTo>
                <a:cubicBezTo>
                  <a:pt x="8" y="35"/>
                  <a:pt x="10" y="36"/>
                  <a:pt x="11" y="36"/>
                </a:cubicBezTo>
                <a:cubicBezTo>
                  <a:pt x="13" y="36"/>
                  <a:pt x="14" y="35"/>
                  <a:pt x="15" y="35"/>
                </a:cubicBezTo>
                <a:cubicBezTo>
                  <a:pt x="16" y="35"/>
                  <a:pt x="17" y="34"/>
                  <a:pt x="18" y="33"/>
                </a:cubicBezTo>
                <a:cubicBezTo>
                  <a:pt x="19" y="33"/>
                  <a:pt x="20" y="32"/>
                  <a:pt x="20" y="31"/>
                </a:cubicBezTo>
                <a:cubicBezTo>
                  <a:pt x="21" y="30"/>
                  <a:pt x="21" y="28"/>
                  <a:pt x="22" y="27"/>
                </a:cubicBezTo>
                <a:cubicBezTo>
                  <a:pt x="22" y="26"/>
                  <a:pt x="22" y="25"/>
                  <a:pt x="22" y="23"/>
                </a:cubicBezTo>
                <a:cubicBezTo>
                  <a:pt x="22" y="21"/>
                  <a:pt x="23" y="20"/>
                  <a:pt x="23" y="20"/>
                </a:cubicBezTo>
                <a:cubicBezTo>
                  <a:pt x="23" y="18"/>
                  <a:pt x="23" y="16"/>
                  <a:pt x="22" y="15"/>
                </a:cubicBezTo>
                <a:close/>
              </a:path>
            </a:pathLst>
          </a:custGeom>
          <a:solidFill>
            <a:schemeClr val="accent6">
              <a:lumMod val="53503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9B0D14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7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2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3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7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7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>
            <a:outerShdw>
              <a:srgbClr val="FFFFFF"/>
            </a:outerShdw>
          </a:effectLst>
          <a:uFill>
            <a:solidFill>
              <a:schemeClr val="tx1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51.xml"/><Relationship Id="rId1" Type="http://schemas.openxmlformats.org/officeDocument/2006/relationships/tags" Target="../tags/tag350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tags" Target="../tags/tag35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" Type="http://schemas.openxmlformats.org/officeDocument/2006/relationships/tags" Target="../tags/tag355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60.xml"/><Relationship Id="rId2" Type="http://schemas.openxmlformats.org/officeDocument/2006/relationships/tags" Target="../tags/tag359.xml"/><Relationship Id="rId1" Type="http://schemas.openxmlformats.org/officeDocument/2006/relationships/tags" Target="../tags/tag35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9.xml"/><Relationship Id="rId8" Type="http://schemas.openxmlformats.org/officeDocument/2006/relationships/tags" Target="../tags/tag368.xml"/><Relationship Id="rId7" Type="http://schemas.openxmlformats.org/officeDocument/2006/relationships/tags" Target="../tags/tag367.xml"/><Relationship Id="rId6" Type="http://schemas.openxmlformats.org/officeDocument/2006/relationships/tags" Target="../tags/tag366.xml"/><Relationship Id="rId5" Type="http://schemas.openxmlformats.org/officeDocument/2006/relationships/tags" Target="../tags/tag365.xml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4" Type="http://schemas.openxmlformats.org/officeDocument/2006/relationships/slideLayout" Target="../slideLayouts/slideLayout13.xml"/><Relationship Id="rId23" Type="http://schemas.openxmlformats.org/officeDocument/2006/relationships/tags" Target="../tags/tag383.xml"/><Relationship Id="rId22" Type="http://schemas.openxmlformats.org/officeDocument/2006/relationships/tags" Target="../tags/tag382.xml"/><Relationship Id="rId21" Type="http://schemas.openxmlformats.org/officeDocument/2006/relationships/tags" Target="../tags/tag381.xml"/><Relationship Id="rId20" Type="http://schemas.openxmlformats.org/officeDocument/2006/relationships/tags" Target="../tags/tag380.xml"/><Relationship Id="rId2" Type="http://schemas.openxmlformats.org/officeDocument/2006/relationships/tags" Target="../tags/tag362.xml"/><Relationship Id="rId19" Type="http://schemas.openxmlformats.org/officeDocument/2006/relationships/tags" Target="../tags/tag379.xml"/><Relationship Id="rId18" Type="http://schemas.openxmlformats.org/officeDocument/2006/relationships/tags" Target="../tags/tag378.xml"/><Relationship Id="rId17" Type="http://schemas.openxmlformats.org/officeDocument/2006/relationships/tags" Target="../tags/tag377.xml"/><Relationship Id="rId16" Type="http://schemas.openxmlformats.org/officeDocument/2006/relationships/tags" Target="../tags/tag376.xml"/><Relationship Id="rId15" Type="http://schemas.openxmlformats.org/officeDocument/2006/relationships/tags" Target="../tags/tag375.xml"/><Relationship Id="rId14" Type="http://schemas.openxmlformats.org/officeDocument/2006/relationships/tags" Target="../tags/tag374.xml"/><Relationship Id="rId13" Type="http://schemas.openxmlformats.org/officeDocument/2006/relationships/tags" Target="../tags/tag373.xml"/><Relationship Id="rId12" Type="http://schemas.openxmlformats.org/officeDocument/2006/relationships/tags" Target="../tags/tag372.xml"/><Relationship Id="rId11" Type="http://schemas.openxmlformats.org/officeDocument/2006/relationships/tags" Target="../tags/tag371.xml"/><Relationship Id="rId10" Type="http://schemas.openxmlformats.org/officeDocument/2006/relationships/tags" Target="../tags/tag370.xml"/><Relationship Id="rId1" Type="http://schemas.openxmlformats.org/officeDocument/2006/relationships/tags" Target="../tags/tag36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jpeg"/><Relationship Id="rId8" Type="http://schemas.openxmlformats.org/officeDocument/2006/relationships/tags" Target="../tags/tag391.xml"/><Relationship Id="rId7" Type="http://schemas.openxmlformats.org/officeDocument/2006/relationships/tags" Target="../tags/tag390.xml"/><Relationship Id="rId6" Type="http://schemas.openxmlformats.org/officeDocument/2006/relationships/tags" Target="../tags/tag389.xml"/><Relationship Id="rId5" Type="http://schemas.openxmlformats.org/officeDocument/2006/relationships/tags" Target="../tags/tag388.xml"/><Relationship Id="rId4" Type="http://schemas.openxmlformats.org/officeDocument/2006/relationships/tags" Target="../tags/tag387.xml"/><Relationship Id="rId3" Type="http://schemas.openxmlformats.org/officeDocument/2006/relationships/tags" Target="../tags/tag386.xml"/><Relationship Id="rId2" Type="http://schemas.openxmlformats.org/officeDocument/2006/relationships/tags" Target="../tags/tag385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397.xml"/><Relationship Id="rId14" Type="http://schemas.openxmlformats.org/officeDocument/2006/relationships/tags" Target="../tags/tag396.xml"/><Relationship Id="rId13" Type="http://schemas.openxmlformats.org/officeDocument/2006/relationships/tags" Target="../tags/tag395.xml"/><Relationship Id="rId12" Type="http://schemas.openxmlformats.org/officeDocument/2006/relationships/tags" Target="../tags/tag394.xml"/><Relationship Id="rId11" Type="http://schemas.openxmlformats.org/officeDocument/2006/relationships/tags" Target="../tags/tag393.xml"/><Relationship Id="rId10" Type="http://schemas.openxmlformats.org/officeDocument/2006/relationships/tags" Target="../tags/tag392.xml"/><Relationship Id="rId1" Type="http://schemas.openxmlformats.org/officeDocument/2006/relationships/tags" Target="../tags/tag38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06.xml"/><Relationship Id="rId8" Type="http://schemas.openxmlformats.org/officeDocument/2006/relationships/tags" Target="../tags/tag405.xml"/><Relationship Id="rId7" Type="http://schemas.openxmlformats.org/officeDocument/2006/relationships/tags" Target="../tags/tag404.xml"/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" Type="http://schemas.openxmlformats.org/officeDocument/2006/relationships/tags" Target="../tags/tag399.xml"/><Relationship Id="rId13" Type="http://schemas.openxmlformats.org/officeDocument/2006/relationships/slideLayout" Target="../slideLayouts/slideLayout18.xml"/><Relationship Id="rId12" Type="http://schemas.openxmlformats.org/officeDocument/2006/relationships/tags" Target="../tags/tag409.xml"/><Relationship Id="rId11" Type="http://schemas.openxmlformats.org/officeDocument/2006/relationships/tags" Target="../tags/tag408.xml"/><Relationship Id="rId10" Type="http://schemas.openxmlformats.org/officeDocument/2006/relationships/tags" Target="../tags/tag407.xml"/><Relationship Id="rId1" Type="http://schemas.openxmlformats.org/officeDocument/2006/relationships/tags" Target="../tags/tag39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413.xml"/><Relationship Id="rId3" Type="http://schemas.openxmlformats.org/officeDocument/2006/relationships/tags" Target="../tags/tag412.xml"/><Relationship Id="rId2" Type="http://schemas.openxmlformats.org/officeDocument/2006/relationships/tags" Target="../tags/tag411.xml"/><Relationship Id="rId1" Type="http://schemas.openxmlformats.org/officeDocument/2006/relationships/tags" Target="../tags/tag410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19.xml"/><Relationship Id="rId8" Type="http://schemas.openxmlformats.org/officeDocument/2006/relationships/image" Target="../media/image4.jpeg"/><Relationship Id="rId7" Type="http://schemas.openxmlformats.org/officeDocument/2006/relationships/tags" Target="../tags/tag418.xml"/><Relationship Id="rId6" Type="http://schemas.openxmlformats.org/officeDocument/2006/relationships/image" Target="../media/image3.jpeg"/><Relationship Id="rId5" Type="http://schemas.openxmlformats.org/officeDocument/2006/relationships/tags" Target="../tags/tag417.xml"/><Relationship Id="rId4" Type="http://schemas.openxmlformats.org/officeDocument/2006/relationships/image" Target="../media/image2.jpeg"/><Relationship Id="rId3" Type="http://schemas.openxmlformats.org/officeDocument/2006/relationships/tags" Target="../tags/tag416.xml"/><Relationship Id="rId2" Type="http://schemas.openxmlformats.org/officeDocument/2006/relationships/tags" Target="../tags/tag415.xml"/><Relationship Id="rId17" Type="http://schemas.openxmlformats.org/officeDocument/2006/relationships/slideLayout" Target="../slideLayouts/slideLayout13.xml"/><Relationship Id="rId16" Type="http://schemas.openxmlformats.org/officeDocument/2006/relationships/tags" Target="../tags/tag426.xml"/><Relationship Id="rId15" Type="http://schemas.openxmlformats.org/officeDocument/2006/relationships/tags" Target="../tags/tag425.xml"/><Relationship Id="rId14" Type="http://schemas.openxmlformats.org/officeDocument/2006/relationships/tags" Target="../tags/tag424.xml"/><Relationship Id="rId13" Type="http://schemas.openxmlformats.org/officeDocument/2006/relationships/tags" Target="../tags/tag423.xml"/><Relationship Id="rId12" Type="http://schemas.openxmlformats.org/officeDocument/2006/relationships/tags" Target="../tags/tag422.xml"/><Relationship Id="rId11" Type="http://schemas.openxmlformats.org/officeDocument/2006/relationships/tags" Target="../tags/tag421.xml"/><Relationship Id="rId10" Type="http://schemas.openxmlformats.org/officeDocument/2006/relationships/tags" Target="../tags/tag420.xml"/><Relationship Id="rId1" Type="http://schemas.openxmlformats.org/officeDocument/2006/relationships/tags" Target="../tags/tag41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432.xml"/><Relationship Id="rId6" Type="http://schemas.openxmlformats.org/officeDocument/2006/relationships/tags" Target="../tags/tag431.xml"/><Relationship Id="rId5" Type="http://schemas.openxmlformats.org/officeDocument/2006/relationships/image" Target="../media/image5.jpeg"/><Relationship Id="rId4" Type="http://schemas.openxmlformats.org/officeDocument/2006/relationships/tags" Target="../tags/tag430.xml"/><Relationship Id="rId3" Type="http://schemas.openxmlformats.org/officeDocument/2006/relationships/tags" Target="../tags/tag429.xml"/><Relationship Id="rId2" Type="http://schemas.openxmlformats.org/officeDocument/2006/relationships/tags" Target="../tags/tag428.xml"/><Relationship Id="rId1" Type="http://schemas.openxmlformats.org/officeDocument/2006/relationships/tags" Target="../tags/tag42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7" Type="http://schemas.openxmlformats.org/officeDocument/2006/relationships/tags" Target="../tags/tag438.xml"/><Relationship Id="rId6" Type="http://schemas.openxmlformats.org/officeDocument/2006/relationships/tags" Target="../tags/tag437.xml"/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" Type="http://schemas.openxmlformats.org/officeDocument/2006/relationships/tags" Target="../tags/tag434.xml"/><Relationship Id="rId2" Type="http://schemas.openxmlformats.org/officeDocument/2006/relationships/tags" Target="../tags/tag433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442.xml"/><Relationship Id="rId3" Type="http://schemas.openxmlformats.org/officeDocument/2006/relationships/tags" Target="../tags/tag441.xml"/><Relationship Id="rId2" Type="http://schemas.openxmlformats.org/officeDocument/2006/relationships/tags" Target="../tags/tag440.xml"/><Relationship Id="rId1" Type="http://schemas.openxmlformats.org/officeDocument/2006/relationships/tags" Target="../tags/tag43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49.xml"/><Relationship Id="rId8" Type="http://schemas.openxmlformats.org/officeDocument/2006/relationships/tags" Target="../tags/tag448.xml"/><Relationship Id="rId7" Type="http://schemas.openxmlformats.org/officeDocument/2006/relationships/tags" Target="../tags/tag447.xml"/><Relationship Id="rId6" Type="http://schemas.openxmlformats.org/officeDocument/2006/relationships/tags" Target="../tags/tag446.xml"/><Relationship Id="rId5" Type="http://schemas.openxmlformats.org/officeDocument/2006/relationships/image" Target="../media/image8.jpeg"/><Relationship Id="rId4" Type="http://schemas.openxmlformats.org/officeDocument/2006/relationships/tags" Target="../tags/tag445.xml"/><Relationship Id="rId3" Type="http://schemas.openxmlformats.org/officeDocument/2006/relationships/image" Target="../media/image7.jpeg"/><Relationship Id="rId2" Type="http://schemas.openxmlformats.org/officeDocument/2006/relationships/tags" Target="../tags/tag444.xml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457.xml"/><Relationship Id="rId16" Type="http://schemas.openxmlformats.org/officeDocument/2006/relationships/tags" Target="../tags/tag456.xml"/><Relationship Id="rId15" Type="http://schemas.openxmlformats.org/officeDocument/2006/relationships/tags" Target="../tags/tag455.xml"/><Relationship Id="rId14" Type="http://schemas.openxmlformats.org/officeDocument/2006/relationships/tags" Target="../tags/tag454.xml"/><Relationship Id="rId13" Type="http://schemas.openxmlformats.org/officeDocument/2006/relationships/tags" Target="../tags/tag453.xml"/><Relationship Id="rId12" Type="http://schemas.openxmlformats.org/officeDocument/2006/relationships/tags" Target="../tags/tag452.xml"/><Relationship Id="rId11" Type="http://schemas.openxmlformats.org/officeDocument/2006/relationships/tags" Target="../tags/tag451.xml"/><Relationship Id="rId10" Type="http://schemas.openxmlformats.org/officeDocument/2006/relationships/tags" Target="../tags/tag450.xml"/><Relationship Id="rId1" Type="http://schemas.openxmlformats.org/officeDocument/2006/relationships/tags" Target="../tags/tag44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65.xml"/><Relationship Id="rId8" Type="http://schemas.openxmlformats.org/officeDocument/2006/relationships/tags" Target="../tags/tag464.xml"/><Relationship Id="rId7" Type="http://schemas.openxmlformats.org/officeDocument/2006/relationships/image" Target="../media/image9.jpeg"/><Relationship Id="rId6" Type="http://schemas.openxmlformats.org/officeDocument/2006/relationships/tags" Target="../tags/tag463.xml"/><Relationship Id="rId5" Type="http://schemas.openxmlformats.org/officeDocument/2006/relationships/tags" Target="../tags/tag462.xml"/><Relationship Id="rId4" Type="http://schemas.openxmlformats.org/officeDocument/2006/relationships/tags" Target="../tags/tag461.xml"/><Relationship Id="rId3" Type="http://schemas.openxmlformats.org/officeDocument/2006/relationships/tags" Target="../tags/tag460.x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477.xml"/><Relationship Id="rId20" Type="http://schemas.openxmlformats.org/officeDocument/2006/relationships/tags" Target="../tags/tag476.xml"/><Relationship Id="rId2" Type="http://schemas.openxmlformats.org/officeDocument/2006/relationships/tags" Target="../tags/tag459.xml"/><Relationship Id="rId19" Type="http://schemas.openxmlformats.org/officeDocument/2006/relationships/tags" Target="../tags/tag475.xml"/><Relationship Id="rId18" Type="http://schemas.openxmlformats.org/officeDocument/2006/relationships/tags" Target="../tags/tag474.xml"/><Relationship Id="rId17" Type="http://schemas.openxmlformats.org/officeDocument/2006/relationships/tags" Target="../tags/tag473.xml"/><Relationship Id="rId16" Type="http://schemas.openxmlformats.org/officeDocument/2006/relationships/tags" Target="../tags/tag472.xml"/><Relationship Id="rId15" Type="http://schemas.openxmlformats.org/officeDocument/2006/relationships/tags" Target="../tags/tag471.xml"/><Relationship Id="rId14" Type="http://schemas.openxmlformats.org/officeDocument/2006/relationships/tags" Target="../tags/tag470.xml"/><Relationship Id="rId13" Type="http://schemas.openxmlformats.org/officeDocument/2006/relationships/tags" Target="../tags/tag469.xml"/><Relationship Id="rId12" Type="http://schemas.openxmlformats.org/officeDocument/2006/relationships/tags" Target="../tags/tag468.xml"/><Relationship Id="rId11" Type="http://schemas.openxmlformats.org/officeDocument/2006/relationships/tags" Target="../tags/tag467.xml"/><Relationship Id="rId10" Type="http://schemas.openxmlformats.org/officeDocument/2006/relationships/tags" Target="../tags/tag466.xml"/><Relationship Id="rId1" Type="http://schemas.openxmlformats.org/officeDocument/2006/relationships/tags" Target="../tags/tag45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485.xml"/><Relationship Id="rId8" Type="http://schemas.openxmlformats.org/officeDocument/2006/relationships/image" Target="../media/image10.jpeg"/><Relationship Id="rId7" Type="http://schemas.openxmlformats.org/officeDocument/2006/relationships/tags" Target="../tags/tag484.xml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tags" Target="../tags/tag481.xml"/><Relationship Id="rId3" Type="http://schemas.openxmlformats.org/officeDocument/2006/relationships/tags" Target="../tags/tag480.xml"/><Relationship Id="rId2" Type="http://schemas.openxmlformats.org/officeDocument/2006/relationships/tags" Target="../tags/tag479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488.xml"/><Relationship Id="rId13" Type="http://schemas.openxmlformats.org/officeDocument/2006/relationships/tags" Target="../tags/tag487.xml"/><Relationship Id="rId12" Type="http://schemas.openxmlformats.org/officeDocument/2006/relationships/image" Target="../media/image12.jpeg"/><Relationship Id="rId11" Type="http://schemas.openxmlformats.org/officeDocument/2006/relationships/tags" Target="../tags/tag486.xml"/><Relationship Id="rId10" Type="http://schemas.openxmlformats.org/officeDocument/2006/relationships/image" Target="../media/image11.jpeg"/><Relationship Id="rId1" Type="http://schemas.openxmlformats.org/officeDocument/2006/relationships/tags" Target="../tags/tag478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492.xml"/><Relationship Id="rId3" Type="http://schemas.openxmlformats.org/officeDocument/2006/relationships/tags" Target="../tags/tag491.xml"/><Relationship Id="rId2" Type="http://schemas.openxmlformats.org/officeDocument/2006/relationships/tags" Target="../tags/tag490.xml"/><Relationship Id="rId1" Type="http://schemas.openxmlformats.org/officeDocument/2006/relationships/tags" Target="../tags/tag489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00.xml"/><Relationship Id="rId8" Type="http://schemas.openxmlformats.org/officeDocument/2006/relationships/tags" Target="../tags/tag499.xml"/><Relationship Id="rId7" Type="http://schemas.openxmlformats.org/officeDocument/2006/relationships/tags" Target="../tags/tag498.xml"/><Relationship Id="rId6" Type="http://schemas.openxmlformats.org/officeDocument/2006/relationships/tags" Target="../tags/tag497.xml"/><Relationship Id="rId5" Type="http://schemas.openxmlformats.org/officeDocument/2006/relationships/tags" Target="../tags/tag496.xml"/><Relationship Id="rId4" Type="http://schemas.openxmlformats.org/officeDocument/2006/relationships/tags" Target="../tags/tag495.xml"/><Relationship Id="rId3" Type="http://schemas.openxmlformats.org/officeDocument/2006/relationships/tags" Target="../tags/tag494.xml"/><Relationship Id="rId2" Type="http://schemas.openxmlformats.org/officeDocument/2006/relationships/image" Target="../media/image13.jpeg"/><Relationship Id="rId12" Type="http://schemas.openxmlformats.org/officeDocument/2006/relationships/slideLayout" Target="../slideLayouts/slideLayout18.xml"/><Relationship Id="rId11" Type="http://schemas.openxmlformats.org/officeDocument/2006/relationships/tags" Target="../tags/tag502.xml"/><Relationship Id="rId10" Type="http://schemas.openxmlformats.org/officeDocument/2006/relationships/tags" Target="../tags/tag501.xml"/><Relationship Id="rId1" Type="http://schemas.openxmlformats.org/officeDocument/2006/relationships/tags" Target="../tags/tag493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11.xml"/><Relationship Id="rId8" Type="http://schemas.openxmlformats.org/officeDocument/2006/relationships/tags" Target="../tags/tag510.xml"/><Relationship Id="rId7" Type="http://schemas.openxmlformats.org/officeDocument/2006/relationships/tags" Target="../tags/tag509.xml"/><Relationship Id="rId6" Type="http://schemas.openxmlformats.org/officeDocument/2006/relationships/tags" Target="../tags/tag508.xml"/><Relationship Id="rId5" Type="http://schemas.openxmlformats.org/officeDocument/2006/relationships/tags" Target="../tags/tag507.xml"/><Relationship Id="rId4" Type="http://schemas.openxmlformats.org/officeDocument/2006/relationships/tags" Target="../tags/tag506.xml"/><Relationship Id="rId3" Type="http://schemas.openxmlformats.org/officeDocument/2006/relationships/tags" Target="../tags/tag505.xml"/><Relationship Id="rId22" Type="http://schemas.openxmlformats.org/officeDocument/2006/relationships/slideLayout" Target="../slideLayouts/slideLayout13.xml"/><Relationship Id="rId21" Type="http://schemas.openxmlformats.org/officeDocument/2006/relationships/tags" Target="../tags/tag523.xml"/><Relationship Id="rId20" Type="http://schemas.openxmlformats.org/officeDocument/2006/relationships/tags" Target="../tags/tag522.xml"/><Relationship Id="rId2" Type="http://schemas.openxmlformats.org/officeDocument/2006/relationships/tags" Target="../tags/tag504.xml"/><Relationship Id="rId19" Type="http://schemas.openxmlformats.org/officeDocument/2006/relationships/tags" Target="../tags/tag521.xml"/><Relationship Id="rId18" Type="http://schemas.openxmlformats.org/officeDocument/2006/relationships/tags" Target="../tags/tag520.xml"/><Relationship Id="rId17" Type="http://schemas.openxmlformats.org/officeDocument/2006/relationships/tags" Target="../tags/tag519.xml"/><Relationship Id="rId16" Type="http://schemas.openxmlformats.org/officeDocument/2006/relationships/tags" Target="../tags/tag518.xml"/><Relationship Id="rId15" Type="http://schemas.openxmlformats.org/officeDocument/2006/relationships/tags" Target="../tags/tag517.xml"/><Relationship Id="rId14" Type="http://schemas.openxmlformats.org/officeDocument/2006/relationships/tags" Target="../tags/tag516.xml"/><Relationship Id="rId13" Type="http://schemas.openxmlformats.org/officeDocument/2006/relationships/tags" Target="../tags/tag515.xml"/><Relationship Id="rId12" Type="http://schemas.openxmlformats.org/officeDocument/2006/relationships/tags" Target="../tags/tag514.xml"/><Relationship Id="rId11" Type="http://schemas.openxmlformats.org/officeDocument/2006/relationships/tags" Target="../tags/tag513.xml"/><Relationship Id="rId10" Type="http://schemas.openxmlformats.org/officeDocument/2006/relationships/tags" Target="../tags/tag512.xml"/><Relationship Id="rId1" Type="http://schemas.openxmlformats.org/officeDocument/2006/relationships/tags" Target="../tags/tag503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532.xml"/><Relationship Id="rId8" Type="http://schemas.openxmlformats.org/officeDocument/2006/relationships/tags" Target="../tags/tag531.xml"/><Relationship Id="rId7" Type="http://schemas.openxmlformats.org/officeDocument/2006/relationships/tags" Target="../tags/tag530.xml"/><Relationship Id="rId6" Type="http://schemas.openxmlformats.org/officeDocument/2006/relationships/tags" Target="../tags/tag529.xml"/><Relationship Id="rId5" Type="http://schemas.openxmlformats.org/officeDocument/2006/relationships/tags" Target="../tags/tag528.xml"/><Relationship Id="rId4" Type="http://schemas.openxmlformats.org/officeDocument/2006/relationships/tags" Target="../tags/tag527.xml"/><Relationship Id="rId3" Type="http://schemas.openxmlformats.org/officeDocument/2006/relationships/tags" Target="../tags/tag526.xml"/><Relationship Id="rId2" Type="http://schemas.openxmlformats.org/officeDocument/2006/relationships/tags" Target="../tags/tag525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524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536.xml"/><Relationship Id="rId3" Type="http://schemas.openxmlformats.org/officeDocument/2006/relationships/tags" Target="../tags/tag535.xml"/><Relationship Id="rId2" Type="http://schemas.openxmlformats.org/officeDocument/2006/relationships/tags" Target="../tags/tag534.xml"/><Relationship Id="rId1" Type="http://schemas.openxmlformats.org/officeDocument/2006/relationships/tags" Target="../tags/tag533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540.xml"/><Relationship Id="rId3" Type="http://schemas.openxmlformats.org/officeDocument/2006/relationships/tags" Target="../tags/tag539.xml"/><Relationship Id="rId2" Type="http://schemas.openxmlformats.org/officeDocument/2006/relationships/tags" Target="../tags/tag538.xml"/><Relationship Id="rId1" Type="http://schemas.openxmlformats.org/officeDocument/2006/relationships/tags" Target="../tags/tag53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547.xml"/><Relationship Id="rId8" Type="http://schemas.openxmlformats.org/officeDocument/2006/relationships/image" Target="../media/image15.jpeg"/><Relationship Id="rId7" Type="http://schemas.openxmlformats.org/officeDocument/2006/relationships/tags" Target="../tags/tag546.xml"/><Relationship Id="rId6" Type="http://schemas.openxmlformats.org/officeDocument/2006/relationships/image" Target="../media/image14.jpeg"/><Relationship Id="rId5" Type="http://schemas.openxmlformats.org/officeDocument/2006/relationships/tags" Target="../tags/tag545.xml"/><Relationship Id="rId4" Type="http://schemas.openxmlformats.org/officeDocument/2006/relationships/tags" Target="../tags/tag544.xml"/><Relationship Id="rId3" Type="http://schemas.openxmlformats.org/officeDocument/2006/relationships/tags" Target="../tags/tag543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563.xml"/><Relationship Id="rId25" Type="http://schemas.openxmlformats.org/officeDocument/2006/relationships/tags" Target="../tags/tag562.xml"/><Relationship Id="rId24" Type="http://schemas.openxmlformats.org/officeDocument/2006/relationships/tags" Target="../tags/tag561.xml"/><Relationship Id="rId23" Type="http://schemas.openxmlformats.org/officeDocument/2006/relationships/tags" Target="../tags/tag560.xml"/><Relationship Id="rId22" Type="http://schemas.openxmlformats.org/officeDocument/2006/relationships/tags" Target="../tags/tag559.xml"/><Relationship Id="rId21" Type="http://schemas.openxmlformats.org/officeDocument/2006/relationships/tags" Target="../tags/tag558.xml"/><Relationship Id="rId20" Type="http://schemas.openxmlformats.org/officeDocument/2006/relationships/tags" Target="../tags/tag557.xml"/><Relationship Id="rId2" Type="http://schemas.openxmlformats.org/officeDocument/2006/relationships/tags" Target="../tags/tag542.xml"/><Relationship Id="rId19" Type="http://schemas.openxmlformats.org/officeDocument/2006/relationships/tags" Target="../tags/tag556.xml"/><Relationship Id="rId18" Type="http://schemas.openxmlformats.org/officeDocument/2006/relationships/tags" Target="../tags/tag555.xml"/><Relationship Id="rId17" Type="http://schemas.openxmlformats.org/officeDocument/2006/relationships/tags" Target="../tags/tag554.xml"/><Relationship Id="rId16" Type="http://schemas.openxmlformats.org/officeDocument/2006/relationships/tags" Target="../tags/tag553.xml"/><Relationship Id="rId15" Type="http://schemas.openxmlformats.org/officeDocument/2006/relationships/tags" Target="../tags/tag552.xml"/><Relationship Id="rId14" Type="http://schemas.openxmlformats.org/officeDocument/2006/relationships/tags" Target="../tags/tag551.xml"/><Relationship Id="rId13" Type="http://schemas.openxmlformats.org/officeDocument/2006/relationships/tags" Target="../tags/tag550.xml"/><Relationship Id="rId12" Type="http://schemas.openxmlformats.org/officeDocument/2006/relationships/tags" Target="../tags/tag549.xml"/><Relationship Id="rId11" Type="http://schemas.openxmlformats.org/officeDocument/2006/relationships/tags" Target="../tags/tag548.xml"/><Relationship Id="rId10" Type="http://schemas.openxmlformats.org/officeDocument/2006/relationships/image" Target="../media/image16.jpeg"/><Relationship Id="rId1" Type="http://schemas.openxmlformats.org/officeDocument/2006/relationships/tags" Target="../tags/tag54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71.xml"/><Relationship Id="rId8" Type="http://schemas.openxmlformats.org/officeDocument/2006/relationships/tags" Target="../tags/tag570.xml"/><Relationship Id="rId7" Type="http://schemas.openxmlformats.org/officeDocument/2006/relationships/tags" Target="../tags/tag569.xml"/><Relationship Id="rId6" Type="http://schemas.openxmlformats.org/officeDocument/2006/relationships/tags" Target="../tags/tag568.xml"/><Relationship Id="rId5" Type="http://schemas.openxmlformats.org/officeDocument/2006/relationships/tags" Target="../tags/tag567.xml"/><Relationship Id="rId4" Type="http://schemas.openxmlformats.org/officeDocument/2006/relationships/tags" Target="../tags/tag566.xml"/><Relationship Id="rId3" Type="http://schemas.openxmlformats.org/officeDocument/2006/relationships/tags" Target="../tags/tag565.xml"/><Relationship Id="rId2" Type="http://schemas.openxmlformats.org/officeDocument/2006/relationships/image" Target="../media/image17.jpeg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572.xml"/><Relationship Id="rId1" Type="http://schemas.openxmlformats.org/officeDocument/2006/relationships/tags" Target="../tags/tag564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576.xml"/><Relationship Id="rId3" Type="http://schemas.openxmlformats.org/officeDocument/2006/relationships/tags" Target="../tags/tag575.xml"/><Relationship Id="rId2" Type="http://schemas.openxmlformats.org/officeDocument/2006/relationships/tags" Target="../tags/tag574.xml"/><Relationship Id="rId1" Type="http://schemas.openxmlformats.org/officeDocument/2006/relationships/tags" Target="../tags/tag573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583.xml"/><Relationship Id="rId8" Type="http://schemas.openxmlformats.org/officeDocument/2006/relationships/image" Target="../media/image19.jpeg"/><Relationship Id="rId7" Type="http://schemas.openxmlformats.org/officeDocument/2006/relationships/tags" Target="../tags/tag582.xml"/><Relationship Id="rId6" Type="http://schemas.openxmlformats.org/officeDocument/2006/relationships/image" Target="../media/image18.jpeg"/><Relationship Id="rId5" Type="http://schemas.openxmlformats.org/officeDocument/2006/relationships/tags" Target="../tags/tag581.xml"/><Relationship Id="rId4" Type="http://schemas.openxmlformats.org/officeDocument/2006/relationships/tags" Target="../tags/tag580.xml"/><Relationship Id="rId3" Type="http://schemas.openxmlformats.org/officeDocument/2006/relationships/tags" Target="../tags/tag579.xml"/><Relationship Id="rId2" Type="http://schemas.openxmlformats.org/officeDocument/2006/relationships/tags" Target="../tags/tag578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584.xml"/><Relationship Id="rId1" Type="http://schemas.openxmlformats.org/officeDocument/2006/relationships/tags" Target="../tags/tag57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590.xml"/><Relationship Id="rId7" Type="http://schemas.openxmlformats.org/officeDocument/2006/relationships/tags" Target="../tags/tag589.xml"/><Relationship Id="rId6" Type="http://schemas.openxmlformats.org/officeDocument/2006/relationships/tags" Target="../tags/tag588.xml"/><Relationship Id="rId5" Type="http://schemas.openxmlformats.org/officeDocument/2006/relationships/image" Target="../media/image21.jpeg"/><Relationship Id="rId4" Type="http://schemas.openxmlformats.org/officeDocument/2006/relationships/tags" Target="../tags/tag587.xml"/><Relationship Id="rId3" Type="http://schemas.openxmlformats.org/officeDocument/2006/relationships/image" Target="../media/image20.jpeg"/><Relationship Id="rId2" Type="http://schemas.openxmlformats.org/officeDocument/2006/relationships/tags" Target="../tags/tag586.xml"/><Relationship Id="rId1" Type="http://schemas.openxmlformats.org/officeDocument/2006/relationships/tags" Target="../tags/tag585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596.xml"/><Relationship Id="rId5" Type="http://schemas.openxmlformats.org/officeDocument/2006/relationships/tags" Target="../tags/tag595.xml"/><Relationship Id="rId4" Type="http://schemas.openxmlformats.org/officeDocument/2006/relationships/tags" Target="../tags/tag594.xml"/><Relationship Id="rId3" Type="http://schemas.openxmlformats.org/officeDocument/2006/relationships/tags" Target="../tags/tag593.xml"/><Relationship Id="rId2" Type="http://schemas.openxmlformats.org/officeDocument/2006/relationships/tags" Target="../tags/tag592.xml"/><Relationship Id="rId1" Type="http://schemas.openxmlformats.org/officeDocument/2006/relationships/tags" Target="../tags/tag591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600.xml"/><Relationship Id="rId3" Type="http://schemas.openxmlformats.org/officeDocument/2006/relationships/tags" Target="../tags/tag599.xml"/><Relationship Id="rId2" Type="http://schemas.openxmlformats.org/officeDocument/2006/relationships/tags" Target="../tags/tag598.xml"/><Relationship Id="rId1" Type="http://schemas.openxmlformats.org/officeDocument/2006/relationships/tags" Target="../tags/tag597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608.xml"/><Relationship Id="rId7" Type="http://schemas.openxmlformats.org/officeDocument/2006/relationships/tags" Target="../tags/tag607.xml"/><Relationship Id="rId6" Type="http://schemas.openxmlformats.org/officeDocument/2006/relationships/tags" Target="../tags/tag606.xml"/><Relationship Id="rId5" Type="http://schemas.openxmlformats.org/officeDocument/2006/relationships/tags" Target="../tags/tag605.xml"/><Relationship Id="rId4" Type="http://schemas.openxmlformats.org/officeDocument/2006/relationships/tags" Target="../tags/tag604.xml"/><Relationship Id="rId3" Type="http://schemas.openxmlformats.org/officeDocument/2006/relationships/tags" Target="../tags/tag603.xml"/><Relationship Id="rId2" Type="http://schemas.openxmlformats.org/officeDocument/2006/relationships/tags" Target="../tags/tag602.xml"/><Relationship Id="rId1" Type="http://schemas.openxmlformats.org/officeDocument/2006/relationships/tags" Target="../tags/tag60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614.xml"/><Relationship Id="rId6" Type="http://schemas.openxmlformats.org/officeDocument/2006/relationships/tags" Target="../tags/tag613.xml"/><Relationship Id="rId5" Type="http://schemas.openxmlformats.org/officeDocument/2006/relationships/image" Target="../media/image22.jpeg"/><Relationship Id="rId4" Type="http://schemas.openxmlformats.org/officeDocument/2006/relationships/tags" Target="../tags/tag612.xml"/><Relationship Id="rId3" Type="http://schemas.openxmlformats.org/officeDocument/2006/relationships/tags" Target="../tags/tag611.xml"/><Relationship Id="rId2" Type="http://schemas.openxmlformats.org/officeDocument/2006/relationships/tags" Target="../tags/tag610.xml"/><Relationship Id="rId1" Type="http://schemas.openxmlformats.org/officeDocument/2006/relationships/tags" Target="../tags/tag609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tags" Target="../tags/tag620.xml"/><Relationship Id="rId7" Type="http://schemas.openxmlformats.org/officeDocument/2006/relationships/tags" Target="../tags/tag619.xml"/><Relationship Id="rId6" Type="http://schemas.openxmlformats.org/officeDocument/2006/relationships/image" Target="../media/image24.png"/><Relationship Id="rId5" Type="http://schemas.openxmlformats.org/officeDocument/2006/relationships/tags" Target="../tags/tag618.xml"/><Relationship Id="rId4" Type="http://schemas.openxmlformats.org/officeDocument/2006/relationships/image" Target="../media/image23.jpeg"/><Relationship Id="rId3" Type="http://schemas.openxmlformats.org/officeDocument/2006/relationships/tags" Target="../tags/tag617.xml"/><Relationship Id="rId2" Type="http://schemas.openxmlformats.org/officeDocument/2006/relationships/tags" Target="../tags/tag616.xml"/><Relationship Id="rId1" Type="http://schemas.openxmlformats.org/officeDocument/2006/relationships/tags" Target="../tags/tag615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628.xml"/><Relationship Id="rId8" Type="http://schemas.openxmlformats.org/officeDocument/2006/relationships/tags" Target="../tags/tag627.xml"/><Relationship Id="rId7" Type="http://schemas.openxmlformats.org/officeDocument/2006/relationships/tags" Target="../tags/tag626.xml"/><Relationship Id="rId6" Type="http://schemas.openxmlformats.org/officeDocument/2006/relationships/image" Target="../media/image25.jpeg"/><Relationship Id="rId5" Type="http://schemas.openxmlformats.org/officeDocument/2006/relationships/tags" Target="../tags/tag625.xml"/><Relationship Id="rId4" Type="http://schemas.openxmlformats.org/officeDocument/2006/relationships/tags" Target="../tags/tag624.xml"/><Relationship Id="rId3" Type="http://schemas.openxmlformats.org/officeDocument/2006/relationships/tags" Target="../tags/tag623.xml"/><Relationship Id="rId2" Type="http://schemas.openxmlformats.org/officeDocument/2006/relationships/tags" Target="../tags/tag622.xml"/><Relationship Id="rId10" Type="http://schemas.openxmlformats.org/officeDocument/2006/relationships/slideLayout" Target="../slideLayouts/slideLayout13.xml"/><Relationship Id="rId1" Type="http://schemas.openxmlformats.org/officeDocument/2006/relationships/tags" Target="../tags/tag621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632.xml"/><Relationship Id="rId3" Type="http://schemas.openxmlformats.org/officeDocument/2006/relationships/tags" Target="../tags/tag631.xml"/><Relationship Id="rId2" Type="http://schemas.openxmlformats.org/officeDocument/2006/relationships/tags" Target="../tags/tag630.xml"/><Relationship Id="rId1" Type="http://schemas.openxmlformats.org/officeDocument/2006/relationships/tags" Target="../tags/tag629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638.xml"/><Relationship Id="rId8" Type="http://schemas.openxmlformats.org/officeDocument/2006/relationships/tags" Target="../tags/tag637.xml"/><Relationship Id="rId7" Type="http://schemas.openxmlformats.org/officeDocument/2006/relationships/image" Target="../media/image28.jpeg"/><Relationship Id="rId6" Type="http://schemas.openxmlformats.org/officeDocument/2006/relationships/tags" Target="../tags/tag636.xml"/><Relationship Id="rId5" Type="http://schemas.openxmlformats.org/officeDocument/2006/relationships/image" Target="../media/image27.jpeg"/><Relationship Id="rId4" Type="http://schemas.openxmlformats.org/officeDocument/2006/relationships/tags" Target="../tags/tag635.xml"/><Relationship Id="rId3" Type="http://schemas.openxmlformats.org/officeDocument/2006/relationships/image" Target="../media/image26.jpeg"/><Relationship Id="rId2" Type="http://schemas.openxmlformats.org/officeDocument/2006/relationships/tags" Target="../tags/tag634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643.xml"/><Relationship Id="rId13" Type="http://schemas.openxmlformats.org/officeDocument/2006/relationships/tags" Target="../tags/tag642.xml"/><Relationship Id="rId12" Type="http://schemas.openxmlformats.org/officeDocument/2006/relationships/tags" Target="../tags/tag641.xml"/><Relationship Id="rId11" Type="http://schemas.openxmlformats.org/officeDocument/2006/relationships/tags" Target="../tags/tag640.xml"/><Relationship Id="rId10" Type="http://schemas.openxmlformats.org/officeDocument/2006/relationships/tags" Target="../tags/tag639.xml"/><Relationship Id="rId1" Type="http://schemas.openxmlformats.org/officeDocument/2006/relationships/tags" Target="../tags/tag633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3.xml"/><Relationship Id="rId5" Type="http://schemas.openxmlformats.org/officeDocument/2006/relationships/tags" Target="../tags/tag648.xml"/><Relationship Id="rId4" Type="http://schemas.openxmlformats.org/officeDocument/2006/relationships/tags" Target="../tags/tag647.xml"/><Relationship Id="rId3" Type="http://schemas.openxmlformats.org/officeDocument/2006/relationships/tags" Target="../tags/tag646.xml"/><Relationship Id="rId2" Type="http://schemas.openxmlformats.org/officeDocument/2006/relationships/tags" Target="../tags/tag645.xml"/><Relationship Id="rId1" Type="http://schemas.openxmlformats.org/officeDocument/2006/relationships/tags" Target="../tags/tag644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656.xml"/><Relationship Id="rId7" Type="http://schemas.openxmlformats.org/officeDocument/2006/relationships/tags" Target="../tags/tag655.xml"/><Relationship Id="rId6" Type="http://schemas.openxmlformats.org/officeDocument/2006/relationships/tags" Target="../tags/tag654.xml"/><Relationship Id="rId5" Type="http://schemas.openxmlformats.org/officeDocument/2006/relationships/tags" Target="../tags/tag653.xml"/><Relationship Id="rId4" Type="http://schemas.openxmlformats.org/officeDocument/2006/relationships/tags" Target="../tags/tag652.xml"/><Relationship Id="rId3" Type="http://schemas.openxmlformats.org/officeDocument/2006/relationships/tags" Target="../tags/tag651.xml"/><Relationship Id="rId2" Type="http://schemas.openxmlformats.org/officeDocument/2006/relationships/tags" Target="../tags/tag650.xml"/><Relationship Id="rId1" Type="http://schemas.openxmlformats.org/officeDocument/2006/relationships/tags" Target="../tags/tag649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660.xml"/><Relationship Id="rId3" Type="http://schemas.openxmlformats.org/officeDocument/2006/relationships/tags" Target="../tags/tag659.xml"/><Relationship Id="rId2" Type="http://schemas.openxmlformats.org/officeDocument/2006/relationships/tags" Target="../tags/tag658.xml"/><Relationship Id="rId1" Type="http://schemas.openxmlformats.org/officeDocument/2006/relationships/tags" Target="../tags/tag657.xml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tags" Target="../tags/tag666.xml"/><Relationship Id="rId8" Type="http://schemas.openxmlformats.org/officeDocument/2006/relationships/tags" Target="../tags/tag665.xml"/><Relationship Id="rId7" Type="http://schemas.openxmlformats.org/officeDocument/2006/relationships/tags" Target="../tags/tag664.xml"/><Relationship Id="rId6" Type="http://schemas.openxmlformats.org/officeDocument/2006/relationships/image" Target="../media/image31.jpeg"/><Relationship Id="rId5" Type="http://schemas.openxmlformats.org/officeDocument/2006/relationships/tags" Target="../tags/tag663.xml"/><Relationship Id="rId4" Type="http://schemas.openxmlformats.org/officeDocument/2006/relationships/image" Target="../media/image30.jpeg"/><Relationship Id="rId3" Type="http://schemas.openxmlformats.org/officeDocument/2006/relationships/tags" Target="../tags/tag662.xml"/><Relationship Id="rId2" Type="http://schemas.openxmlformats.org/officeDocument/2006/relationships/image" Target="../media/image29.jpeg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671.xml"/><Relationship Id="rId13" Type="http://schemas.openxmlformats.org/officeDocument/2006/relationships/tags" Target="../tags/tag670.xml"/><Relationship Id="rId12" Type="http://schemas.openxmlformats.org/officeDocument/2006/relationships/tags" Target="../tags/tag669.xml"/><Relationship Id="rId11" Type="http://schemas.openxmlformats.org/officeDocument/2006/relationships/tags" Target="../tags/tag668.xml"/><Relationship Id="rId10" Type="http://schemas.openxmlformats.org/officeDocument/2006/relationships/tags" Target="../tags/tag667.xml"/><Relationship Id="rId1" Type="http://schemas.openxmlformats.org/officeDocument/2006/relationships/tags" Target="../tags/tag661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680.xml"/><Relationship Id="rId8" Type="http://schemas.openxmlformats.org/officeDocument/2006/relationships/tags" Target="../tags/tag679.xml"/><Relationship Id="rId7" Type="http://schemas.openxmlformats.org/officeDocument/2006/relationships/tags" Target="../tags/tag678.xml"/><Relationship Id="rId6" Type="http://schemas.openxmlformats.org/officeDocument/2006/relationships/tags" Target="../tags/tag677.xml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5" Type="http://schemas.openxmlformats.org/officeDocument/2006/relationships/slideLayout" Target="../slideLayouts/slideLayout19.xml"/><Relationship Id="rId14" Type="http://schemas.openxmlformats.org/officeDocument/2006/relationships/tags" Target="../tags/tag685.xml"/><Relationship Id="rId13" Type="http://schemas.openxmlformats.org/officeDocument/2006/relationships/tags" Target="../tags/tag684.xml"/><Relationship Id="rId12" Type="http://schemas.openxmlformats.org/officeDocument/2006/relationships/tags" Target="../tags/tag683.xml"/><Relationship Id="rId11" Type="http://schemas.openxmlformats.org/officeDocument/2006/relationships/tags" Target="../tags/tag682.xml"/><Relationship Id="rId10" Type="http://schemas.openxmlformats.org/officeDocument/2006/relationships/tags" Target="../tags/tag681.xml"/><Relationship Id="rId1" Type="http://schemas.openxmlformats.org/officeDocument/2006/relationships/tags" Target="../tags/tag672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tags" Target="../tags/tag694.xml"/><Relationship Id="rId8" Type="http://schemas.openxmlformats.org/officeDocument/2006/relationships/tags" Target="../tags/tag693.xml"/><Relationship Id="rId7" Type="http://schemas.openxmlformats.org/officeDocument/2006/relationships/tags" Target="../tags/tag692.xml"/><Relationship Id="rId6" Type="http://schemas.openxmlformats.org/officeDocument/2006/relationships/tags" Target="../tags/tag691.xml"/><Relationship Id="rId5" Type="http://schemas.openxmlformats.org/officeDocument/2006/relationships/tags" Target="../tags/tag690.xml"/><Relationship Id="rId4" Type="http://schemas.openxmlformats.org/officeDocument/2006/relationships/tags" Target="../tags/tag689.xml"/><Relationship Id="rId3" Type="http://schemas.openxmlformats.org/officeDocument/2006/relationships/tags" Target="../tags/tag688.xml"/><Relationship Id="rId20" Type="http://schemas.openxmlformats.org/officeDocument/2006/relationships/slideLayout" Target="../slideLayouts/slideLayout13.xml"/><Relationship Id="rId2" Type="http://schemas.openxmlformats.org/officeDocument/2006/relationships/tags" Target="../tags/tag687.xml"/><Relationship Id="rId19" Type="http://schemas.openxmlformats.org/officeDocument/2006/relationships/tags" Target="../tags/tag703.xml"/><Relationship Id="rId18" Type="http://schemas.openxmlformats.org/officeDocument/2006/relationships/tags" Target="../tags/tag702.xml"/><Relationship Id="rId17" Type="http://schemas.openxmlformats.org/officeDocument/2006/relationships/tags" Target="../tags/tag701.xml"/><Relationship Id="rId16" Type="http://schemas.openxmlformats.org/officeDocument/2006/relationships/tags" Target="../tags/tag700.xml"/><Relationship Id="rId15" Type="http://schemas.openxmlformats.org/officeDocument/2006/relationships/tags" Target="../tags/tag699.xml"/><Relationship Id="rId14" Type="http://schemas.openxmlformats.org/officeDocument/2006/relationships/tags" Target="../tags/tag698.xml"/><Relationship Id="rId13" Type="http://schemas.openxmlformats.org/officeDocument/2006/relationships/tags" Target="../tags/tag697.xml"/><Relationship Id="rId12" Type="http://schemas.openxmlformats.org/officeDocument/2006/relationships/image" Target="../media/image32.jpeg"/><Relationship Id="rId11" Type="http://schemas.openxmlformats.org/officeDocument/2006/relationships/tags" Target="../tags/tag696.xml"/><Relationship Id="rId10" Type="http://schemas.openxmlformats.org/officeDocument/2006/relationships/tags" Target="../tags/tag695.xml"/><Relationship Id="rId1" Type="http://schemas.openxmlformats.org/officeDocument/2006/relationships/tags" Target="../tags/tag686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07.xml"/><Relationship Id="rId3" Type="http://schemas.openxmlformats.org/officeDocument/2006/relationships/tags" Target="../tags/tag706.xml"/><Relationship Id="rId2" Type="http://schemas.openxmlformats.org/officeDocument/2006/relationships/tags" Target="../tags/tag705.xml"/><Relationship Id="rId1" Type="http://schemas.openxmlformats.org/officeDocument/2006/relationships/tags" Target="../tags/tag704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tags" Target="../tags/tag716.xml"/><Relationship Id="rId8" Type="http://schemas.openxmlformats.org/officeDocument/2006/relationships/tags" Target="../tags/tag715.xml"/><Relationship Id="rId7" Type="http://schemas.openxmlformats.org/officeDocument/2006/relationships/tags" Target="../tags/tag714.xml"/><Relationship Id="rId6" Type="http://schemas.openxmlformats.org/officeDocument/2006/relationships/tags" Target="../tags/tag713.xml"/><Relationship Id="rId5" Type="http://schemas.openxmlformats.org/officeDocument/2006/relationships/tags" Target="../tags/tag712.xml"/><Relationship Id="rId4" Type="http://schemas.openxmlformats.org/officeDocument/2006/relationships/tags" Target="../tags/tag711.xml"/><Relationship Id="rId3" Type="http://schemas.openxmlformats.org/officeDocument/2006/relationships/tags" Target="../tags/tag710.xml"/><Relationship Id="rId2" Type="http://schemas.openxmlformats.org/officeDocument/2006/relationships/tags" Target="../tags/tag709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717.xml"/><Relationship Id="rId1" Type="http://schemas.openxmlformats.org/officeDocument/2006/relationships/tags" Target="../tags/tag708.xml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724.xml"/><Relationship Id="rId8" Type="http://schemas.openxmlformats.org/officeDocument/2006/relationships/image" Target="../media/image34.jpeg"/><Relationship Id="rId7" Type="http://schemas.openxmlformats.org/officeDocument/2006/relationships/tags" Target="../tags/tag723.xml"/><Relationship Id="rId6" Type="http://schemas.openxmlformats.org/officeDocument/2006/relationships/tags" Target="../tags/tag722.xml"/><Relationship Id="rId5" Type="http://schemas.openxmlformats.org/officeDocument/2006/relationships/tags" Target="../tags/tag721.xml"/><Relationship Id="rId4" Type="http://schemas.openxmlformats.org/officeDocument/2006/relationships/image" Target="../media/image33.jpeg"/><Relationship Id="rId3" Type="http://schemas.openxmlformats.org/officeDocument/2006/relationships/tags" Target="../tags/tag720.xml"/><Relationship Id="rId2" Type="http://schemas.openxmlformats.org/officeDocument/2006/relationships/tags" Target="../tags/tag719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728.xml"/><Relationship Id="rId13" Type="http://schemas.openxmlformats.org/officeDocument/2006/relationships/tags" Target="../tags/tag727.xml"/><Relationship Id="rId12" Type="http://schemas.openxmlformats.org/officeDocument/2006/relationships/image" Target="../media/image35.jpeg"/><Relationship Id="rId11" Type="http://schemas.openxmlformats.org/officeDocument/2006/relationships/tags" Target="../tags/tag726.xml"/><Relationship Id="rId10" Type="http://schemas.openxmlformats.org/officeDocument/2006/relationships/tags" Target="../tags/tag725.xml"/><Relationship Id="rId1" Type="http://schemas.openxmlformats.org/officeDocument/2006/relationships/tags" Target="../tags/tag718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tags" Target="../tags/tag737.xml"/><Relationship Id="rId8" Type="http://schemas.openxmlformats.org/officeDocument/2006/relationships/tags" Target="../tags/tag736.xml"/><Relationship Id="rId7" Type="http://schemas.openxmlformats.org/officeDocument/2006/relationships/tags" Target="../tags/tag735.xml"/><Relationship Id="rId6" Type="http://schemas.openxmlformats.org/officeDocument/2006/relationships/tags" Target="../tags/tag734.xml"/><Relationship Id="rId5" Type="http://schemas.openxmlformats.org/officeDocument/2006/relationships/tags" Target="../tags/tag733.xml"/><Relationship Id="rId4" Type="http://schemas.openxmlformats.org/officeDocument/2006/relationships/tags" Target="../tags/tag732.xml"/><Relationship Id="rId3" Type="http://schemas.openxmlformats.org/officeDocument/2006/relationships/tags" Target="../tags/tag731.xml"/><Relationship Id="rId2" Type="http://schemas.openxmlformats.org/officeDocument/2006/relationships/tags" Target="../tags/tag730.xml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742.xml"/><Relationship Id="rId13" Type="http://schemas.openxmlformats.org/officeDocument/2006/relationships/tags" Target="../tags/tag741.xml"/><Relationship Id="rId12" Type="http://schemas.openxmlformats.org/officeDocument/2006/relationships/tags" Target="../tags/tag740.xml"/><Relationship Id="rId11" Type="http://schemas.openxmlformats.org/officeDocument/2006/relationships/tags" Target="../tags/tag739.xml"/><Relationship Id="rId10" Type="http://schemas.openxmlformats.org/officeDocument/2006/relationships/tags" Target="../tags/tag738.xml"/><Relationship Id="rId1" Type="http://schemas.openxmlformats.org/officeDocument/2006/relationships/tags" Target="../tags/tag729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46.xml"/><Relationship Id="rId3" Type="http://schemas.openxmlformats.org/officeDocument/2006/relationships/tags" Target="../tags/tag745.xml"/><Relationship Id="rId2" Type="http://schemas.openxmlformats.org/officeDocument/2006/relationships/tags" Target="../tags/tag744.xml"/><Relationship Id="rId1" Type="http://schemas.openxmlformats.org/officeDocument/2006/relationships/tags" Target="../tags/tag743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tags" Target="../tags/tag752.xml"/><Relationship Id="rId8" Type="http://schemas.openxmlformats.org/officeDocument/2006/relationships/tags" Target="../tags/tag751.xml"/><Relationship Id="rId7" Type="http://schemas.openxmlformats.org/officeDocument/2006/relationships/tags" Target="../tags/tag750.xml"/><Relationship Id="rId6" Type="http://schemas.openxmlformats.org/officeDocument/2006/relationships/image" Target="../media/image38.jpeg"/><Relationship Id="rId5" Type="http://schemas.openxmlformats.org/officeDocument/2006/relationships/tags" Target="../tags/tag749.xml"/><Relationship Id="rId4" Type="http://schemas.openxmlformats.org/officeDocument/2006/relationships/image" Target="../media/image37.jpeg"/><Relationship Id="rId3" Type="http://schemas.openxmlformats.org/officeDocument/2006/relationships/tags" Target="../tags/tag748.xml"/><Relationship Id="rId2" Type="http://schemas.openxmlformats.org/officeDocument/2006/relationships/image" Target="../media/image36.jpeg"/><Relationship Id="rId15" Type="http://schemas.openxmlformats.org/officeDocument/2006/relationships/slideLayout" Target="../slideLayouts/slideLayout18.xml"/><Relationship Id="rId14" Type="http://schemas.openxmlformats.org/officeDocument/2006/relationships/tags" Target="../tags/tag757.xml"/><Relationship Id="rId13" Type="http://schemas.openxmlformats.org/officeDocument/2006/relationships/tags" Target="../tags/tag756.xml"/><Relationship Id="rId12" Type="http://schemas.openxmlformats.org/officeDocument/2006/relationships/tags" Target="../tags/tag755.xml"/><Relationship Id="rId11" Type="http://schemas.openxmlformats.org/officeDocument/2006/relationships/tags" Target="../tags/tag754.xml"/><Relationship Id="rId10" Type="http://schemas.openxmlformats.org/officeDocument/2006/relationships/tags" Target="../tags/tag753.xml"/><Relationship Id="rId1" Type="http://schemas.openxmlformats.org/officeDocument/2006/relationships/tags" Target="../tags/tag747.xml"/></Relationships>
</file>

<file path=ppt/slides/_rels/slide47.xml.rels><?xml version="1.0" encoding="UTF-8" standalone="yes"?>
<Relationships xmlns="http://schemas.openxmlformats.org/package/2006/relationships"><Relationship Id="rId9" Type="http://schemas.openxmlformats.org/officeDocument/2006/relationships/tags" Target="../tags/tag766.xml"/><Relationship Id="rId8" Type="http://schemas.openxmlformats.org/officeDocument/2006/relationships/tags" Target="../tags/tag765.xml"/><Relationship Id="rId7" Type="http://schemas.openxmlformats.org/officeDocument/2006/relationships/tags" Target="../tags/tag764.xml"/><Relationship Id="rId6" Type="http://schemas.openxmlformats.org/officeDocument/2006/relationships/tags" Target="../tags/tag763.xml"/><Relationship Id="rId5" Type="http://schemas.openxmlformats.org/officeDocument/2006/relationships/tags" Target="../tags/tag762.xml"/><Relationship Id="rId4" Type="http://schemas.openxmlformats.org/officeDocument/2006/relationships/tags" Target="../tags/tag761.xml"/><Relationship Id="rId3" Type="http://schemas.openxmlformats.org/officeDocument/2006/relationships/tags" Target="../tags/tag760.xml"/><Relationship Id="rId2" Type="http://schemas.openxmlformats.org/officeDocument/2006/relationships/tags" Target="../tags/tag759.xml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774.xml"/><Relationship Id="rId17" Type="http://schemas.openxmlformats.org/officeDocument/2006/relationships/tags" Target="../tags/tag773.xml"/><Relationship Id="rId16" Type="http://schemas.openxmlformats.org/officeDocument/2006/relationships/tags" Target="../tags/tag772.xml"/><Relationship Id="rId15" Type="http://schemas.openxmlformats.org/officeDocument/2006/relationships/tags" Target="../tags/tag771.xml"/><Relationship Id="rId14" Type="http://schemas.openxmlformats.org/officeDocument/2006/relationships/tags" Target="../tags/tag770.xml"/><Relationship Id="rId13" Type="http://schemas.openxmlformats.org/officeDocument/2006/relationships/tags" Target="../tags/tag769.xml"/><Relationship Id="rId12" Type="http://schemas.openxmlformats.org/officeDocument/2006/relationships/image" Target="../media/image39.jpeg"/><Relationship Id="rId11" Type="http://schemas.openxmlformats.org/officeDocument/2006/relationships/tags" Target="../tags/tag768.xml"/><Relationship Id="rId10" Type="http://schemas.openxmlformats.org/officeDocument/2006/relationships/tags" Target="../tags/tag767.xml"/><Relationship Id="rId1" Type="http://schemas.openxmlformats.org/officeDocument/2006/relationships/tags" Target="../tags/tag758.xml"/></Relationships>
</file>

<file path=ppt/slides/_rels/slide48.xml.rels><?xml version="1.0" encoding="UTF-8" standalone="yes"?>
<Relationships xmlns="http://schemas.openxmlformats.org/package/2006/relationships"><Relationship Id="rId9" Type="http://schemas.openxmlformats.org/officeDocument/2006/relationships/tags" Target="../tags/tag782.xml"/><Relationship Id="rId8" Type="http://schemas.openxmlformats.org/officeDocument/2006/relationships/tags" Target="../tags/tag781.xml"/><Relationship Id="rId7" Type="http://schemas.openxmlformats.org/officeDocument/2006/relationships/tags" Target="../tags/tag780.xml"/><Relationship Id="rId6" Type="http://schemas.openxmlformats.org/officeDocument/2006/relationships/tags" Target="../tags/tag779.xml"/><Relationship Id="rId5" Type="http://schemas.openxmlformats.org/officeDocument/2006/relationships/tags" Target="../tags/tag778.xml"/><Relationship Id="rId4" Type="http://schemas.openxmlformats.org/officeDocument/2006/relationships/tags" Target="../tags/tag777.xml"/><Relationship Id="rId3" Type="http://schemas.openxmlformats.org/officeDocument/2006/relationships/image" Target="../media/image40.jpeg"/><Relationship Id="rId2" Type="http://schemas.openxmlformats.org/officeDocument/2006/relationships/tags" Target="../tags/tag776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787.xml"/><Relationship Id="rId14" Type="http://schemas.openxmlformats.org/officeDocument/2006/relationships/tags" Target="../tags/tag786.xml"/><Relationship Id="rId13" Type="http://schemas.openxmlformats.org/officeDocument/2006/relationships/image" Target="../media/image41.jpeg"/><Relationship Id="rId12" Type="http://schemas.openxmlformats.org/officeDocument/2006/relationships/tags" Target="../tags/tag785.xml"/><Relationship Id="rId11" Type="http://schemas.openxmlformats.org/officeDocument/2006/relationships/tags" Target="../tags/tag784.xml"/><Relationship Id="rId10" Type="http://schemas.openxmlformats.org/officeDocument/2006/relationships/tags" Target="../tags/tag783.xml"/><Relationship Id="rId1" Type="http://schemas.openxmlformats.org/officeDocument/2006/relationships/tags" Target="../tags/tag775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91.xml"/><Relationship Id="rId3" Type="http://schemas.openxmlformats.org/officeDocument/2006/relationships/tags" Target="../tags/tag790.xml"/><Relationship Id="rId2" Type="http://schemas.openxmlformats.org/officeDocument/2006/relationships/tags" Target="../tags/tag789.xml"/><Relationship Id="rId1" Type="http://schemas.openxmlformats.org/officeDocument/2006/relationships/tags" Target="../tags/tag788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799.xml"/><Relationship Id="rId7" Type="http://schemas.openxmlformats.org/officeDocument/2006/relationships/tags" Target="../tags/tag798.xml"/><Relationship Id="rId6" Type="http://schemas.openxmlformats.org/officeDocument/2006/relationships/tags" Target="../tags/tag797.xml"/><Relationship Id="rId5" Type="http://schemas.openxmlformats.org/officeDocument/2006/relationships/tags" Target="../tags/tag796.xml"/><Relationship Id="rId4" Type="http://schemas.openxmlformats.org/officeDocument/2006/relationships/tags" Target="../tags/tag795.xml"/><Relationship Id="rId3" Type="http://schemas.openxmlformats.org/officeDocument/2006/relationships/tags" Target="../tags/tag794.xml"/><Relationship Id="rId2" Type="http://schemas.openxmlformats.org/officeDocument/2006/relationships/tags" Target="../tags/tag793.xml"/><Relationship Id="rId1" Type="http://schemas.openxmlformats.org/officeDocument/2006/relationships/tags" Target="../tags/tag792.xml"/></Relationships>
</file>

<file path=ppt/slides/_rels/slide51.xml.rels><?xml version="1.0" encoding="UTF-8" standalone="yes"?>
<Relationships xmlns="http://schemas.openxmlformats.org/package/2006/relationships"><Relationship Id="rId9" Type="http://schemas.openxmlformats.org/officeDocument/2006/relationships/tags" Target="../tags/tag808.xml"/><Relationship Id="rId8" Type="http://schemas.openxmlformats.org/officeDocument/2006/relationships/tags" Target="../tags/tag807.xml"/><Relationship Id="rId7" Type="http://schemas.openxmlformats.org/officeDocument/2006/relationships/tags" Target="../tags/tag806.xml"/><Relationship Id="rId6" Type="http://schemas.openxmlformats.org/officeDocument/2006/relationships/tags" Target="../tags/tag805.xml"/><Relationship Id="rId5" Type="http://schemas.openxmlformats.org/officeDocument/2006/relationships/tags" Target="../tags/tag804.xml"/><Relationship Id="rId4" Type="http://schemas.openxmlformats.org/officeDocument/2006/relationships/tags" Target="../tags/tag803.xml"/><Relationship Id="rId3" Type="http://schemas.openxmlformats.org/officeDocument/2006/relationships/tags" Target="../tags/tag802.xml"/><Relationship Id="rId2" Type="http://schemas.openxmlformats.org/officeDocument/2006/relationships/tags" Target="../tags/tag801.xml"/><Relationship Id="rId16" Type="http://schemas.openxmlformats.org/officeDocument/2006/relationships/slideLayout" Target="../slideLayouts/slideLayout13.xml"/><Relationship Id="rId15" Type="http://schemas.openxmlformats.org/officeDocument/2006/relationships/tags" Target="../tags/tag814.xml"/><Relationship Id="rId14" Type="http://schemas.openxmlformats.org/officeDocument/2006/relationships/tags" Target="../tags/tag813.xml"/><Relationship Id="rId13" Type="http://schemas.openxmlformats.org/officeDocument/2006/relationships/tags" Target="../tags/tag812.xml"/><Relationship Id="rId12" Type="http://schemas.openxmlformats.org/officeDocument/2006/relationships/tags" Target="../tags/tag811.xml"/><Relationship Id="rId11" Type="http://schemas.openxmlformats.org/officeDocument/2006/relationships/tags" Target="../tags/tag810.xml"/><Relationship Id="rId10" Type="http://schemas.openxmlformats.org/officeDocument/2006/relationships/tags" Target="../tags/tag809.xml"/><Relationship Id="rId1" Type="http://schemas.openxmlformats.org/officeDocument/2006/relationships/tags" Target="../tags/tag800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822.xml"/><Relationship Id="rId7" Type="http://schemas.openxmlformats.org/officeDocument/2006/relationships/tags" Target="../tags/tag821.xml"/><Relationship Id="rId6" Type="http://schemas.openxmlformats.org/officeDocument/2006/relationships/tags" Target="../tags/tag820.xml"/><Relationship Id="rId5" Type="http://schemas.openxmlformats.org/officeDocument/2006/relationships/tags" Target="../tags/tag819.xml"/><Relationship Id="rId4" Type="http://schemas.openxmlformats.org/officeDocument/2006/relationships/tags" Target="../tags/tag818.xml"/><Relationship Id="rId3" Type="http://schemas.openxmlformats.org/officeDocument/2006/relationships/tags" Target="../tags/tag817.xml"/><Relationship Id="rId2" Type="http://schemas.openxmlformats.org/officeDocument/2006/relationships/tags" Target="../tags/tag816.xml"/><Relationship Id="rId1" Type="http://schemas.openxmlformats.org/officeDocument/2006/relationships/tags" Target="../tags/tag81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tags" Target="../tags/tag8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HTML5</a:t>
            </a:r>
            <a:r>
              <a:t>学习提纲</a:t>
            </a: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目 录</a:t>
            </a:r>
            <a:endParaRPr lang="zh-CN" altLang="en-US" smtClean="0">
              <a:sym typeface="+mn-ea"/>
            </a:endParaRP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5228517" y="1688416"/>
            <a:ext cx="6416808" cy="48180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HTML5基础入门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HTML5文档结构与语义化标签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HTML5表单增强功能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HTML5多媒体处理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Canvas绘图技术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SVG矢量图形技术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>
            <p:custDataLst>
              <p:tags r:id="rId1"/>
            </p:custDataLst>
          </p:nvPr>
        </p:nvSpPr>
        <p:spPr>
          <a:xfrm>
            <a:off x="5228517" y="1688416"/>
            <a:ext cx="6416808" cy="481805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Web存储与离线应用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Web Workers多线程编程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WebSocket实时通信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地理定位与设备API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Web组件与Shadow DOM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性能优化与最佳实践</a:t>
            </a:r>
            <a:endParaRPr lang="en-US" sz="2400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目</a:t>
            </a:r>
            <a:r>
              <a:rPr lang="zh-CN" altLang="en-US" smtClean="0">
                <a:sym typeface="+mn-ea"/>
              </a:rPr>
              <a:t> </a:t>
            </a:r>
            <a:r>
              <a:rPr lang="zh-CN" altLang="en-US" smtClean="0">
                <a:sym typeface="+mn-ea"/>
              </a:rPr>
              <a:t>录</a:t>
            </a:r>
            <a:endParaRPr lang="zh-CN" altLang="en-US" smtClean="0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/>
          <p:cNvSpPr>
            <a:spLocks noGrp="1" noChangeAspect="1"/>
          </p:cNvSpPr>
          <p:nvPr>
            <p:ph type="body"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9" name="Title 2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HTML5</a:t>
            </a:r>
            <a:r>
              <a:t>历史</a:t>
            </a: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内容占位符 2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Freeform 2"/>
          <p:cNvSpPr/>
          <p:nvPr>
            <p:custDataLst>
              <p:tags r:id="rId2"/>
            </p:custDataLst>
          </p:nvPr>
        </p:nvSpPr>
        <p:spPr>
          <a:xfrm>
            <a:off x="6032113" y="5184323"/>
            <a:ext cx="2429542" cy="1127284"/>
          </a:xfrm>
          <a:custGeom>
            <a:avLst/>
            <a:gdLst/>
            <a:ahLst/>
            <a:cxnLst/>
            <a:rect l="l" t="t" r="r" b="b"/>
            <a:pathLst>
              <a:path w="292" h="135">
                <a:moveTo>
                  <a:pt x="130" y="19"/>
                </a:moveTo>
                <a:cubicBezTo>
                  <a:pt x="75" y="38"/>
                  <a:pt x="31" y="73"/>
                  <a:pt x="0" y="118"/>
                </a:cubicBezTo>
                <a:cubicBezTo>
                  <a:pt x="52" y="134"/>
                  <a:pt x="108" y="135"/>
                  <a:pt x="163" y="116"/>
                </a:cubicBezTo>
                <a:cubicBezTo>
                  <a:pt x="218" y="97"/>
                  <a:pt x="262" y="61"/>
                  <a:pt x="292" y="17"/>
                </a:cubicBezTo>
                <a:cubicBezTo>
                  <a:pt x="241" y="0"/>
                  <a:pt x="184" y="0"/>
                  <a:pt x="130" y="19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" name="Freeform 3"/>
          <p:cNvSpPr/>
          <p:nvPr>
            <p:custDataLst>
              <p:tags r:id="rId3"/>
            </p:custDataLst>
          </p:nvPr>
        </p:nvSpPr>
        <p:spPr>
          <a:xfrm>
            <a:off x="6032113" y="4073042"/>
            <a:ext cx="1515142" cy="2095595"/>
          </a:xfrm>
          <a:custGeom>
            <a:avLst/>
            <a:gdLst/>
            <a:ahLst/>
            <a:cxnLst/>
            <a:rect l="l" t="t" r="r" b="b"/>
            <a:pathLst>
              <a:path w="182" h="251">
                <a:moveTo>
                  <a:pt x="49" y="96"/>
                </a:moveTo>
                <a:cubicBezTo>
                  <a:pt x="15" y="143"/>
                  <a:pt x="0" y="197"/>
                  <a:pt x="1" y="251"/>
                </a:cubicBezTo>
                <a:cubicBezTo>
                  <a:pt x="52" y="235"/>
                  <a:pt x="99" y="203"/>
                  <a:pt x="132" y="156"/>
                </a:cubicBezTo>
                <a:cubicBezTo>
                  <a:pt x="166" y="109"/>
                  <a:pt x="182" y="54"/>
                  <a:pt x="181" y="0"/>
                </a:cubicBezTo>
                <a:cubicBezTo>
                  <a:pt x="130" y="16"/>
                  <a:pt x="83" y="49"/>
                  <a:pt x="49" y="96"/>
                </a:cubicBezTo>
              </a:path>
            </a:pathLst>
          </a:custGeom>
          <a:solidFill>
            <a:schemeClr val="accent1">
              <a:alpha val="60000"/>
            </a:schemeClr>
          </a:solidFill>
        </p:spPr>
      </p:sp>
      <p:sp>
        <p:nvSpPr>
          <p:cNvPr id="4" name="Freeform 4"/>
          <p:cNvSpPr/>
          <p:nvPr>
            <p:custDataLst>
              <p:tags r:id="rId4"/>
            </p:custDataLst>
          </p:nvPr>
        </p:nvSpPr>
        <p:spPr>
          <a:xfrm>
            <a:off x="3612763" y="5184323"/>
            <a:ext cx="2419350" cy="1127284"/>
          </a:xfrm>
          <a:custGeom>
            <a:avLst/>
            <a:gdLst/>
            <a:ahLst/>
            <a:cxnLst/>
            <a:rect l="l" t="t" r="r" b="b"/>
            <a:pathLst>
              <a:path w="291" h="135">
                <a:moveTo>
                  <a:pt x="162" y="19"/>
                </a:moveTo>
                <a:cubicBezTo>
                  <a:pt x="217" y="38"/>
                  <a:pt x="261" y="73"/>
                  <a:pt x="291" y="118"/>
                </a:cubicBezTo>
                <a:cubicBezTo>
                  <a:pt x="240" y="134"/>
                  <a:pt x="184" y="135"/>
                  <a:pt x="129" y="116"/>
                </a:cubicBezTo>
                <a:cubicBezTo>
                  <a:pt x="74" y="97"/>
                  <a:pt x="30" y="61"/>
                  <a:pt x="0" y="17"/>
                </a:cubicBezTo>
                <a:cubicBezTo>
                  <a:pt x="51" y="0"/>
                  <a:pt x="108" y="0"/>
                  <a:pt x="162" y="19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" name="Freeform 5"/>
          <p:cNvSpPr/>
          <p:nvPr>
            <p:custDataLst>
              <p:tags r:id="rId5"/>
            </p:custDataLst>
          </p:nvPr>
        </p:nvSpPr>
        <p:spPr>
          <a:xfrm>
            <a:off x="4527163" y="4073042"/>
            <a:ext cx="1513713" cy="2095595"/>
          </a:xfrm>
          <a:custGeom>
            <a:avLst/>
            <a:gdLst/>
            <a:ahLst/>
            <a:cxnLst/>
            <a:rect l="l" t="t" r="r" b="b"/>
            <a:pathLst>
              <a:path w="182" h="251">
                <a:moveTo>
                  <a:pt x="133" y="96"/>
                </a:moveTo>
                <a:cubicBezTo>
                  <a:pt x="167" y="143"/>
                  <a:pt x="182" y="197"/>
                  <a:pt x="181" y="251"/>
                </a:cubicBezTo>
                <a:cubicBezTo>
                  <a:pt x="130" y="235"/>
                  <a:pt x="83" y="203"/>
                  <a:pt x="50" y="156"/>
                </a:cubicBezTo>
                <a:cubicBezTo>
                  <a:pt x="16" y="109"/>
                  <a:pt x="0" y="54"/>
                  <a:pt x="1" y="0"/>
                </a:cubicBezTo>
                <a:cubicBezTo>
                  <a:pt x="52" y="16"/>
                  <a:pt x="99" y="49"/>
                  <a:pt x="133" y="96"/>
                </a:cubicBezTo>
              </a:path>
            </a:pathLst>
          </a:custGeom>
          <a:solidFill>
            <a:schemeClr val="accent1">
              <a:alpha val="60000"/>
            </a:schemeClr>
          </a:solidFill>
        </p:spPr>
      </p:sp>
      <p:sp>
        <p:nvSpPr>
          <p:cNvPr id="6" name="Freeform 6"/>
          <p:cNvSpPr/>
          <p:nvPr>
            <p:custDataLst>
              <p:tags r:id="rId6"/>
            </p:custDataLst>
          </p:nvPr>
        </p:nvSpPr>
        <p:spPr>
          <a:xfrm>
            <a:off x="5609203" y="3588886"/>
            <a:ext cx="856012" cy="2579751"/>
          </a:xfrm>
          <a:custGeom>
            <a:avLst/>
            <a:gdLst/>
            <a:ahLst/>
            <a:cxnLst/>
            <a:rect l="l" t="t" r="r" b="b"/>
            <a:pathLst>
              <a:path w="103" h="309">
                <a:moveTo>
                  <a:pt x="0" y="154"/>
                </a:moveTo>
                <a:cubicBezTo>
                  <a:pt x="0" y="212"/>
                  <a:pt x="19" y="266"/>
                  <a:pt x="51" y="309"/>
                </a:cubicBezTo>
                <a:cubicBezTo>
                  <a:pt x="84" y="266"/>
                  <a:pt x="103" y="212"/>
                  <a:pt x="103" y="154"/>
                </a:cubicBezTo>
                <a:cubicBezTo>
                  <a:pt x="103" y="97"/>
                  <a:pt x="84" y="43"/>
                  <a:pt x="51" y="0"/>
                </a:cubicBezTo>
                <a:cubicBezTo>
                  <a:pt x="19" y="43"/>
                  <a:pt x="0" y="97"/>
                  <a:pt x="0" y="154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7" name="TextBox 7"/>
          <p:cNvSpPr txBox="1"/>
          <p:nvPr>
            <p:custDataLst>
              <p:tags r:id="rId7"/>
            </p:custDataLst>
          </p:nvPr>
        </p:nvSpPr>
        <p:spPr>
          <a:xfrm>
            <a:off x="463378" y="4535812"/>
            <a:ext cx="2931336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/>
                </a:solidFill>
                <a:cs typeface="Noto Sans SC" panose="020B0200000000000000" charset="-122"/>
              </a:rPr>
              <a:t>标准化进程</a:t>
            </a:r>
            <a:endParaRPr lang="en-US" sz="21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8"/>
            </p:custDataLst>
          </p:nvPr>
        </p:nvSpPr>
        <p:spPr>
          <a:xfrm>
            <a:off x="449597" y="5004954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tx1"/>
                </a:solidFill>
                <a:cs typeface="Noto Sans SC" panose="020B0200000000000000" charset="-122"/>
              </a:rPr>
              <a:t>HTML5由W3C于2014年正式发布，整合了HTML4.01和XHTML1.0标准，历时6年制定过程，包含超过100项技术规范修订。</a:t>
            </a:r>
            <a:endParaRPr lang="en-US" sz="1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9"/>
            </p:custDataLst>
          </p:nvPr>
        </p:nvSpPr>
        <p:spPr>
          <a:xfrm>
            <a:off x="1288216" y="2422580"/>
            <a:ext cx="2931336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语义化标签</a:t>
            </a:r>
            <a:endParaRPr lang="en-US" sz="21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10"/>
            </p:custDataLst>
          </p:nvPr>
        </p:nvSpPr>
        <p:spPr>
          <a:xfrm>
            <a:off x="1274435" y="2891723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tx1"/>
                </a:solidFill>
                <a:cs typeface="Noto Sans SC" panose="020B0200000000000000" charset="-122"/>
              </a:rPr>
              <a:t>新增&lt;header&gt;、&lt;footer&gt;、&lt;article&gt;等结构化元素，使文档层次更清晰，提升SEO效果和无障碍访问能力。</a:t>
            </a:r>
            <a:endParaRPr lang="en-US" sz="1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1"/>
            </p:custDataLst>
          </p:nvPr>
        </p:nvSpPr>
        <p:spPr>
          <a:xfrm>
            <a:off x="4540944" y="1591726"/>
            <a:ext cx="3020092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多媒体原生支持</a:t>
            </a:r>
            <a:endParaRPr lang="en-US" sz="21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12"/>
            </p:custDataLst>
          </p:nvPr>
        </p:nvSpPr>
        <p:spPr>
          <a:xfrm>
            <a:off x="4564095" y="2060868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tx1"/>
                </a:solidFill>
                <a:cs typeface="Noto Sans SC" panose="020B0200000000000000" charset="-122"/>
              </a:rPr>
              <a:t>通过&lt;video&gt;和&lt;audio&gt;标签实现无需插件的媒体播放，支持格式包括MP4、WebM、Ogg等主流编码。</a:t>
            </a:r>
            <a:endParaRPr lang="en-US" sz="1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3"/>
            </p:custDataLst>
          </p:nvPr>
        </p:nvSpPr>
        <p:spPr>
          <a:xfrm>
            <a:off x="8261908" y="2422580"/>
            <a:ext cx="2931336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图形绘制能力</a:t>
            </a:r>
            <a:endParaRPr lang="en-US" sz="21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4"/>
            </p:custDataLst>
          </p:nvPr>
        </p:nvSpPr>
        <p:spPr>
          <a:xfrm>
            <a:off x="8248127" y="2891723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tx1"/>
                </a:solidFill>
                <a:cs typeface="Noto Sans SC" panose="020B0200000000000000" charset="-122"/>
              </a:rPr>
              <a:t>引入Canvas和SVG技术，支持2D/3D图形渲染，可替代Flash实现数据可视化及游戏开发。</a:t>
            </a:r>
            <a:endParaRPr lang="en-US" sz="1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15"/>
            </p:custDataLst>
          </p:nvPr>
        </p:nvSpPr>
        <p:spPr>
          <a:xfrm>
            <a:off x="8814029" y="4535812"/>
            <a:ext cx="2931336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本地存储机制</a:t>
            </a:r>
            <a:endParaRPr lang="en-US" sz="21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6"/>
            </p:custDataLst>
          </p:nvPr>
        </p:nvSpPr>
        <p:spPr>
          <a:xfrm>
            <a:off x="8800248" y="5004954"/>
            <a:ext cx="2931336" cy="139850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400">
                <a:solidFill>
                  <a:schemeClr val="tx1"/>
                </a:solidFill>
                <a:cs typeface="Noto Sans SC" panose="020B0200000000000000" charset="-122"/>
              </a:rPr>
              <a:t>提供localStorage和sessionStorage API，突破传统cookie 4KB限制，支持5-10MB的客户端数据存储。</a:t>
            </a:r>
            <a:endParaRPr lang="en-US" sz="1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7"/>
            </p:custDataLst>
          </p:nvPr>
        </p:nvSpPr>
        <p:spPr>
          <a:xfrm>
            <a:off x="3794737" y="5276795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tx1"/>
                </a:solidFill>
                <a:cs typeface="Noto Sans SC" panose="020B0200000000000000" charset="-122"/>
              </a:rPr>
              <a:t>01</a:t>
            </a:r>
            <a:endParaRPr lang="en-US" sz="2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8"/>
            </p:custDataLst>
          </p:nvPr>
        </p:nvSpPr>
        <p:spPr>
          <a:xfrm>
            <a:off x="4527163" y="4407591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tx1"/>
                </a:solidFill>
                <a:cs typeface="Noto Sans SC" panose="020B0200000000000000" charset="-122"/>
              </a:rPr>
              <a:t>02</a:t>
            </a:r>
            <a:endParaRPr lang="en-US" sz="2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9"/>
            </p:custDataLst>
          </p:nvPr>
        </p:nvSpPr>
        <p:spPr>
          <a:xfrm>
            <a:off x="5607298" y="4083837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tx1"/>
                </a:solidFill>
                <a:cs typeface="Noto Sans SC" panose="020B0200000000000000" charset="-122"/>
              </a:rPr>
              <a:t>03</a:t>
            </a:r>
            <a:endParaRPr lang="en-US" sz="2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20"/>
            </p:custDataLst>
          </p:nvPr>
        </p:nvSpPr>
        <p:spPr>
          <a:xfrm>
            <a:off x="6697625" y="4407591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tx1"/>
                </a:solidFill>
                <a:cs typeface="Noto Sans SC" panose="020B0200000000000000" charset="-122"/>
              </a:rPr>
              <a:t>04</a:t>
            </a:r>
            <a:endParaRPr lang="en-US" sz="2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21"/>
            </p:custDataLst>
          </p:nvPr>
        </p:nvSpPr>
        <p:spPr>
          <a:xfrm>
            <a:off x="7495431" y="5276795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tx1"/>
                </a:solidFill>
                <a:cs typeface="Noto Sans SC" panose="020B0200000000000000" charset="-122"/>
              </a:rPr>
              <a:t>05</a:t>
            </a:r>
            <a:endParaRPr lang="en-US" sz="2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7" name="标题 26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HTML5</a:t>
            </a:r>
            <a:r>
              <a:rPr lang="zh-CN" altLang="en-US" smtClean="0">
                <a:sym typeface="+mn-ea"/>
              </a:rPr>
              <a:t>发展历史与核心特性</a:t>
            </a:r>
            <a:endParaRPr lang="zh-CN" altLang="en-US" smtClean="0">
              <a:sym typeface="+mn-ea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内容占位符 2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AutoShape 2"/>
          <p:cNvSpPr/>
          <p:nvPr>
            <p:custDataLst>
              <p:tags r:id="rId2"/>
            </p:custDataLst>
          </p:nvPr>
        </p:nvSpPr>
        <p:spPr>
          <a:xfrm rot="5400000">
            <a:off x="5133975" y="3111977"/>
            <a:ext cx="1394901" cy="634046"/>
          </a:xfrm>
          <a:prstGeom prst="triangle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0" y="0"/>
            <a:ext cx="551840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6320801" y="2912195"/>
            <a:ext cx="5048887" cy="674827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对H.265视频编解码支持有限，Web Animations API实现不完整，但PWA基础功能完善。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6320801" y="1552233"/>
            <a:ext cx="5048887" cy="632410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对HTML5特性支持最全面，包括WebGL、WebRTC等高级API，更新频率快（每6周发布新版本）。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6320801" y="4240817"/>
            <a:ext cx="5048887" cy="660590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基于Chromium内核后兼容性显著提升，支持Web Components和Shadow DOM等模块化特性。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6320801" y="5594674"/>
            <a:ext cx="5048887" cy="660590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IE9+部分支持HTML5，但缺乏Web Workers等特性，IE8及以下版本需通过polyfill实现兼容。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6440470" y="2438060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nector 10"/>
          <p:cNvCxnSpPr/>
          <p:nvPr/>
        </p:nvCxnSpPr>
        <p:spPr>
          <a:xfrm>
            <a:off x="6449960" y="3753923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Connector 11"/>
          <p:cNvCxnSpPr/>
          <p:nvPr/>
        </p:nvCxnSpPr>
        <p:spPr>
          <a:xfrm>
            <a:off x="6449960" y="5081946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2" name="Picture 12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alphaModFix amt="100000"/>
          </a:blip>
          <a:srcRect l="21973" r="21973"/>
          <a:stretch>
            <a:fillRect/>
          </a:stretch>
        </p:blipFill>
        <p:spPr>
          <a:xfrm>
            <a:off x="1317535" y="1990725"/>
            <a:ext cx="2876550" cy="28765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</p:pic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6450879" y="1179728"/>
            <a:ext cx="4282862" cy="4547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1800" b="1">
                <a:solidFill>
                  <a:schemeClr val="tx1"/>
                </a:solidFill>
                <a:cs typeface="Noto Sans SC" panose="020B0200000000000000" charset="-122"/>
              </a:rPr>
              <a:t>Chrome/Firefox</a:t>
            </a:r>
            <a:endParaRPr lang="en-US" sz="18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6450879" y="2575756"/>
            <a:ext cx="4282862" cy="4547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1800" b="1">
                <a:solidFill>
                  <a:schemeClr val="tx1"/>
                </a:solidFill>
                <a:cs typeface="Noto Sans SC" panose="020B0200000000000000" charset="-122"/>
              </a:rPr>
              <a:t>Safari</a:t>
            </a:r>
            <a:endParaRPr lang="en-US" sz="18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6450879" y="3899082"/>
            <a:ext cx="4282862" cy="4547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1800" b="1">
                <a:solidFill>
                  <a:schemeClr val="tx1"/>
                </a:solidFill>
                <a:cs typeface="Noto Sans SC" panose="020B0200000000000000" charset="-122"/>
              </a:rPr>
              <a:t>Edge浏览器</a:t>
            </a:r>
            <a:endParaRPr lang="en-US" sz="18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6450879" y="5195893"/>
            <a:ext cx="4282862" cy="4547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1800" b="1">
                <a:solidFill>
                  <a:schemeClr val="tx1"/>
                </a:solidFill>
                <a:cs typeface="Noto Sans SC" panose="020B0200000000000000" charset="-122"/>
              </a:rPr>
              <a:t>IE兼容性</a:t>
            </a:r>
            <a:endParaRPr lang="en-US" sz="18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2" name="标题 2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现代浏览器对</a:t>
            </a:r>
            <a:r>
              <a:rPr lang="zh-CN" altLang="en-US" smtClean="0">
                <a:sym typeface="+mn-ea"/>
              </a:rPr>
              <a:t>HTML5</a:t>
            </a:r>
            <a:r>
              <a:rPr lang="zh-CN" altLang="en-US" smtClean="0">
                <a:sym typeface="+mn-ea"/>
              </a:rPr>
              <a:t>的支持情况</a:t>
            </a:r>
            <a:endParaRPr lang="zh-CN" altLang="en-US" smtClean="0"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1"/>
            </p:custDataLst>
          </p:nvPr>
        </p:nvSpPr>
        <p:spPr>
          <a:xfrm>
            <a:off x="565700" y="1701094"/>
            <a:ext cx="3419475" cy="571500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编辑器选择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565700" y="3875308"/>
            <a:ext cx="3419475" cy="571500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调试工具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8310539" y="2205325"/>
            <a:ext cx="3419475" cy="11144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初始化Git仓库，规范提交消息格式，配合GitHub/GitLab实现团队协作开发。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8310539" y="1701094"/>
            <a:ext cx="3419475" cy="571500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版本控制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8310539" y="4380130"/>
            <a:ext cx="3409950" cy="11144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跨浏览器测试需准备BrowserStack或Sauce Labs服务，功能测试采用Jest框架。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8310539" y="3875308"/>
            <a:ext cx="3423043" cy="571500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测试方案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4422541" y="5507338"/>
            <a:ext cx="3438525" cy="11144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配置Node.js环境，使用Webpack或Parcel处理资源打包，Babel转译ES6+语法。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4376738" y="5021566"/>
            <a:ext cx="3438525" cy="4953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ctr">
              <a:lnSpc>
                <a:spcPct val="96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构建工具链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565700" y="2205325"/>
            <a:ext cx="3419475" cy="11144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推荐VS Code或WebStorm，需安装Emmet插件加速标签编写，配合Live Server实现实时预览。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565700" y="4380130"/>
            <a:ext cx="3419475" cy="111442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Chrome DevTools必备，支持DOM检查、网络分析、移动设备模拟及性能剖析。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5527532" y="1590406"/>
            <a:ext cx="1175454" cy="1037165"/>
          </a:xfrm>
          <a:prstGeom prst="triangle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4" name="AutoShape 14"/>
          <p:cNvSpPr/>
          <p:nvPr/>
        </p:nvSpPr>
        <p:spPr>
          <a:xfrm rot="4275690">
            <a:off x="6785438" y="2506602"/>
            <a:ext cx="1175454" cy="1037165"/>
          </a:xfrm>
          <a:prstGeom prst="triangle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5" name="AutoShape 15"/>
          <p:cNvSpPr/>
          <p:nvPr/>
        </p:nvSpPr>
        <p:spPr>
          <a:xfrm rot="2700000" flipH="1">
            <a:off x="4584703" y="2469836"/>
            <a:ext cx="1175454" cy="1037165"/>
          </a:xfrm>
          <a:prstGeom prst="triangle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 rot="-8546356" flipH="1">
            <a:off x="4774012" y="4013018"/>
            <a:ext cx="1175454" cy="1037165"/>
          </a:xfrm>
          <a:prstGeom prst="triangle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7" name="AutoShape 17"/>
          <p:cNvSpPr/>
          <p:nvPr/>
        </p:nvSpPr>
        <p:spPr>
          <a:xfrm rot="8546493" flipH="1">
            <a:off x="6327203" y="4006453"/>
            <a:ext cx="1175454" cy="1037165"/>
          </a:xfrm>
          <a:prstGeom prst="triangle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8" name="Freeform 18"/>
          <p:cNvSpPr/>
          <p:nvPr/>
        </p:nvSpPr>
        <p:spPr>
          <a:xfrm>
            <a:off x="5803666" y="2981611"/>
            <a:ext cx="676277" cy="676277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</a:path>
              <a:path w="304800" h="304800"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搭建</a:t>
            </a:r>
            <a:r>
              <a:rPr lang="zh-CN" altLang="en-US" smtClean="0">
                <a:sym typeface="+mn-ea"/>
              </a:rPr>
              <a:t>HTML5</a:t>
            </a:r>
            <a:r>
              <a:rPr lang="zh-CN" altLang="en-US" smtClean="0">
                <a:sym typeface="+mn-ea"/>
              </a:rPr>
              <a:t>开发环境</a:t>
            </a:r>
            <a:endParaRPr lang="zh-CN" altLang="en-US" smtClean="0">
              <a:sym typeface="+mn-ea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HTML5</a:t>
            </a:r>
            <a:r>
              <a:rPr lang="zh-CN" alt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文档结构与语义化标签</a:t>
            </a:r>
            <a:endParaRPr lang="zh-CN" altLang="en-US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02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内容占位符 2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666708" y="1200845"/>
            <a:ext cx="10965082" cy="1676699"/>
          </a:xfrm>
          <a:prstGeom prst="rect">
            <a:avLst/>
          </a:prstGeom>
          <a:solidFill>
            <a:schemeClr val="lt2">
              <a:alpha val="37000"/>
            </a:schemeClr>
          </a:solidFill>
        </p:spPr>
      </p:sp>
      <p:pic>
        <p:nvPicPr>
          <p:cNvPr id="5" name="Picture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0"/>
          </a:blip>
          <a:srcRect t="30444" b="30444"/>
          <a:stretch>
            <a:fillRect/>
          </a:stretch>
        </p:blipFill>
        <p:spPr>
          <a:xfrm>
            <a:off x="8550029" y="1334644"/>
            <a:ext cx="2846272" cy="1409101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68808" y="3026023"/>
            <a:ext cx="10965082" cy="167669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100000"/>
          </a:blip>
          <a:srcRect l="4088" r="4088"/>
          <a:stretch>
            <a:fillRect/>
          </a:stretch>
        </p:blipFill>
        <p:spPr>
          <a:xfrm>
            <a:off x="885002" y="3159822"/>
            <a:ext cx="2846272" cy="1409101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4216" y="4851200"/>
            <a:ext cx="10965082" cy="1676699"/>
          </a:xfrm>
          <a:prstGeom prst="rect">
            <a:avLst/>
          </a:prstGeom>
          <a:solidFill>
            <a:schemeClr val="lt2">
              <a:alpha val="35000"/>
            </a:schemeClr>
          </a:solidFill>
        </p:spPr>
      </p:sp>
      <p:pic>
        <p:nvPicPr>
          <p:cNvPr id="11" name="Picture 1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alphaModFix amt="100000"/>
          </a:blip>
          <a:srcRect t="25247" b="25247"/>
          <a:stretch>
            <a:fillRect/>
          </a:stretch>
        </p:blipFill>
        <p:spPr>
          <a:xfrm>
            <a:off x="8567537" y="4984999"/>
            <a:ext cx="2846272" cy="1409101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459434" y="1444542"/>
            <a:ext cx="4410330" cy="4925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tx1"/>
                </a:solidFill>
                <a:cs typeface="Noto Sans SC" panose="020B0200000000000000" charset="-122"/>
              </a:rPr>
              <a:t>`&lt;!DOCTYPE html&gt;`声明</a:t>
            </a:r>
            <a:endParaRPr lang="en-US" sz="24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0"/>
            </p:custDataLst>
          </p:nvPr>
        </p:nvSpPr>
        <p:spPr>
          <a:xfrm>
            <a:off x="1419388" y="1937100"/>
            <a:ext cx="6616479" cy="696746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必须位于文档首行，用于告知浏览器使用HTML5标准解析页面。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1"/>
            </p:custDataLst>
          </p:nvPr>
        </p:nvSpPr>
        <p:spPr>
          <a:xfrm>
            <a:off x="4102224" y="3762278"/>
            <a:ext cx="6616479" cy="696746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包含整个HTML文档内容，需指定`lang`属性定义页面语言（如`lang="zh-CN"`）。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12"/>
            </p:custDataLst>
          </p:nvPr>
        </p:nvSpPr>
        <p:spPr>
          <a:xfrm>
            <a:off x="1436896" y="5587455"/>
            <a:ext cx="6616479" cy="696746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必须包含`&lt;head&gt;`（元信息与资源引用）和`&lt;body&gt;`（可视化内容）两大核心区块。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4151488" y="3269720"/>
            <a:ext cx="4410330" cy="4925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`&lt;html&gt;`根元素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1486063" y="5094898"/>
            <a:ext cx="4410330" cy="4925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基础结构划分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文档类型声明与基本结构</a:t>
            </a:r>
            <a:endParaRPr lang="zh-CN" altLang="en-US" smtClean="0">
              <a:sym typeface="+mn-ea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TextBox 2"/>
          <p:cNvSpPr txBox="1"/>
          <p:nvPr>
            <p:custDataLst>
              <p:tags r:id="rId2"/>
            </p:custDataLst>
          </p:nvPr>
        </p:nvSpPr>
        <p:spPr>
          <a:xfrm>
            <a:off x="476023" y="1478280"/>
            <a:ext cx="5444646" cy="4584334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 lnSpcReduction="10000"/>
          </a:bodyPr>
          <a:lstStyle/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HTML5引入的语义化标签通过描述内容的实际意义（而非仅表现样式），提升了代码可读性、SEO优化效果及无障碍访问能力，是开发现代Web应用的核心工具。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结构化内容划分：</a:t>
            </a:r>
            <a:endParaRPr lang="en-US" b="1">
              <a:solidFill>
                <a:schemeClr val="accent1">
                  <a:lumMod val="50000"/>
                </a:schemeClr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&lt;header&gt;定义页眉，通常包含标题、Logo或导航栏；&lt;footer&gt;标记页脚，放置版权信息或联系方式。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&lt;nav&gt;专用于导航链接集合，帮助屏幕阅读器快速定位主要功能区域。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 b="1">
                <a:solidFill>
                  <a:schemeClr val="tx1"/>
                </a:solidFill>
              </a:rPr>
              <a:t>内容语义化表达：</a:t>
            </a:r>
            <a:endParaRPr lang="en-US" b="1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&lt;article&gt;表示独立内容块（如新闻或博客文章），可嵌套&lt;section&gt;划分章节；&lt;aside&gt;标注侧边栏或附属内容。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&lt;figure&gt;与&lt;figcaption&gt;</a:t>
            </a:r>
            <a:r>
              <a:rPr lang="en-US">
                <a:solidFill>
                  <a:schemeClr val="tx1"/>
                </a:solidFill>
              </a:rPr>
              <a:t>配合，为图片、图表等媒体提供语义化说明。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6844677" y="1300676"/>
            <a:ext cx="4943702" cy="4915980"/>
          </a:xfrm>
          <a:prstGeom prst="rect">
            <a:avLst/>
          </a:prstGeom>
          <a:solidFill>
            <a:srgbClr val="FFFFFF">
              <a:alpha val="100000"/>
            </a:srgbClr>
          </a:solidFill>
          <a:effectLst>
            <a:outerShdw blurRad="257175" dist="95250" dir="5160000">
              <a:schemeClr val="lt1">
                <a:lumMod val="50000"/>
                <a:alpha val="13000"/>
              </a:schemeClr>
            </a:outerShdw>
          </a:effectLst>
        </p:spPr>
      </p:sp>
      <p:pic>
        <p:nvPicPr>
          <p:cNvPr id="4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98000"/>
          </a:blip>
          <a:srcRect l="10791" r="10791"/>
          <a:stretch>
            <a:fillRect/>
          </a:stretch>
        </p:blipFill>
        <p:spPr>
          <a:xfrm>
            <a:off x="7024361" y="1466499"/>
            <a:ext cx="4584335" cy="4584334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新增语义化标签（</a:t>
            </a:r>
            <a:r>
              <a:rPr lang="zh-CN" altLang="en-US" smtClean="0">
                <a:sym typeface="+mn-ea"/>
              </a:rPr>
              <a:t>header/nav/article</a:t>
            </a:r>
            <a:r>
              <a:rPr lang="zh-CN" altLang="en-US" smtClean="0">
                <a:sym typeface="+mn-ea"/>
              </a:rPr>
              <a:t>等）</a:t>
            </a:r>
            <a:endParaRPr lang="zh-CN" altLang="en-US" smtClean="0"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100000"/>
          </a:blip>
          <a:srcRect t="38200" b="38200"/>
          <a:stretch>
            <a:fillRect/>
          </a:stretch>
        </p:blipFill>
        <p:spPr>
          <a:xfrm>
            <a:off x="-227" y="1719338"/>
            <a:ext cx="12192000" cy="2034324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-227" y="1719338"/>
            <a:ext cx="12192000" cy="2034324"/>
          </a:xfrm>
          <a:prstGeom prst="rect">
            <a:avLst/>
          </a:prstGeom>
          <a:gradFill>
            <a:gsLst>
              <a:gs pos="0">
                <a:schemeClr val="accent1">
                  <a:alpha val="83000"/>
                  <a:lumMod val="20000"/>
                  <a:lumOff val="80000"/>
                </a:schemeClr>
              </a:gs>
              <a:gs pos="96000">
                <a:schemeClr val="accent1">
                  <a:alpha val="83000"/>
                </a:schemeClr>
              </a:gs>
            </a:gsLst>
            <a:lin ang="0"/>
          </a:gradFill>
        </p:spPr>
      </p:sp>
      <p:sp>
        <p:nvSpPr>
          <p:cNvPr id="5" name="AutoShape 5"/>
          <p:cNvSpPr/>
          <p:nvPr/>
        </p:nvSpPr>
        <p:spPr>
          <a:xfrm>
            <a:off x="741935" y="2639356"/>
            <a:ext cx="5232953" cy="3645646"/>
          </a:xfrm>
          <a:prstGeom prst="roundRect">
            <a:avLst>
              <a:gd name="adj" fmla="val 8580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153246" y="3097982"/>
            <a:ext cx="4410330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大纲算法的逻辑实现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3"/>
            </p:custDataLst>
          </p:nvPr>
        </p:nvSpPr>
        <p:spPr>
          <a:xfrm>
            <a:off x="1153246" y="3950024"/>
            <a:ext cx="4314344" cy="1960925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算法通过标题标签（&lt;h1&gt;-&lt;h6&gt;）和语义化标签（如&lt;section&gt;）自动生成文档层级结构，无需开发者手动维护目录。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示例：嵌套的&lt;section&gt;会生成子章节，与标题标签共同决定大纲深度，辅助屏幕阅读器用户理解内容组织。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228221" y="3723890"/>
            <a:ext cx="4239369" cy="1905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6266497" y="2639356"/>
            <a:ext cx="5232953" cy="3645646"/>
          </a:xfrm>
          <a:prstGeom prst="roundRect">
            <a:avLst>
              <a:gd name="adj" fmla="val 7569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6677808" y="3097982"/>
            <a:ext cx="4410330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无障碍访问优化实践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5"/>
            </p:custDataLst>
          </p:nvPr>
        </p:nvSpPr>
        <p:spPr>
          <a:xfrm>
            <a:off x="6677808" y="3950024"/>
            <a:ext cx="4314344" cy="1960925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使用&lt;main&gt;标记核心内容区域，配合ARIA属性（如role="navigation"）增强屏幕阅读器的识别精度。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避免滥用&lt;div&gt;，优先选择语义化标签，确保辅助技术能准确解析页面功能模块。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752783" y="3723890"/>
            <a:ext cx="4239369" cy="19050"/>
          </a:xfrm>
          <a:prstGeom prst="rect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5" name="标题 14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文档大纲算法与无障碍访问</a:t>
            </a:r>
            <a:endParaRPr lang="zh-CN" altLang="en-US" smtClean="0"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HTML5</a:t>
            </a:r>
            <a:r>
              <a:rPr lang="zh-CN" alt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表单增强功能</a:t>
            </a:r>
            <a:endParaRPr lang="zh-CN" altLang="en-US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03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内容占位符 1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3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0"/>
          </a:blip>
          <a:srcRect l="27852" r="27852"/>
          <a:stretch>
            <a:fillRect/>
          </a:stretch>
        </p:blipFill>
        <p:spPr>
          <a:xfrm>
            <a:off x="752047" y="1412707"/>
            <a:ext cx="3005958" cy="449635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100000"/>
          </a:blip>
          <a:srcRect t="15853" b="15853"/>
          <a:stretch>
            <a:fillRect/>
          </a:stretch>
        </p:blipFill>
        <p:spPr>
          <a:xfrm>
            <a:off x="7833544" y="3730249"/>
            <a:ext cx="3737850" cy="2127687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6"/>
            </p:custDataLst>
          </p:nvPr>
        </p:nvSpPr>
        <p:spPr>
          <a:xfrm>
            <a:off x="7849473" y="141375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6" name="AutoShape 6"/>
          <p:cNvSpPr/>
          <p:nvPr>
            <p:custDataLst>
              <p:tags r:id="rId7"/>
            </p:custDataLst>
          </p:nvPr>
        </p:nvSpPr>
        <p:spPr>
          <a:xfrm>
            <a:off x="3952581" y="3730249"/>
            <a:ext cx="3725999" cy="2129142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7" name="AutoShape 7"/>
          <p:cNvSpPr/>
          <p:nvPr>
            <p:custDataLst>
              <p:tags r:id="rId8"/>
            </p:custDataLst>
          </p:nvPr>
        </p:nvSpPr>
        <p:spPr>
          <a:xfrm>
            <a:off x="3952581" y="1412707"/>
            <a:ext cx="3725999" cy="2129142"/>
          </a:xfrm>
          <a:prstGeom prst="rect">
            <a:avLst/>
          </a:prstGeom>
          <a:solidFill>
            <a:schemeClr val="accent1">
              <a:alpha val="10000"/>
            </a:schemeClr>
          </a:solidFill>
        </p:spPr>
      </p:sp>
      <p:sp>
        <p:nvSpPr>
          <p:cNvPr id="8" name="AutoShape 8"/>
          <p:cNvSpPr/>
          <p:nvPr>
            <p:custDataLst>
              <p:tags r:id="rId9"/>
            </p:custDataLst>
          </p:nvPr>
        </p:nvSpPr>
        <p:spPr>
          <a:xfrm>
            <a:off x="3952581" y="1412707"/>
            <a:ext cx="3725999" cy="53229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9" name="AutoShape 9"/>
          <p:cNvSpPr/>
          <p:nvPr>
            <p:custDataLst>
              <p:tags r:id="rId10"/>
            </p:custDataLst>
          </p:nvPr>
        </p:nvSpPr>
        <p:spPr>
          <a:xfrm>
            <a:off x="4099978" y="1672358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accent1"/>
                </a:solidFill>
                <a:cs typeface="Noto Sans SC" panose="020B0200000000000000" charset="-122"/>
              </a:rPr>
              <a:t>email类型</a:t>
            </a:r>
            <a:endParaRPr lang="en-US" sz="2325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11"/>
            </p:custDataLst>
          </p:nvPr>
        </p:nvSpPr>
        <p:spPr>
          <a:xfrm>
            <a:off x="4099978" y="2110737"/>
            <a:ext cx="3431205" cy="1270638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触发邮箱软键盘并自动校验基础格式（需包含@和域名），但不会验证邮箱真实性。移动端键盘会优化显示@和.com快捷输入。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4099978" y="4036516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tx1"/>
                </a:solidFill>
                <a:cs typeface="Noto Sans SC" panose="020B0200000000000000" charset="-122"/>
              </a:rPr>
              <a:t>date类型</a:t>
            </a:r>
            <a:endParaRPr lang="en-US" sz="2325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13"/>
            </p:custDataLst>
          </p:nvPr>
        </p:nvSpPr>
        <p:spPr>
          <a:xfrm>
            <a:off x="4099978" y="4470242"/>
            <a:ext cx="3431205" cy="1276624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生成原生日历选择器，返回ISO 8601格式值（如"2024-05-20"）。移动端会调用系统日期选择组件，但无法自定义显示格式。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7996869" y="1672358"/>
            <a:ext cx="3431205" cy="481351"/>
          </a:xfrm>
          <a:prstGeom prst="rect">
            <a:avLst/>
          </a:prstGeom>
          <a:noFill/>
        </p:spPr>
        <p:txBody>
          <a:bodyPr vert="horz" wrap="square" lIns="95250" tIns="45720" rIns="91440" bIns="45720" rtlCol="0" anchor="t" anchorCtr="1">
            <a:noAutofit/>
          </a:bodyPr>
          <a:lstStyle/>
          <a:p>
            <a:pPr algn="l">
              <a:defRPr/>
            </a:pPr>
            <a:r>
              <a:rPr lang="en-US" sz="2325" b="1">
                <a:solidFill>
                  <a:schemeClr val="accent1"/>
                </a:solidFill>
                <a:cs typeface="Noto Sans SC" panose="020B0200000000000000" charset="-122"/>
              </a:rPr>
              <a:t>url类型</a:t>
            </a:r>
            <a:endParaRPr lang="en-US" sz="2325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5"/>
            </p:custDataLst>
          </p:nvPr>
        </p:nvSpPr>
        <p:spPr>
          <a:xfrm>
            <a:off x="7996869" y="2110737"/>
            <a:ext cx="3431205" cy="1270638"/>
          </a:xfrm>
          <a:prstGeom prst="rect">
            <a:avLst/>
          </a:prstGeom>
        </p:spPr>
        <p:txBody>
          <a:bodyPr vert="horz" wrap="square" lIns="9525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要求输入以http://或https://开头的完整URL格式，部分浏览器支持省略协议。提交时自动验证格式，但允许localhost等非公开地址。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8" name="标题 17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新增输入类型（</a:t>
            </a:r>
            <a:r>
              <a:rPr lang="zh-CN" altLang="en-US" smtClean="0">
                <a:sym typeface="+mn-ea"/>
              </a:rPr>
              <a:t>email/url/date</a:t>
            </a:r>
            <a:r>
              <a:rPr lang="zh-CN" altLang="en-US" smtClean="0">
                <a:sym typeface="+mn-ea"/>
              </a:rPr>
              <a:t>等）</a:t>
            </a:r>
            <a:endParaRPr lang="zh-CN" altLang="en-US" smtClean="0">
              <a:sym typeface="+mn-ea"/>
            </a:endParaRPr>
          </a:p>
        </p:txBody>
      </p:sp>
    </p:spTree>
    <p:custDataLst>
      <p:tags r:id="rId17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内容占位符 26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Freeform 2"/>
          <p:cNvSpPr/>
          <p:nvPr>
            <p:custDataLst>
              <p:tags r:id="rId2"/>
            </p:custDataLst>
          </p:nvPr>
        </p:nvSpPr>
        <p:spPr>
          <a:xfrm>
            <a:off x="4394200" y="1962150"/>
            <a:ext cx="1685925" cy="1676400"/>
          </a:xfrm>
          <a:custGeom>
            <a:avLst/>
            <a:gdLst/>
            <a:ahLst/>
            <a:cxnLst/>
            <a:rect l="l" t="t" r="r" b="b"/>
            <a:pathLst>
              <a:path w="1685845" h="1676401">
                <a:moveTo>
                  <a:pt x="1685845" y="27"/>
                </a:move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  <a:lnTo>
                  <a:pt x="0" y="1676400"/>
                </a:lnTo>
                <a:cubicBezTo>
                  <a:pt x="0" y="1341716"/>
                  <a:pt x="100080" y="1017391"/>
                  <a:pt x="283614" y="743402"/>
                </a:cubicBezTo>
                <a:lnTo>
                  <a:pt x="326098" y="686287"/>
                </a:lnTo>
                <a:lnTo>
                  <a:pt x="222801" y="399824"/>
                </a:lnTo>
                <a:lnTo>
                  <a:pt x="531767" y="453989"/>
                </a:lnTo>
                <a:lnTo>
                  <a:pt x="618095" y="376276"/>
                </a:lnTo>
                <a:cubicBezTo>
                  <a:pt x="918260" y="131924"/>
                  <a:pt x="1295386" y="-2173"/>
                  <a:pt x="1685845" y="27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3" name="Freeform 3"/>
          <p:cNvSpPr/>
          <p:nvPr>
            <p:custDataLst>
              <p:tags r:id="rId3"/>
            </p:custDataLst>
          </p:nvPr>
        </p:nvSpPr>
        <p:spPr>
          <a:xfrm rot="5400000">
            <a:off x="6143625" y="1966913"/>
            <a:ext cx="1685925" cy="1676400"/>
          </a:xfrm>
          <a:custGeom>
            <a:avLst/>
            <a:gdLst/>
            <a:ahLst/>
            <a:cxnLst/>
            <a:rect l="l" t="t" r="r" b="b"/>
            <a:pathLst>
              <a:path w="1685845" h="1676401">
                <a:moveTo>
                  <a:pt x="0" y="1676400"/>
                </a:moveTo>
                <a:cubicBezTo>
                  <a:pt x="0" y="1285935"/>
                  <a:pt x="136219" y="909570"/>
                  <a:pt x="382258" y="610787"/>
                </a:cubicBezTo>
                <a:lnTo>
                  <a:pt x="437390" y="550233"/>
                </a:lnTo>
                <a:lnTo>
                  <a:pt x="357434" y="249447"/>
                </a:lnTo>
                <a:lnTo>
                  <a:pt x="675579" y="334017"/>
                </a:lnTo>
                <a:lnTo>
                  <a:pt x="751263" y="278380"/>
                </a:lnTo>
                <a:cubicBezTo>
                  <a:pt x="1026282" y="96392"/>
                  <a:pt x="1351166" y="-1859"/>
                  <a:pt x="1685845" y="27"/>
                </a:cubicBez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4" name="Freeform 4"/>
          <p:cNvSpPr/>
          <p:nvPr>
            <p:custDataLst>
              <p:tags r:id="rId4"/>
            </p:custDataLst>
          </p:nvPr>
        </p:nvSpPr>
        <p:spPr>
          <a:xfrm rot="10800000">
            <a:off x="6138863" y="3733800"/>
            <a:ext cx="1685925" cy="1676400"/>
          </a:xfrm>
          <a:custGeom>
            <a:avLst/>
            <a:gdLst/>
            <a:ahLst/>
            <a:cxnLst/>
            <a:rect l="l" t="t" r="r" b="b"/>
            <a:pathLst>
              <a:path w="1685845" h="1676401">
                <a:moveTo>
                  <a:pt x="696276" y="1676401"/>
                </a:moveTo>
                <a:lnTo>
                  <a:pt x="0" y="1676400"/>
                </a:lnTo>
                <a:cubicBezTo>
                  <a:pt x="0" y="1341716"/>
                  <a:pt x="100080" y="1017391"/>
                  <a:pt x="283614" y="743402"/>
                </a:cubicBezTo>
                <a:lnTo>
                  <a:pt x="284783" y="741830"/>
                </a:lnTo>
                <a:lnTo>
                  <a:pt x="159770" y="469217"/>
                </a:lnTo>
                <a:lnTo>
                  <a:pt x="484566" y="498419"/>
                </a:lnTo>
                <a:lnTo>
                  <a:pt x="494350" y="487672"/>
                </a:lnTo>
                <a:cubicBezTo>
                  <a:pt x="810781" y="173019"/>
                  <a:pt x="1239606" y="-2487"/>
                  <a:pt x="1685845" y="27"/>
                </a:cubicBez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5" name="Freeform 5"/>
          <p:cNvSpPr/>
          <p:nvPr>
            <p:custDataLst>
              <p:tags r:id="rId5"/>
            </p:custDataLst>
          </p:nvPr>
        </p:nvSpPr>
        <p:spPr>
          <a:xfrm rot="16200000">
            <a:off x="4389437" y="3729038"/>
            <a:ext cx="1685925" cy="1676400"/>
          </a:xfrm>
          <a:custGeom>
            <a:avLst/>
            <a:gdLst/>
            <a:ahLst/>
            <a:cxnLst/>
            <a:rect l="l" t="t" r="r" b="b"/>
            <a:pathLst>
              <a:path w="1685845" h="1676401">
                <a:moveTo>
                  <a:pt x="1685845" y="27"/>
                </a:moveTo>
                <a:cubicBezTo>
                  <a:pt x="1684537" y="232115"/>
                  <a:pt x="1683230" y="464204"/>
                  <a:pt x="1681922" y="696292"/>
                </a:cubicBezTo>
                <a:cubicBezTo>
                  <a:pt x="1421024" y="694822"/>
                  <a:pt x="1170307" y="797433"/>
                  <a:pt x="985303" y="981399"/>
                </a:cubicBezTo>
                <a:cubicBezTo>
                  <a:pt x="800299" y="1165364"/>
                  <a:pt x="696276" y="1415499"/>
                  <a:pt x="696276" y="1676401"/>
                </a:cubicBezTo>
                <a:lnTo>
                  <a:pt x="0" y="1676400"/>
                </a:lnTo>
                <a:cubicBezTo>
                  <a:pt x="0" y="1230154"/>
                  <a:pt x="177919" y="802325"/>
                  <a:pt x="494350" y="487672"/>
                </a:cubicBezTo>
                <a:lnTo>
                  <a:pt x="548831" y="438628"/>
                </a:lnTo>
                <a:lnTo>
                  <a:pt x="466941" y="130569"/>
                </a:lnTo>
                <a:lnTo>
                  <a:pt x="835339" y="228498"/>
                </a:lnTo>
                <a:lnTo>
                  <a:pt x="892743" y="194440"/>
                </a:lnTo>
                <a:cubicBezTo>
                  <a:pt x="1134849" y="66424"/>
                  <a:pt x="1406946" y="-1544"/>
                  <a:pt x="1685845" y="27"/>
                </a:cubicBezTo>
              </a:path>
            </a:pathLst>
          </a:custGeom>
          <a:solidFill>
            <a:schemeClr val="accent1">
              <a:alpha val="100000"/>
            </a:schemeClr>
          </a:solidFill>
        </p:spPr>
      </p:sp>
      <p:pic>
        <p:nvPicPr>
          <p:cNvPr id="6" name="Picture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16675" r="16675"/>
          <a:stretch>
            <a:fillRect/>
          </a:stretch>
        </p:blipFill>
        <p:spPr>
          <a:xfrm>
            <a:off x="5175250" y="2743200"/>
            <a:ext cx="1885950" cy="1885950"/>
          </a:xfrm>
          <a:prstGeom prst="ellipse">
            <a:avLst/>
          </a:prstGeom>
          <a:noFill/>
        </p:spPr>
      </p:pic>
      <p:sp>
        <p:nvSpPr>
          <p:cNvPr id="8" name="TextBox 8"/>
          <p:cNvSpPr txBox="1"/>
          <p:nvPr>
            <p:custDataLst>
              <p:tags r:id="rId8"/>
            </p:custDataLst>
          </p:nvPr>
        </p:nvSpPr>
        <p:spPr>
          <a:xfrm>
            <a:off x="863500" y="1773916"/>
            <a:ext cx="3313333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2000" b="1">
                <a:solidFill>
                  <a:schemeClr val="accent1"/>
                </a:solidFill>
                <a:cs typeface="Noto Sans SC" panose="020B0200000000000000" charset="-122"/>
              </a:rPr>
              <a:t>内置验证属性</a:t>
            </a:r>
            <a:endParaRPr lang="en-US" sz="20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9"/>
            </p:custDataLst>
          </p:nvPr>
        </p:nvSpPr>
        <p:spPr>
          <a:xfrm>
            <a:off x="863500" y="2191669"/>
            <a:ext cx="3313333" cy="1449697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通过required、pattern、min/max等属性实现基础校验，浏览器会自动显示错误提示气泡。例如number类型可限制数值范围。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10"/>
            </p:custDataLst>
          </p:nvPr>
        </p:nvSpPr>
        <p:spPr>
          <a:xfrm>
            <a:off x="6723094" y="2303033"/>
            <a:ext cx="792249" cy="79248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2975" b="1">
                <a:solidFill>
                  <a:schemeClr val="tx1"/>
                </a:solidFill>
                <a:cs typeface="Noto Sans SC" panose="020B0200000000000000" charset="-122"/>
              </a:rPr>
              <a:t>02</a:t>
            </a:r>
            <a:endParaRPr lang="en-US" sz="2975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1"/>
            </p:custDataLst>
          </p:nvPr>
        </p:nvSpPr>
        <p:spPr>
          <a:xfrm>
            <a:off x="6770719" y="4166235"/>
            <a:ext cx="792249" cy="79248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2975" b="1">
                <a:solidFill>
                  <a:schemeClr val="tx1"/>
                </a:solidFill>
                <a:cs typeface="Noto Sans SC" panose="020B0200000000000000" charset="-122"/>
              </a:rPr>
              <a:t>04</a:t>
            </a:r>
            <a:endParaRPr lang="en-US" sz="2975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12"/>
            </p:custDataLst>
          </p:nvPr>
        </p:nvSpPr>
        <p:spPr>
          <a:xfrm>
            <a:off x="4624560" y="4097553"/>
            <a:ext cx="792249" cy="79248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2975" b="1">
                <a:solidFill>
                  <a:schemeClr val="tx1"/>
                </a:solidFill>
                <a:cs typeface="Noto Sans SC" panose="020B0200000000000000" charset="-122"/>
              </a:rPr>
              <a:t>03</a:t>
            </a:r>
            <a:endParaRPr lang="en-US" sz="2975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3"/>
            </p:custDataLst>
          </p:nvPr>
        </p:nvSpPr>
        <p:spPr>
          <a:xfrm>
            <a:off x="4702127" y="2312558"/>
            <a:ext cx="792249" cy="792480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2975" b="1">
                <a:solidFill>
                  <a:schemeClr val="tx1"/>
                </a:solidFill>
                <a:cs typeface="Noto Sans SC" panose="020B0200000000000000" charset="-122"/>
              </a:rPr>
              <a:t>01</a:t>
            </a:r>
            <a:endParaRPr lang="en-US" sz="2975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4"/>
            </p:custDataLst>
          </p:nvPr>
        </p:nvSpPr>
        <p:spPr>
          <a:xfrm>
            <a:off x="863500" y="4180585"/>
            <a:ext cx="3313333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2000" b="1">
                <a:solidFill>
                  <a:schemeClr val="tx1"/>
                </a:solidFill>
                <a:cs typeface="Noto Sans SC" panose="020B0200000000000000" charset="-122"/>
              </a:rPr>
              <a:t>validityState对象</a:t>
            </a:r>
            <a:endParaRPr lang="en-US" sz="20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15"/>
            </p:custDataLst>
          </p:nvPr>
        </p:nvSpPr>
        <p:spPr>
          <a:xfrm>
            <a:off x="863500" y="4598338"/>
            <a:ext cx="3313333" cy="1502926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提供valid、typeMismatch等8种状态属性，用于精确检测具体验证失败原因（如输入是否缺失或格式错误）。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6"/>
            </p:custDataLst>
          </p:nvPr>
        </p:nvSpPr>
        <p:spPr>
          <a:xfrm>
            <a:off x="7983514" y="1781391"/>
            <a:ext cx="3313333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tx1"/>
                </a:solidFill>
                <a:cs typeface="Noto Sans SC" panose="020B0200000000000000" charset="-122"/>
              </a:rPr>
              <a:t>setCustomValidity方法</a:t>
            </a:r>
            <a:endParaRPr lang="en-US" sz="20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7"/>
            </p:custDataLst>
          </p:nvPr>
        </p:nvSpPr>
        <p:spPr>
          <a:xfrm>
            <a:off x="7983514" y="2199144"/>
            <a:ext cx="3313333" cy="1442222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允许覆盖默认验证消息，结合JS实现复杂逻辑（如密码强度校验）。调用空字符串可清除自定义错误。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8"/>
            </p:custDataLst>
          </p:nvPr>
        </p:nvSpPr>
        <p:spPr>
          <a:xfrm>
            <a:off x="7983514" y="4188059"/>
            <a:ext cx="3313333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实时验证事件</a:t>
            </a:r>
            <a:endParaRPr lang="en-US" sz="20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9"/>
            </p:custDataLst>
          </p:nvPr>
        </p:nvSpPr>
        <p:spPr>
          <a:xfrm>
            <a:off x="7983514" y="4605812"/>
            <a:ext cx="3313333" cy="1556154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通过input事件监听即时校验，或使用checkValidity()方法手动触发验证流程，实现动态错误反馈。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5" name="标题 24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表单验证</a:t>
            </a:r>
            <a:r>
              <a:rPr lang="zh-CN" altLang="en-US" smtClean="0">
                <a:sym typeface="+mn-ea"/>
              </a:rPr>
              <a:t>API</a:t>
            </a:r>
            <a:r>
              <a:rPr lang="zh-CN" altLang="en-US" smtClean="0">
                <a:sym typeface="+mn-ea"/>
              </a:rPr>
              <a:t>与自定义验证</a:t>
            </a:r>
            <a:endParaRPr lang="zh-CN" altLang="en-US" smtClean="0"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14667" y="2615932"/>
            <a:ext cx="3473061" cy="3671276"/>
          </a:xfrm>
          <a:prstGeom prst="roundRect">
            <a:avLst>
              <a:gd name="adj" fmla="val 7214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4" name="TextBox 4"/>
          <p:cNvSpPr txBox="1"/>
          <p:nvPr>
            <p:custDataLst>
              <p:tags r:id="rId1"/>
            </p:custDataLst>
          </p:nvPr>
        </p:nvSpPr>
        <p:spPr>
          <a:xfrm>
            <a:off x="831204" y="4300661"/>
            <a:ext cx="3039989" cy="165636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通过&lt;input type="file"&gt;获取FileList对象，可读取文件名称、大小、类型等元数据，支持multiple属性实现多文件选择。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831204" y="3584541"/>
            <a:ext cx="3039989" cy="612447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File API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4359469" y="2615932"/>
            <a:ext cx="3473061" cy="3671276"/>
          </a:xfrm>
          <a:prstGeom prst="roundRect">
            <a:avLst>
              <a:gd name="adj" fmla="val 7214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7" name="TextBox 7"/>
          <p:cNvSpPr txBox="1"/>
          <p:nvPr>
            <p:custDataLst>
              <p:tags r:id="rId3"/>
            </p:custDataLst>
          </p:nvPr>
        </p:nvSpPr>
        <p:spPr>
          <a:xfrm>
            <a:off x="4576006" y="4300661"/>
            <a:ext cx="3039989" cy="165636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 lnSpcReduction="10000"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利用dragover/drop事件实现UI拖放上传，通过DataTransfer.files获取文件。需注意阻止默认行为以避免浏览器直接打开文件。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4"/>
            </p:custDataLst>
          </p:nvPr>
        </p:nvSpPr>
        <p:spPr>
          <a:xfrm>
            <a:off x="4576006" y="3584541"/>
            <a:ext cx="3039989" cy="612447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拖放交互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8104272" y="2615932"/>
            <a:ext cx="3473061" cy="3671276"/>
          </a:xfrm>
          <a:prstGeom prst="roundRect">
            <a:avLst>
              <a:gd name="adj" fmla="val 7214"/>
            </a:avLst>
          </a:prstGeom>
          <a:solidFill>
            <a:schemeClr val="lt2">
              <a:alpha val="79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5"/>
            </p:custDataLst>
          </p:nvPr>
        </p:nvSpPr>
        <p:spPr>
          <a:xfrm>
            <a:off x="8320808" y="4300661"/>
            <a:ext cx="3039989" cy="165636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结合FormData对象和XMLHttpRequest/Fetch API实现无刷新上传，支持进度监控（upload.onprogress事件）和分块传输大文件。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6"/>
            </p:custDataLst>
          </p:nvPr>
        </p:nvSpPr>
        <p:spPr>
          <a:xfrm>
            <a:off x="8320808" y="3584541"/>
            <a:ext cx="3039989" cy="612447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异步上传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8834133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pic>
      <p:pic>
        <p:nvPicPr>
          <p:cNvPr id="13" name="Picture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/>
          <a:stretch>
            <a:fillRect/>
          </a:stretch>
        </p:blipFill>
        <p:spPr>
          <a:xfrm>
            <a:off x="5123204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pic>
      <p:pic>
        <p:nvPicPr>
          <p:cNvPr id="14" name="Picture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1412275" y="1519006"/>
            <a:ext cx="1905000" cy="1905000"/>
          </a:xfrm>
          <a:prstGeom prst="ellipse">
            <a:avLst/>
          </a:prstGeom>
          <a:ln w="38100">
            <a:solidFill>
              <a:schemeClr val="accent1"/>
            </a:solidFill>
            <a:prstDash val="solid"/>
          </a:ln>
        </p:spPr>
      </p:pic>
      <p:sp>
        <p:nvSpPr>
          <p:cNvPr id="17" name="标题 16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文件上传与拖放功能实现</a:t>
            </a:r>
            <a:endParaRPr lang="zh-CN" altLang="en-US" smtClean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HTML5</a:t>
            </a:r>
            <a:r>
              <a:rPr lang="zh-CN" alt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多媒体处理</a:t>
            </a:r>
            <a:endParaRPr lang="zh-CN" altLang="en-US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04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0"/>
          </a:blip>
          <a:srcRect l="16667" r="16667"/>
          <a:stretch>
            <a:fillRect/>
          </a:stretch>
        </p:blipFill>
        <p:spPr>
          <a:xfrm>
            <a:off x="1466885" y="2187982"/>
            <a:ext cx="2739046" cy="2739046"/>
          </a:xfrm>
          <a:prstGeom prst="ellipse">
            <a:avLst/>
          </a:prstGeom>
        </p:spPr>
      </p:pic>
      <p:sp>
        <p:nvSpPr>
          <p:cNvPr id="4" name="Freeform 4"/>
          <p:cNvSpPr/>
          <p:nvPr>
            <p:custDataLst>
              <p:tags r:id="rId3"/>
            </p:custDataLst>
          </p:nvPr>
        </p:nvSpPr>
        <p:spPr>
          <a:xfrm>
            <a:off x="4509171" y="1790522"/>
            <a:ext cx="583851" cy="3533966"/>
          </a:xfrm>
          <a:custGeom>
            <a:avLst/>
            <a:gdLst/>
            <a:ahLst/>
            <a:cxnLst/>
            <a:rect l="l" t="t" r="r" b="b"/>
            <a:pathLst>
              <a:path w="583851" h="3533966">
                <a:moveTo>
                  <a:pt x="583851" y="0"/>
                </a:moveTo>
                <a:quadBezTo>
                  <a:pt x="291925" y="0"/>
                  <a:pt x="291925" y="353397"/>
                </a:quadBezTo>
                <a:lnTo>
                  <a:pt x="291925" y="1413586"/>
                </a:lnTo>
                <a:quadBezTo>
                  <a:pt x="291925" y="1766983"/>
                  <a:pt x="0" y="1766983"/>
                </a:quadBezTo>
                <a:quadBezTo>
                  <a:pt x="291925" y="1766983"/>
                  <a:pt x="291925" y="2120379"/>
                </a:quadBezTo>
                <a:lnTo>
                  <a:pt x="291925" y="3180569"/>
                </a:lnTo>
                <a:quadBezTo>
                  <a:pt x="291925" y="3533966"/>
                  <a:pt x="583851" y="3533966"/>
                </a:quadBezTo>
              </a:path>
            </a:pathLst>
          </a:cu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5" name="AutoShape 5"/>
          <p:cNvSpPr/>
          <p:nvPr/>
        </p:nvSpPr>
        <p:spPr>
          <a:xfrm>
            <a:off x="5347614" y="5067201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2">
              <a:alpha val="100000"/>
              <a:lumMod val="50000"/>
            </a:schemeClr>
          </a:solidFill>
        </p:spPr>
      </p:sp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6414867" y="5045544"/>
            <a:ext cx="3165062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cs typeface="Noto Sans SC" panose="020B0200000000000000" charset="-122"/>
              </a:rPr>
              <a:t>媒体事件与API应用</a:t>
            </a:r>
            <a:endParaRPr lang="en-US" sz="1800" b="1">
              <a:solidFill>
                <a:srgbClr val="FFFFFF">
                  <a:alpha val="100000"/>
                </a:srgbClr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5"/>
            </p:custDataLst>
          </p:nvPr>
        </p:nvSpPr>
        <p:spPr>
          <a:xfrm>
            <a:off x="5452715" y="5573201"/>
            <a:ext cx="5194466" cy="964797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通过`play()`、`pause()`方法控制播放，监听`timeupdate`事件实现进度条同步，利用`canplaythrough`优化加载体验。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5347614" y="3298365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3">
              <a:alpha val="100000"/>
              <a:lumMod val="75000"/>
            </a:schemeClr>
          </a:solidFill>
        </p:spPr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414867" y="3276708"/>
            <a:ext cx="3165062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FFFFFF">
                    <a:alpha val="100000"/>
                  </a:srgbClr>
                </a:solidFill>
                <a:cs typeface="Noto Sans SC" panose="020B0200000000000000" charset="-122"/>
              </a:rPr>
              <a:t>`&lt;video&gt;`标签高级功能</a:t>
            </a:r>
            <a:endParaRPr lang="en-US" sz="1800" b="1">
              <a:solidFill>
                <a:srgbClr val="FFFFFF">
                  <a:alpha val="100000"/>
                </a:srgbClr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7"/>
            </p:custDataLst>
          </p:nvPr>
        </p:nvSpPr>
        <p:spPr>
          <a:xfrm>
            <a:off x="5452715" y="3804364"/>
            <a:ext cx="5194466" cy="1061273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支持`poster`设置预览图，`loop`实现循环播放，`muted`控制静音，并支持H.264/WebM/VP9编码格式。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347614" y="1556561"/>
            <a:ext cx="5299568" cy="468573"/>
          </a:xfrm>
          <a:prstGeom prst="roundRect">
            <a:avLst>
              <a:gd name="adj" fmla="val 50000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414867" y="1534903"/>
            <a:ext cx="3165062" cy="454737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 anchorCtr="1">
            <a:normAutofit/>
          </a:bodyPr>
          <a:lstStyle/>
          <a:p>
            <a:pPr algn="ctr">
              <a:defRPr/>
            </a:pPr>
            <a:r>
              <a:rPr lang="en-US" sz="1800" b="1">
                <a:solidFill>
                  <a:schemeClr val="lt1"/>
                </a:solidFill>
                <a:cs typeface="Noto Sans SC" panose="020B0200000000000000" charset="-122"/>
              </a:rPr>
              <a:t>`&lt;audio&gt;`标签属性解析</a:t>
            </a:r>
            <a:endParaRPr lang="en-US" sz="18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9"/>
            </p:custDataLst>
          </p:nvPr>
        </p:nvSpPr>
        <p:spPr>
          <a:xfrm>
            <a:off x="5452715" y="2062560"/>
            <a:ext cx="5194466" cy="1057947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rmAutofit/>
          </a:bodyPr>
          <a:lstStyle/>
          <a:p>
            <a:pPr algn="l">
              <a:lnSpc>
                <a:spcPct val="115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支持`src`、`controls`、`autoplay`等属性，兼容MP3、WAV、OGG格式，需注意浏览器兼容性问题。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6" name="标题 15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音频</a:t>
            </a:r>
            <a:r>
              <a:rPr lang="zh-CN" altLang="en-US" smtClean="0">
                <a:sym typeface="+mn-ea"/>
              </a:rPr>
              <a:t>/</a:t>
            </a:r>
            <a:r>
              <a:rPr lang="zh-CN" altLang="en-US" smtClean="0">
                <a:sym typeface="+mn-ea"/>
              </a:rPr>
              <a:t>视频标签详解</a:t>
            </a:r>
            <a:endParaRPr lang="zh-CN" altLang="en-US" smtClean="0">
              <a:sym typeface="+mn-ea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内容占位符 30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AutoShape 2"/>
          <p:cNvSpPr/>
          <p:nvPr>
            <p:custDataLst>
              <p:tags r:id="rId2"/>
            </p:custDataLst>
          </p:nvPr>
        </p:nvSpPr>
        <p:spPr>
          <a:xfrm>
            <a:off x="627992" y="3238136"/>
            <a:ext cx="10936016" cy="9786045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1661793" y="4221839"/>
            <a:ext cx="8868414" cy="7818637"/>
          </a:xfrm>
          <a:prstGeom prst="ellipse">
            <a:avLst/>
          </a:prstGeom>
          <a:solidFill>
            <a:schemeClr val="accent2">
              <a:alpha val="0"/>
            </a:schemeClr>
          </a:solidFill>
          <a:ln w="254032">
            <a:solidFill>
              <a:schemeClr val="accent3">
                <a:alpha val="100000"/>
              </a:schemeClr>
            </a:solidFill>
            <a:prstDash val="solid"/>
          </a:ln>
        </p:spPr>
      </p:sp>
      <p:sp>
        <p:nvSpPr>
          <p:cNvPr id="4" name="TextBox 4"/>
          <p:cNvSpPr txBox="1"/>
          <p:nvPr>
            <p:custDataLst>
              <p:tags r:id="rId4"/>
            </p:custDataLst>
          </p:nvPr>
        </p:nvSpPr>
        <p:spPr>
          <a:xfrm>
            <a:off x="3633555" y="4958799"/>
            <a:ext cx="4924890" cy="16614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HTML5通过`&lt;track&gt;`标签与WebVTT格式的深度整合，为多媒体内容提供精准的辅助功能支持，同时增强内容的可访问性与国际化适配能力。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347430" y="2007292"/>
            <a:ext cx="3286125" cy="329480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675618" y="2918716"/>
            <a:ext cx="2638425" cy="196396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通过`&lt;track kind="subtitles"&gt;`加载.vtt字幕文件，配合`srclang`属性实现动态语言切换，满足国际化内容展示需求。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7"/>
            </p:custDataLst>
          </p:nvPr>
        </p:nvSpPr>
        <p:spPr>
          <a:xfrm>
            <a:off x="961030" y="2298729"/>
            <a:ext cx="2143125" cy="4920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77000"/>
              </a:lnSpc>
            </a:pPr>
            <a:r>
              <a:rPr lang="en-US" sz="1800" b="1">
                <a:solidFill>
                  <a:schemeClr val="tx1"/>
                </a:solidFill>
                <a:cs typeface="Noto Sans SC" panose="020B0200000000000000" charset="-122"/>
              </a:rPr>
              <a:t>多语言字幕支持</a:t>
            </a:r>
            <a:endParaRPr lang="en-US" sz="18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0">
            <a:off x="2830476" y="4738750"/>
            <a:ext cx="783393" cy="783393"/>
            <a:chOff x="2830476" y="4738750"/>
            <a:chExt cx="783393" cy="783393"/>
          </a:xfrm>
        </p:grpSpPr>
        <p:sp>
          <p:nvSpPr>
            <p:cNvPr id="9" name="AutoShape 9"/>
            <p:cNvSpPr/>
            <p:nvPr>
              <p:custDataLst>
                <p:tags r:id="rId8"/>
              </p:custDataLst>
            </p:nvPr>
          </p:nvSpPr>
          <p:spPr>
            <a:xfrm>
              <a:off x="2830476" y="4738750"/>
              <a:ext cx="783393" cy="783393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</p:spPr>
        </p:sp>
        <p:sp>
          <p:nvSpPr>
            <p:cNvPr id="10" name="Freeform 10"/>
            <p:cNvSpPr/>
            <p:nvPr>
              <p:custDataLst>
                <p:tags r:id="rId9"/>
              </p:custDataLst>
            </p:nvPr>
          </p:nvSpPr>
          <p:spPr>
            <a:xfrm>
              <a:off x="3050525" y="4958799"/>
              <a:ext cx="343295" cy="343295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47650" y="38100"/>
                  </a:moveTo>
                  <a:lnTo>
                    <a:pt x="247650" y="57598"/>
                  </a:lnTo>
                  <a:cubicBezTo>
                    <a:pt x="247650" y="78657"/>
                    <a:pt x="230610" y="95698"/>
                    <a:pt x="209550" y="95698"/>
                  </a:cubicBezTo>
                  <a:cubicBezTo>
                    <a:pt x="188490" y="95698"/>
                    <a:pt x="171450" y="78657"/>
                    <a:pt x="171450" y="57598"/>
                  </a:cubicBezTo>
                  <a:lnTo>
                    <a:pt x="171450" y="38100"/>
                  </a:lnTo>
                  <a:lnTo>
                    <a:pt x="133350" y="38100"/>
                  </a:lnTo>
                  <a:lnTo>
                    <a:pt x="133350" y="57598"/>
                  </a:lnTo>
                  <a:cubicBezTo>
                    <a:pt x="133350" y="78657"/>
                    <a:pt x="116310" y="95698"/>
                    <a:pt x="95250" y="95698"/>
                  </a:cubicBezTo>
                  <a:cubicBezTo>
                    <a:pt x="74190" y="95698"/>
                    <a:pt x="57150" y="78657"/>
                    <a:pt x="57150" y="57598"/>
                  </a:cubicBezTo>
                  <a:lnTo>
                    <a:pt x="57150" y="38100"/>
                  </a:lnTo>
                  <a:lnTo>
                    <a:pt x="0" y="38100"/>
                  </a:lnTo>
                  <a:lnTo>
                    <a:pt x="0" y="304800"/>
                  </a:lnTo>
                  <a:lnTo>
                    <a:pt x="304800" y="304800"/>
                  </a:lnTo>
                  <a:lnTo>
                    <a:pt x="304800" y="38100"/>
                  </a:lnTo>
                  <a:lnTo>
                    <a:pt x="247650" y="38100"/>
                  </a:lnTo>
                  <a:close/>
                  <a:moveTo>
                    <a:pt x="95250" y="266700"/>
                  </a:moveTo>
                  <a:lnTo>
                    <a:pt x="57150" y="266700"/>
                  </a:lnTo>
                  <a:lnTo>
                    <a:pt x="57150" y="228600"/>
                  </a:lnTo>
                  <a:lnTo>
                    <a:pt x="95250" y="228600"/>
                  </a:lnTo>
                  <a:lnTo>
                    <a:pt x="95250" y="266700"/>
                  </a:lnTo>
                  <a:close/>
                  <a:moveTo>
                    <a:pt x="95250" y="190500"/>
                  </a:moveTo>
                  <a:lnTo>
                    <a:pt x="57150" y="190500"/>
                  </a:lnTo>
                  <a:lnTo>
                    <a:pt x="57150" y="152400"/>
                  </a:lnTo>
                  <a:lnTo>
                    <a:pt x="95250" y="152400"/>
                  </a:lnTo>
                  <a:lnTo>
                    <a:pt x="95250" y="190500"/>
                  </a:lnTo>
                  <a:close/>
                  <a:moveTo>
                    <a:pt x="171450" y="266700"/>
                  </a:moveTo>
                  <a:lnTo>
                    <a:pt x="133350" y="266700"/>
                  </a:lnTo>
                  <a:lnTo>
                    <a:pt x="133350" y="228600"/>
                  </a:lnTo>
                  <a:lnTo>
                    <a:pt x="171450" y="228600"/>
                  </a:lnTo>
                  <a:lnTo>
                    <a:pt x="171450" y="266700"/>
                  </a:lnTo>
                  <a:close/>
                  <a:moveTo>
                    <a:pt x="171450" y="190500"/>
                  </a:moveTo>
                  <a:lnTo>
                    <a:pt x="133350" y="190500"/>
                  </a:lnTo>
                  <a:lnTo>
                    <a:pt x="133350" y="152400"/>
                  </a:lnTo>
                  <a:lnTo>
                    <a:pt x="171450" y="152400"/>
                  </a:lnTo>
                  <a:lnTo>
                    <a:pt x="171450" y="190500"/>
                  </a:lnTo>
                  <a:close/>
                  <a:moveTo>
                    <a:pt x="209550" y="266700"/>
                  </a:moveTo>
                  <a:lnTo>
                    <a:pt x="209550" y="228600"/>
                  </a:lnTo>
                  <a:lnTo>
                    <a:pt x="247650" y="228600"/>
                  </a:lnTo>
                  <a:lnTo>
                    <a:pt x="209550" y="266700"/>
                  </a:lnTo>
                  <a:close/>
                  <a:moveTo>
                    <a:pt x="247650" y="190500"/>
                  </a:moveTo>
                  <a:lnTo>
                    <a:pt x="209550" y="190500"/>
                  </a:lnTo>
                  <a:lnTo>
                    <a:pt x="209550" y="152400"/>
                  </a:lnTo>
                  <a:lnTo>
                    <a:pt x="247650" y="152400"/>
                  </a:lnTo>
                  <a:lnTo>
                    <a:pt x="247650" y="190500"/>
                  </a:lnTo>
                  <a:close/>
                  <a:moveTo>
                    <a:pt x="76200" y="57150"/>
                  </a:moveTo>
                  <a:lnTo>
                    <a:pt x="76200" y="19050"/>
                  </a:lnTo>
                  <a:cubicBezTo>
                    <a:pt x="76200" y="8525"/>
                    <a:pt x="84725" y="0"/>
                    <a:pt x="95250" y="0"/>
                  </a:cubicBezTo>
                  <a:cubicBezTo>
                    <a:pt x="105775" y="0"/>
                    <a:pt x="114300" y="8525"/>
                    <a:pt x="114300" y="19050"/>
                  </a:cubicBezTo>
                  <a:lnTo>
                    <a:pt x="114300" y="57150"/>
                  </a:lnTo>
                  <a:cubicBezTo>
                    <a:pt x="114300" y="67675"/>
                    <a:pt x="105775" y="76200"/>
                    <a:pt x="95250" y="76200"/>
                  </a:cubicBezTo>
                  <a:cubicBezTo>
                    <a:pt x="84725" y="76200"/>
                    <a:pt x="76200" y="67675"/>
                    <a:pt x="76200" y="57150"/>
                  </a:cubicBezTo>
                  <a:close/>
                  <a:moveTo>
                    <a:pt x="190500" y="57150"/>
                  </a:moveTo>
                  <a:lnTo>
                    <a:pt x="190500" y="19050"/>
                  </a:lnTo>
                  <a:cubicBezTo>
                    <a:pt x="190500" y="8525"/>
                    <a:pt x="199025" y="0"/>
                    <a:pt x="209550" y="0"/>
                  </a:cubicBezTo>
                  <a:cubicBezTo>
                    <a:pt x="220075" y="0"/>
                    <a:pt x="228600" y="8525"/>
                    <a:pt x="228600" y="19050"/>
                  </a:cubicBezTo>
                  <a:lnTo>
                    <a:pt x="228600" y="57150"/>
                  </a:lnTo>
                  <a:cubicBezTo>
                    <a:pt x="228600" y="67675"/>
                    <a:pt x="220075" y="76200"/>
                    <a:pt x="209550" y="76200"/>
                  </a:cubicBezTo>
                  <a:cubicBezTo>
                    <a:pt x="199025" y="76200"/>
                    <a:pt x="190500" y="67675"/>
                    <a:pt x="190500" y="57150"/>
                  </a:cubicBez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11" name="AutoShape 11"/>
          <p:cNvSpPr/>
          <p:nvPr>
            <p:custDataLst>
              <p:tags r:id="rId10"/>
            </p:custDataLst>
          </p:nvPr>
        </p:nvSpPr>
        <p:spPr>
          <a:xfrm>
            <a:off x="4452938" y="1008278"/>
            <a:ext cx="3286125" cy="329480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2" name="TextBox 12"/>
          <p:cNvSpPr txBox="1"/>
          <p:nvPr>
            <p:custDataLst>
              <p:tags r:id="rId11"/>
            </p:custDataLst>
          </p:nvPr>
        </p:nvSpPr>
        <p:spPr>
          <a:xfrm>
            <a:off x="4781126" y="1919702"/>
            <a:ext cx="2638425" cy="196396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利用`&lt;track kind="chapters"&gt;`定义媒体分段元数据，用户可快速跳转至指定内容节点，提升长视频浏览效率。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5066538" y="1299715"/>
            <a:ext cx="2143125" cy="4920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77000"/>
              </a:lnSpc>
            </a:pPr>
            <a:r>
              <a:rPr lang="en-US" sz="1800" b="1">
                <a:solidFill>
                  <a:schemeClr val="tx1"/>
                </a:solidFill>
                <a:cs typeface="Noto Sans SC" panose="020B0200000000000000" charset="-122"/>
              </a:rPr>
              <a:t>章节导航功能</a:t>
            </a:r>
            <a:endParaRPr lang="en-US" sz="18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grpSp>
        <p:nvGrpSpPr>
          <p:cNvPr id="14" name="Group 14"/>
          <p:cNvGrpSpPr/>
          <p:nvPr/>
        </p:nvGrpSpPr>
        <p:grpSpPr>
          <a:xfrm rot="0">
            <a:off x="5704304" y="4099293"/>
            <a:ext cx="783393" cy="783393"/>
            <a:chOff x="5704304" y="4099293"/>
            <a:chExt cx="783393" cy="783393"/>
          </a:xfrm>
        </p:grpSpPr>
        <p:sp>
          <p:nvSpPr>
            <p:cNvPr id="15" name="AutoShape 15"/>
            <p:cNvSpPr/>
            <p:nvPr>
              <p:custDataLst>
                <p:tags r:id="rId13"/>
              </p:custDataLst>
            </p:nvPr>
          </p:nvSpPr>
          <p:spPr>
            <a:xfrm>
              <a:off x="5704304" y="4099293"/>
              <a:ext cx="783393" cy="783393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</p:spPr>
        </p:sp>
        <p:sp>
          <p:nvSpPr>
            <p:cNvPr id="16" name="Freeform 16"/>
            <p:cNvSpPr/>
            <p:nvPr>
              <p:custDataLst>
                <p:tags r:id="rId14"/>
              </p:custDataLst>
            </p:nvPr>
          </p:nvSpPr>
          <p:spPr>
            <a:xfrm>
              <a:off x="5909690" y="4277439"/>
              <a:ext cx="372620" cy="37262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190500"/>
                  </a:moveTo>
                  <a:cubicBezTo>
                    <a:pt x="152400" y="169459"/>
                    <a:pt x="169459" y="152400"/>
                    <a:pt x="190500" y="152400"/>
                  </a:cubicBezTo>
                  <a:cubicBezTo>
                    <a:pt x="211541" y="152400"/>
                    <a:pt x="228600" y="169459"/>
                    <a:pt x="228600" y="190500"/>
                  </a:cubicBezTo>
                  <a:cubicBezTo>
                    <a:pt x="228600" y="211541"/>
                    <a:pt x="211541" y="228600"/>
                    <a:pt x="190500" y="228600"/>
                  </a:cubicBezTo>
                  <a:cubicBezTo>
                    <a:pt x="169459" y="228600"/>
                    <a:pt x="152400" y="211541"/>
                    <a:pt x="152400" y="190500"/>
                  </a:cubicBezTo>
                  <a:close/>
                  <a:moveTo>
                    <a:pt x="266700" y="76200"/>
                  </a:moveTo>
                  <a:lnTo>
                    <a:pt x="235372" y="12925"/>
                  </a:lnTo>
                  <a:cubicBezTo>
                    <a:pt x="232801" y="5410"/>
                    <a:pt x="225695" y="0"/>
                    <a:pt x="217284" y="0"/>
                  </a:cubicBezTo>
                  <a:lnTo>
                    <a:pt x="164973" y="0"/>
                  </a:lnTo>
                  <a:cubicBezTo>
                    <a:pt x="156467" y="0"/>
                    <a:pt x="149295" y="5544"/>
                    <a:pt x="146837" y="13192"/>
                  </a:cubicBezTo>
                  <a:lnTo>
                    <a:pt x="114338" y="76200"/>
                  </a:lnTo>
                  <a:lnTo>
                    <a:pt x="38100" y="76200"/>
                  </a:lnTo>
                  <a:cubicBezTo>
                    <a:pt x="17059" y="76200"/>
                    <a:pt x="0" y="93259"/>
                    <a:pt x="0" y="114300"/>
                  </a:cubicBezTo>
                  <a:lnTo>
                    <a:pt x="0" y="304800"/>
                  </a:lnTo>
                  <a:lnTo>
                    <a:pt x="304800" y="304800"/>
                  </a:lnTo>
                  <a:lnTo>
                    <a:pt x="304800" y="114300"/>
                  </a:lnTo>
                  <a:cubicBezTo>
                    <a:pt x="304800" y="93259"/>
                    <a:pt x="287760" y="76200"/>
                    <a:pt x="266700" y="76200"/>
                  </a:cubicBezTo>
                  <a:close/>
                  <a:moveTo>
                    <a:pt x="57150" y="152400"/>
                  </a:moveTo>
                  <a:cubicBezTo>
                    <a:pt x="46625" y="152400"/>
                    <a:pt x="38100" y="143875"/>
                    <a:pt x="38100" y="133350"/>
                  </a:cubicBezTo>
                  <a:cubicBezTo>
                    <a:pt x="38100" y="122825"/>
                    <a:pt x="46625" y="114300"/>
                    <a:pt x="57150" y="114300"/>
                  </a:cubicBezTo>
                  <a:cubicBezTo>
                    <a:pt x="67675" y="114300"/>
                    <a:pt x="76200" y="122825"/>
                    <a:pt x="76200" y="133350"/>
                  </a:cubicBezTo>
                  <a:cubicBezTo>
                    <a:pt x="76200" y="143875"/>
                    <a:pt x="67675" y="152400"/>
                    <a:pt x="57150" y="152400"/>
                  </a:cubicBezTo>
                  <a:close/>
                  <a:moveTo>
                    <a:pt x="190500" y="266700"/>
                  </a:moveTo>
                  <a:cubicBezTo>
                    <a:pt x="148419" y="266700"/>
                    <a:pt x="114300" y="232581"/>
                    <a:pt x="114300" y="190500"/>
                  </a:cubicBezTo>
                  <a:cubicBezTo>
                    <a:pt x="114300" y="148419"/>
                    <a:pt x="148419" y="114300"/>
                    <a:pt x="190500" y="114300"/>
                  </a:cubicBezTo>
                  <a:cubicBezTo>
                    <a:pt x="232581" y="114300"/>
                    <a:pt x="266700" y="148419"/>
                    <a:pt x="266700" y="190500"/>
                  </a:cubicBezTo>
                  <a:cubicBezTo>
                    <a:pt x="266700" y="232581"/>
                    <a:pt x="232581" y="266700"/>
                    <a:pt x="190500" y="266700"/>
                  </a:cubicBez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17" name="AutoShape 17"/>
          <p:cNvSpPr/>
          <p:nvPr>
            <p:custDataLst>
              <p:tags r:id="rId15"/>
            </p:custDataLst>
          </p:nvPr>
        </p:nvSpPr>
        <p:spPr>
          <a:xfrm>
            <a:off x="8558445" y="2007292"/>
            <a:ext cx="3286125" cy="3294802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8" name="TextBox 18"/>
          <p:cNvSpPr txBox="1"/>
          <p:nvPr>
            <p:custDataLst>
              <p:tags r:id="rId16"/>
            </p:custDataLst>
          </p:nvPr>
        </p:nvSpPr>
        <p:spPr>
          <a:xfrm>
            <a:off x="8886634" y="2918716"/>
            <a:ext cx="2638425" cy="196396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l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通过`&lt;track kind="descriptions"&gt;`为视障用户提供语音描述，符合WCAG 2.1无障碍标准。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7"/>
            </p:custDataLst>
          </p:nvPr>
        </p:nvSpPr>
        <p:spPr>
          <a:xfrm>
            <a:off x="9172045" y="2298729"/>
            <a:ext cx="2143125" cy="49201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77000"/>
              </a:lnSpc>
            </a:pPr>
            <a:r>
              <a:rPr lang="en-US" sz="1800" b="1">
                <a:solidFill>
                  <a:schemeClr val="tx1"/>
                </a:solidFill>
                <a:cs typeface="Noto Sans SC" panose="020B0200000000000000" charset="-122"/>
              </a:rPr>
              <a:t>音频描述增强</a:t>
            </a:r>
            <a:endParaRPr lang="en-US" sz="18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grpSp>
        <p:nvGrpSpPr>
          <p:cNvPr id="20" name="Group 20"/>
          <p:cNvGrpSpPr/>
          <p:nvPr/>
        </p:nvGrpSpPr>
        <p:grpSpPr>
          <a:xfrm rot="0">
            <a:off x="8699755" y="4738750"/>
            <a:ext cx="783393" cy="783393"/>
            <a:chOff x="8699755" y="4738750"/>
            <a:chExt cx="783393" cy="783393"/>
          </a:xfrm>
        </p:grpSpPr>
        <p:sp>
          <p:nvSpPr>
            <p:cNvPr id="21" name="AutoShape 21"/>
            <p:cNvSpPr/>
            <p:nvPr>
              <p:custDataLst>
                <p:tags r:id="rId18"/>
              </p:custDataLst>
            </p:nvPr>
          </p:nvSpPr>
          <p:spPr>
            <a:xfrm>
              <a:off x="8699755" y="4738750"/>
              <a:ext cx="783393" cy="783393"/>
            </a:xfrm>
            <a:prstGeom prst="ellipse">
              <a:avLst/>
            </a:prstGeom>
            <a:solidFill>
              <a:schemeClr val="lt1">
                <a:alpha val="100000"/>
              </a:schemeClr>
            </a:solidFill>
          </p:spPr>
        </p:sp>
        <p:sp>
          <p:nvSpPr>
            <p:cNvPr id="22" name="Freeform 22"/>
            <p:cNvSpPr/>
            <p:nvPr>
              <p:custDataLst>
                <p:tags r:id="rId19"/>
              </p:custDataLst>
            </p:nvPr>
          </p:nvSpPr>
          <p:spPr>
            <a:xfrm>
              <a:off x="8933137" y="4946607"/>
              <a:ext cx="341012" cy="341012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0" y="91440"/>
                  </a:moveTo>
                  <a:lnTo>
                    <a:pt x="152400" y="0"/>
                  </a:lnTo>
                  <a:lnTo>
                    <a:pt x="304800" y="91440"/>
                  </a:lnTo>
                  <a:lnTo>
                    <a:pt x="304800" y="121920"/>
                  </a:lnTo>
                  <a:lnTo>
                    <a:pt x="0" y="121920"/>
                  </a:lnTo>
                  <a:lnTo>
                    <a:pt x="0" y="91440"/>
                  </a:lnTo>
                  <a:close/>
                  <a:moveTo>
                    <a:pt x="0" y="274320"/>
                  </a:moveTo>
                  <a:lnTo>
                    <a:pt x="304800" y="274320"/>
                  </a:lnTo>
                  <a:lnTo>
                    <a:pt x="304800" y="304800"/>
                  </a:lnTo>
                  <a:lnTo>
                    <a:pt x="0" y="304800"/>
                  </a:lnTo>
                  <a:lnTo>
                    <a:pt x="0" y="274320"/>
                  </a:lnTo>
                  <a:close/>
                  <a:moveTo>
                    <a:pt x="30480" y="243840"/>
                  </a:moveTo>
                  <a:lnTo>
                    <a:pt x="274320" y="243840"/>
                  </a:lnTo>
                  <a:lnTo>
                    <a:pt x="274320" y="274320"/>
                  </a:lnTo>
                  <a:lnTo>
                    <a:pt x="30480" y="274320"/>
                  </a:lnTo>
                  <a:lnTo>
                    <a:pt x="30480" y="243840"/>
                  </a:lnTo>
                  <a:close/>
                  <a:moveTo>
                    <a:pt x="30480" y="121920"/>
                  </a:moveTo>
                  <a:lnTo>
                    <a:pt x="91440" y="121920"/>
                  </a:lnTo>
                  <a:lnTo>
                    <a:pt x="91440" y="243840"/>
                  </a:lnTo>
                  <a:lnTo>
                    <a:pt x="30480" y="243840"/>
                  </a:lnTo>
                  <a:lnTo>
                    <a:pt x="30480" y="121920"/>
                  </a:lnTo>
                  <a:close/>
                  <a:moveTo>
                    <a:pt x="121920" y="121920"/>
                  </a:moveTo>
                  <a:lnTo>
                    <a:pt x="182880" y="121920"/>
                  </a:lnTo>
                  <a:lnTo>
                    <a:pt x="182880" y="243840"/>
                  </a:lnTo>
                  <a:lnTo>
                    <a:pt x="121920" y="243840"/>
                  </a:lnTo>
                  <a:lnTo>
                    <a:pt x="121920" y="121920"/>
                  </a:lnTo>
                  <a:close/>
                  <a:moveTo>
                    <a:pt x="213360" y="121920"/>
                  </a:moveTo>
                  <a:lnTo>
                    <a:pt x="274320" y="121920"/>
                  </a:lnTo>
                  <a:lnTo>
                    <a:pt x="274320" y="243840"/>
                  </a:lnTo>
                  <a:lnTo>
                    <a:pt x="213360" y="243840"/>
                  </a:lnTo>
                  <a:lnTo>
                    <a:pt x="213360" y="12192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</p:spPr>
        </p:sp>
      </p:grpSp>
      <p:sp>
        <p:nvSpPr>
          <p:cNvPr id="29" name="标题 28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字幕与轨道技术</a:t>
            </a:r>
            <a:endParaRPr lang="zh-CN" altLang="en-US" smtClean="0">
              <a:sym typeface="+mn-ea"/>
            </a:endParaRPr>
          </a:p>
        </p:txBody>
      </p:sp>
    </p:spTree>
    <p:custDataLst>
      <p:tags r:id="rId2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内容占位符 15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Freeform 2"/>
          <p:cNvSpPr/>
          <p:nvPr>
            <p:custDataLst>
              <p:tags r:id="rId2"/>
            </p:custDataLst>
          </p:nvPr>
        </p:nvSpPr>
        <p:spPr>
          <a:xfrm>
            <a:off x="647422" y="1416260"/>
            <a:ext cx="10787368" cy="4757506"/>
          </a:xfrm>
          <a:custGeom>
            <a:avLst/>
            <a:gdLst/>
            <a:ahLst/>
            <a:cxnLst/>
            <a:rect l="l" t="t" r="r" b="b"/>
            <a:pathLst>
              <a:path w="8427632" h="3716802">
                <a:moveTo>
                  <a:pt x="0" y="0"/>
                </a:moveTo>
                <a:lnTo>
                  <a:pt x="7963031" y="0"/>
                </a:lnTo>
                <a:quadBezTo>
                  <a:pt x="8427632" y="0"/>
                  <a:pt x="8427632" y="464600"/>
                </a:quadBezTo>
                <a:lnTo>
                  <a:pt x="8427632" y="3716802"/>
                </a:lnTo>
                <a:lnTo>
                  <a:pt x="464600" y="3716802"/>
                </a:lnTo>
                <a:quadBezTo>
                  <a:pt x="0" y="3716802"/>
                  <a:pt x="0" y="3252201"/>
                </a:quadBezTo>
                <a:lnTo>
                  <a:pt x="0" y="0"/>
                </a:lnTo>
              </a:path>
            </a:pathLst>
          </a:custGeom>
          <a:solidFill>
            <a:schemeClr val="lt2">
              <a:alpha val="100000"/>
            </a:schemeClr>
          </a:solidFill>
        </p:spPr>
      </p:sp>
      <p:cxnSp>
        <p:nvCxnSpPr>
          <p:cNvPr id="3" name="Connector 3"/>
          <p:cNvCxnSpPr/>
          <p:nvPr>
            <p:custDataLst>
              <p:tags r:id="rId3"/>
            </p:custDataLst>
          </p:nvPr>
        </p:nvCxnSpPr>
        <p:spPr>
          <a:xfrm>
            <a:off x="6069242" y="1732467"/>
            <a:ext cx="0" cy="4116499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TextBox 4"/>
          <p:cNvSpPr txBox="1"/>
          <p:nvPr>
            <p:custDataLst>
              <p:tags r:id="rId4"/>
            </p:custDataLst>
          </p:nvPr>
        </p:nvSpPr>
        <p:spPr>
          <a:xfrm>
            <a:off x="1220993" y="2698044"/>
            <a:ext cx="4219575" cy="2819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marL="228600" lvl="1" indent="-2286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通过play()/pause()方法实现程序化播放控制，结合currentTime属性可精确跳转至指定时间点，支持场景如书签标记、片段循环播放等高级功能。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监听timeupdate事件实时获取播放进度，动态更新UI进度条；利用volume属性与muted属性实现音量滑块交互逻辑。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5"/>
            </p:custDataLst>
          </p:nvPr>
        </p:nvSpPr>
        <p:spPr>
          <a:xfrm>
            <a:off x="1234774" y="1926391"/>
            <a:ext cx="4276725" cy="72390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lumMod val="50000"/>
                    <a:hueOff val="10800000"/>
                  </a:schemeClr>
                </a:solidFill>
                <a:cs typeface="Noto Sans SC" panose="020B0200000000000000" charset="-122"/>
              </a:rPr>
              <a:t>JavaScript API深度控制</a:t>
            </a:r>
            <a:endParaRPr lang="en-US" sz="2400" b="1">
              <a:solidFill>
                <a:schemeClr val="accent1">
                  <a:lumMod val="50000"/>
                  <a:hueOff val="108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6"/>
            </p:custDataLst>
          </p:nvPr>
        </p:nvSpPr>
        <p:spPr>
          <a:xfrm>
            <a:off x="6667160" y="2698044"/>
            <a:ext cx="4219575" cy="28194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marL="228600" lvl="1" indent="-2286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使用CSS3的::media-controls伪元素重写默认控件样式，包括按钮形状、进度条颜色等，确保与品牌视觉风格统一。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通过fullscreenchange事件检测全屏状态变化，配合requestFullscreen()方法实现响应式全屏切换功能。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7"/>
            </p:custDataLst>
          </p:nvPr>
        </p:nvSpPr>
        <p:spPr>
          <a:xfrm>
            <a:off x="6644365" y="1926391"/>
            <a:ext cx="4314825" cy="72390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lumMod val="50000"/>
                    <a:hueOff val="10800000"/>
                  </a:schemeClr>
                </a:solidFill>
                <a:cs typeface="Noto Sans SC" panose="020B0200000000000000" charset="-122"/>
              </a:rPr>
              <a:t>样式与交互定制</a:t>
            </a:r>
            <a:endParaRPr lang="en-US" sz="2400" b="1">
              <a:solidFill>
                <a:schemeClr val="accent1">
                  <a:lumMod val="50000"/>
                  <a:hueOff val="108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4" name="标题 13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自定义媒体控制器开发</a:t>
            </a:r>
            <a:endParaRPr lang="zh-CN" altLang="en-US" smtClean="0"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Canvas</a:t>
            </a:r>
            <a:r>
              <a:rPr lang="zh-CN" alt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绘图技术</a:t>
            </a:r>
            <a:endParaRPr lang="zh-CN" altLang="en-US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05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Canvas</a:t>
            </a:r>
            <a:r>
              <a:rPr lang="zh-CN" altLang="en-US" smtClean="0">
                <a:sym typeface="+mn-ea"/>
              </a:rPr>
              <a:t>基础绘图</a:t>
            </a:r>
            <a:r>
              <a:rPr lang="zh-CN" altLang="en-US" smtClean="0">
                <a:sym typeface="+mn-ea"/>
              </a:rPr>
              <a:t>API</a:t>
            </a:r>
            <a:endParaRPr lang="zh-CN" altLang="en-US" smtClean="0">
              <a:sym typeface="+mn-ea"/>
            </a:endParaRPr>
          </a:p>
        </p:txBody>
      </p:sp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路径绘制：使用beginPath()开始新路径，通过moveTo()和lineTo()定义线条路径，最后用stroke()或fill()完成绘制，支持直线、折线等基本图形。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矩形绘制：提供rect(x,y,width,height)方法绘制矩形轮廓，fillRect()填充矩形，clearRect()清除矩形区域像素，是构建UI元素的常用方式。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圆弧绘制：通过arc(x,y,radius,startAngle,endAngle,anticlockwise)绘制圆弧或圆形，角度采用弧度制，可用于绘制仪表盘、饼图等复杂图形。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贝塞尔曲线：使用quadraticCurveTo(cp1x,cp1y,x,y)和bezierCurveTo(cp1x,cp1y,cp2x,cp2y,x,y)实现二次/三次贝塞尔曲线，适合绘制平滑曲线和复杂形状。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样式控制：通过lineWidth设置线宽，strokeStyle定义描边颜色，fillStyle设置填充色，支持十六进制、RGB或渐变对象，实现多样化视觉效果。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8633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578633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698935" y="1489452"/>
            <a:ext cx="2914650" cy="291465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9780389" y="1489452"/>
            <a:ext cx="1714500" cy="2914650"/>
          </a:xfrm>
          <a:prstGeom prst="rect">
            <a:avLst/>
          </a:prstGeom>
          <a:solidFill>
            <a:schemeClr val="accent2">
              <a:alpha val="20000"/>
              <a:lumMod val="75000"/>
            </a:schemeClr>
          </a:solidFill>
        </p:spPr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6698935" y="4585077"/>
            <a:ext cx="2914650" cy="1619250"/>
          </a:xfrm>
          <a:prstGeom prst="rect">
            <a:avLst/>
          </a:prstGeom>
          <a:solidFill>
            <a:schemeClr val="accent3">
              <a:alpha val="20000"/>
            </a:schemeClr>
          </a:solidFill>
        </p:spPr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9780389" y="4585077"/>
            <a:ext cx="1714500" cy="161925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</p:sp>
      <p:pic>
        <p:nvPicPr>
          <p:cNvPr id="9" name="Picture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100000"/>
          </a:blip>
          <a:srcRect/>
          <a:stretch>
            <a:fillRect/>
          </a:stretch>
        </p:blipFill>
        <p:spPr>
          <a:xfrm>
            <a:off x="6784660" y="1575177"/>
            <a:ext cx="2743200" cy="2743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alphaModFix amt="100000"/>
          </a:blip>
          <a:srcRect/>
          <a:stretch>
            <a:fillRect/>
          </a:stretch>
        </p:blipFill>
        <p:spPr>
          <a:xfrm>
            <a:off x="6784660" y="4670802"/>
            <a:ext cx="2743200" cy="1447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alphaModFix amt="100000"/>
          </a:blip>
          <a:srcRect l="42104" r="42104"/>
          <a:stretch>
            <a:fillRect/>
          </a:stretch>
        </p:blipFill>
        <p:spPr>
          <a:xfrm>
            <a:off x="9866114" y="1575177"/>
            <a:ext cx="1543050" cy="27432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9866114" y="4670802"/>
            <a:ext cx="1543050" cy="144780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3" name="Freeform 13"/>
          <p:cNvSpPr/>
          <p:nvPr>
            <p:custDataLst>
              <p:tags r:id="rId12"/>
            </p:custDataLst>
          </p:nvPr>
        </p:nvSpPr>
        <p:spPr>
          <a:xfrm>
            <a:off x="10232888" y="5037575"/>
            <a:ext cx="809504" cy="80950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800" y="79486"/>
                </a:moveTo>
                <a:cubicBezTo>
                  <a:pt x="152800" y="79486"/>
                  <a:pt x="133750" y="38891"/>
                  <a:pt x="90888" y="38891"/>
                </a:cubicBezTo>
                <a:cubicBezTo>
                  <a:pt x="44053" y="38891"/>
                  <a:pt x="19450" y="78581"/>
                  <a:pt x="19450" y="118262"/>
                </a:cubicBezTo>
                <a:cubicBezTo>
                  <a:pt x="19450" y="184147"/>
                  <a:pt x="152800" y="265900"/>
                  <a:pt x="152800" y="265900"/>
                </a:cubicBezTo>
                <a:cubicBezTo>
                  <a:pt x="152800" y="265900"/>
                  <a:pt x="285350" y="184937"/>
                  <a:pt x="285350" y="118262"/>
                </a:cubicBezTo>
                <a:cubicBezTo>
                  <a:pt x="285350" y="77781"/>
                  <a:pt x="259956" y="38891"/>
                  <a:pt x="214713" y="38891"/>
                </a:cubicBezTo>
                <a:cubicBezTo>
                  <a:pt x="169469" y="38891"/>
                  <a:pt x="152800" y="79486"/>
                  <a:pt x="152800" y="79486"/>
                </a:cubicBezTo>
              </a:path>
            </a:pathLst>
          </a:custGeom>
          <a:solidFill>
            <a:schemeClr val="accent1">
              <a:alpha val="100000"/>
              <a:lumMod val="50000"/>
            </a:schemeClr>
          </a:solidFill>
        </p:spPr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1382164" y="1579985"/>
            <a:ext cx="2088193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chemeClr val="lt1"/>
                </a:solidFill>
                <a:cs typeface="Noto Sans SC" panose="020B0200000000000000" charset="-122"/>
              </a:rPr>
              <a:t>图像绘制</a:t>
            </a:r>
            <a:endParaRPr lang="en-US" sz="16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 rot="5400000">
            <a:off x="667791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1">
              <a:alpha val="20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4"/>
            </p:custDataLst>
          </p:nvPr>
        </p:nvSpPr>
        <p:spPr>
          <a:xfrm>
            <a:off x="756538" y="2137578"/>
            <a:ext cx="2527745" cy="1395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en-US" sz="1200">
                <a:solidFill>
                  <a:schemeClr val="tx1"/>
                </a:solidFill>
                <a:cs typeface="Noto Sans SC" panose="020B0200000000000000" charset="-122"/>
              </a:rPr>
              <a:t>使用`drawImage(image,x,y,width,height)`方法加载并绘制图像，支持裁剪、缩放操作，可用于游戏精灵渲染或照片合成。</a:t>
            </a:r>
            <a:endParaRPr lang="en-US" sz="12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 rot="5400000">
            <a:off x="658476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18" name="TextBox 18"/>
          <p:cNvSpPr txBox="1"/>
          <p:nvPr>
            <p:custDataLst>
              <p:tags r:id="rId15"/>
            </p:custDataLst>
          </p:nvPr>
        </p:nvSpPr>
        <p:spPr>
          <a:xfrm>
            <a:off x="597683" y="1575177"/>
            <a:ext cx="559462" cy="340994"/>
          </a:xfrm>
          <a:prstGeom prst="rect">
            <a:avLst/>
          </a:prstGeom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rgbClr val="FFFFFF">
                    <a:alpha val="100000"/>
                  </a:srgbClr>
                </a:solidFill>
                <a:cs typeface="Noto Sans SC" panose="020B0200000000000000" charset="-122"/>
              </a:rPr>
              <a:t>01</a:t>
            </a:r>
            <a:endParaRPr lang="en-US" sz="2100" b="1">
              <a:solidFill>
                <a:srgbClr val="FFFFFF">
                  <a:alpha val="100000"/>
                </a:srgbClr>
              </a:solidFill>
              <a:cs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3628068" y="148945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0" name="TextBox 20"/>
          <p:cNvSpPr txBox="1"/>
          <p:nvPr>
            <p:custDataLst>
              <p:tags r:id="rId16"/>
            </p:custDataLst>
          </p:nvPr>
        </p:nvSpPr>
        <p:spPr>
          <a:xfrm>
            <a:off x="4431599" y="1579985"/>
            <a:ext cx="2037145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chemeClr val="lt1"/>
                </a:solidFill>
                <a:cs typeface="Noto Sans SC" panose="020B0200000000000000" charset="-122"/>
              </a:rPr>
              <a:t>像素级操作</a:t>
            </a:r>
            <a:endParaRPr lang="en-US" sz="16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 rot="5400000">
            <a:off x="3717225" y="140029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2">
              <a:alpha val="20000"/>
              <a:lumMod val="75000"/>
            </a:schemeClr>
          </a:solidFill>
        </p:spPr>
      </p:sp>
      <p:sp>
        <p:nvSpPr>
          <p:cNvPr id="22" name="TextBox 22"/>
          <p:cNvSpPr txBox="1"/>
          <p:nvPr>
            <p:custDataLst>
              <p:tags r:id="rId17"/>
            </p:custDataLst>
          </p:nvPr>
        </p:nvSpPr>
        <p:spPr>
          <a:xfrm>
            <a:off x="3805973" y="2137578"/>
            <a:ext cx="2527745" cy="1395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en-US" sz="1200">
                <a:solidFill>
                  <a:schemeClr val="tx1"/>
                </a:solidFill>
                <a:cs typeface="Noto Sans SC" panose="020B0200000000000000" charset="-122"/>
              </a:rPr>
              <a:t>通过`getImageData()`获取像素数据数组，直接操作RGBA通道值实现滤镜效果，如灰度化、反色等图像处理功能。</a:t>
            </a:r>
            <a:endParaRPr lang="en-US" sz="12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 rot="5400000">
            <a:off x="3707910" y="140960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2">
              <a:alpha val="100000"/>
              <a:lumMod val="75000"/>
            </a:schemeClr>
          </a:solidFill>
        </p:spPr>
      </p:sp>
      <p:sp>
        <p:nvSpPr>
          <p:cNvPr id="24" name="TextBox 24"/>
          <p:cNvSpPr txBox="1"/>
          <p:nvPr>
            <p:custDataLst>
              <p:tags r:id="rId18"/>
            </p:custDataLst>
          </p:nvPr>
        </p:nvSpPr>
        <p:spPr>
          <a:xfrm>
            <a:off x="1382164" y="4024895"/>
            <a:ext cx="2037145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chemeClr val="lt1"/>
                </a:solidFill>
                <a:cs typeface="Noto Sans SC" panose="020B0200000000000000" charset="-122"/>
              </a:rPr>
              <a:t>合成模式</a:t>
            </a:r>
            <a:endParaRPr lang="en-US" sz="16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 rot="5400000">
            <a:off x="667791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4">
              <a:alpha val="20000"/>
              <a:lumMod val="75000"/>
            </a:schemeClr>
          </a:solidFill>
        </p:spPr>
      </p:sp>
      <p:sp>
        <p:nvSpPr>
          <p:cNvPr id="26" name="TextBox 26"/>
          <p:cNvSpPr txBox="1"/>
          <p:nvPr>
            <p:custDataLst>
              <p:tags r:id="rId19"/>
            </p:custDataLst>
          </p:nvPr>
        </p:nvSpPr>
        <p:spPr>
          <a:xfrm>
            <a:off x="756538" y="4582488"/>
            <a:ext cx="2527745" cy="1395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en-US" sz="1200">
                <a:solidFill>
                  <a:schemeClr val="tx1"/>
                </a:solidFill>
                <a:cs typeface="Noto Sans SC" panose="020B0200000000000000" charset="-122"/>
              </a:rPr>
              <a:t>利用`globalCompositeOperation`属性设置20余种混合模式（如'source-over'、'multiply'），控制新绘制内容与现有内容的融合方式。</a:t>
            </a:r>
            <a:endParaRPr lang="en-US" sz="12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 rot="5400000">
            <a:off x="658476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4">
              <a:alpha val="100000"/>
              <a:lumMod val="75000"/>
            </a:schemeClr>
          </a:solidFill>
        </p:spPr>
      </p:sp>
      <p:sp>
        <p:nvSpPr>
          <p:cNvPr id="28" name="AutoShape 28"/>
          <p:cNvSpPr/>
          <p:nvPr/>
        </p:nvSpPr>
        <p:spPr>
          <a:xfrm>
            <a:off x="3628068" y="3934362"/>
            <a:ext cx="2891725" cy="228902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29" name="TextBox 29"/>
          <p:cNvSpPr txBox="1"/>
          <p:nvPr>
            <p:custDataLst>
              <p:tags r:id="rId20"/>
            </p:custDataLst>
          </p:nvPr>
        </p:nvSpPr>
        <p:spPr>
          <a:xfrm>
            <a:off x="4431599" y="4024895"/>
            <a:ext cx="2037145" cy="39730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1600" b="1">
                <a:solidFill>
                  <a:schemeClr val="lt1"/>
                </a:solidFill>
                <a:cs typeface="Noto Sans SC" panose="020B0200000000000000" charset="-122"/>
              </a:rPr>
              <a:t>离屏Canvas</a:t>
            </a:r>
            <a:endParaRPr lang="en-US" sz="16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 rot="5400000">
            <a:off x="3717225" y="3845204"/>
            <a:ext cx="540270" cy="718585"/>
          </a:xfrm>
          <a:prstGeom prst="round1Rect">
            <a:avLst>
              <a:gd name="adj" fmla="val 47297"/>
            </a:avLst>
          </a:prstGeom>
          <a:solidFill>
            <a:schemeClr val="accent3">
              <a:alpha val="20000"/>
              <a:lumMod val="75000"/>
            </a:schemeClr>
          </a:solidFill>
        </p:spPr>
      </p:sp>
      <p:sp>
        <p:nvSpPr>
          <p:cNvPr id="31" name="TextBox 31"/>
          <p:cNvSpPr txBox="1"/>
          <p:nvPr>
            <p:custDataLst>
              <p:tags r:id="rId21"/>
            </p:custDataLst>
          </p:nvPr>
        </p:nvSpPr>
        <p:spPr>
          <a:xfrm>
            <a:off x="3805973" y="4582488"/>
            <a:ext cx="2527745" cy="13954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/>
          <a:p>
            <a:pPr algn="just">
              <a:lnSpc>
                <a:spcPct val="115000"/>
              </a:lnSpc>
              <a:spcBef>
                <a:spcPts val="375"/>
              </a:spcBef>
            </a:pPr>
            <a:r>
              <a:rPr lang="en-US" sz="1200">
                <a:solidFill>
                  <a:schemeClr val="tx1"/>
                </a:solidFill>
                <a:cs typeface="Noto Sans SC" panose="020B0200000000000000" charset="-122"/>
              </a:rPr>
              <a:t>创建内存中的Canvas对象进行预渲染或复杂计算，通过`transferFromImageBitmap()`高效传输结果，提升动态内容生成性能。</a:t>
            </a:r>
            <a:endParaRPr lang="en-US" sz="12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 rot="5400000">
            <a:off x="3707910" y="3854519"/>
            <a:ext cx="492364" cy="652050"/>
          </a:xfrm>
          <a:prstGeom prst="round1Rect">
            <a:avLst>
              <a:gd name="adj" fmla="val 47297"/>
            </a:avLst>
          </a:prstGeom>
          <a:solidFill>
            <a:schemeClr val="accent3">
              <a:alpha val="100000"/>
              <a:lumMod val="75000"/>
            </a:schemeClr>
          </a:solidFill>
        </p:spPr>
      </p:sp>
      <p:sp>
        <p:nvSpPr>
          <p:cNvPr id="33" name="TextBox 33"/>
          <p:cNvSpPr txBox="1"/>
          <p:nvPr>
            <p:custDataLst>
              <p:tags r:id="rId22"/>
            </p:custDataLst>
          </p:nvPr>
        </p:nvSpPr>
        <p:spPr>
          <a:xfrm>
            <a:off x="3647118" y="1575177"/>
            <a:ext cx="559462" cy="340994"/>
          </a:xfrm>
          <a:prstGeom prst="rect">
            <a:avLst/>
          </a:prstGeom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chemeClr val="lt1"/>
                </a:solidFill>
                <a:cs typeface="Noto Sans SC" panose="020B0200000000000000" charset="-122"/>
              </a:rPr>
              <a:t>02</a:t>
            </a:r>
            <a:endParaRPr lang="en-US" sz="21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34" name="TextBox 34"/>
          <p:cNvSpPr txBox="1"/>
          <p:nvPr>
            <p:custDataLst>
              <p:tags r:id="rId23"/>
            </p:custDataLst>
          </p:nvPr>
        </p:nvSpPr>
        <p:spPr>
          <a:xfrm>
            <a:off x="597683" y="4020087"/>
            <a:ext cx="559462" cy="340994"/>
          </a:xfrm>
          <a:prstGeom prst="rect">
            <a:avLst/>
          </a:prstGeom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chemeClr val="lt1"/>
                </a:solidFill>
                <a:cs typeface="Noto Sans SC" panose="020B0200000000000000" charset="-122"/>
              </a:rPr>
              <a:t>03</a:t>
            </a:r>
            <a:endParaRPr lang="en-US" sz="21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35" name="TextBox 35"/>
          <p:cNvSpPr txBox="1"/>
          <p:nvPr>
            <p:custDataLst>
              <p:tags r:id="rId24"/>
            </p:custDataLst>
          </p:nvPr>
        </p:nvSpPr>
        <p:spPr>
          <a:xfrm>
            <a:off x="3647118" y="4020087"/>
            <a:ext cx="559462" cy="340994"/>
          </a:xfrm>
          <a:prstGeom prst="rect">
            <a:avLst/>
          </a:prstGeom>
        </p:spPr>
        <p:txBody>
          <a:bodyPr vert="horz" wrap="square" lIns="76200" tIns="0" rIns="57150" bIns="0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100" b="1">
                <a:solidFill>
                  <a:schemeClr val="lt1"/>
                </a:solidFill>
                <a:cs typeface="Noto Sans SC" panose="020B0200000000000000" charset="-122"/>
              </a:rPr>
              <a:t>04</a:t>
            </a:r>
            <a:endParaRPr lang="en-US" sz="21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38" name="标题 37"/>
          <p:cNvSpPr>
            <a:spLocks noGrp="1"/>
          </p:cNvSpPr>
          <p:nvPr>
            <p:ph type="title"/>
            <p:custDataLst>
              <p:tags r:id="rId2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图像处理与像素操作</a:t>
            </a:r>
            <a:endParaRPr lang="zh-CN" altLang="en-US" smtClean="0">
              <a:sym typeface="+mn-ea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0"/>
          </a:blip>
          <a:srcRect l="23948" r="23948"/>
          <a:stretch>
            <a:fillRect/>
          </a:stretch>
        </p:blipFill>
        <p:spPr>
          <a:xfrm>
            <a:off x="580909" y="1271253"/>
            <a:ext cx="2628508" cy="5044771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3372015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3512796" y="2561882"/>
            <a:ext cx="2346946" cy="314823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通过`requestAnimationFrame()`实现动画循环，配合清除(`clearRect()`)-重绘机制，确保60FPS流畅渲染。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4"/>
            </p:custDataLst>
          </p:nvPr>
        </p:nvSpPr>
        <p:spPr>
          <a:xfrm>
            <a:off x="3512796" y="1399982"/>
            <a:ext cx="2346946" cy="110481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帧动画原理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156270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8" name="TextBox 8"/>
          <p:cNvSpPr txBox="1"/>
          <p:nvPr>
            <p:custDataLst>
              <p:tags r:id="rId5"/>
            </p:custDataLst>
          </p:nvPr>
        </p:nvSpPr>
        <p:spPr>
          <a:xfrm>
            <a:off x="6297050" y="2561882"/>
            <a:ext cx="2346946" cy="301516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将静态背景与动态元素分离到不同Canvas层，减少每帧重绘区域，显著降低GPU负载。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6"/>
            </p:custDataLst>
          </p:nvPr>
        </p:nvSpPr>
        <p:spPr>
          <a:xfrm>
            <a:off x="6297050" y="1399982"/>
            <a:ext cx="2346946" cy="110481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分层渲染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8949764" y="1271253"/>
            <a:ext cx="2628508" cy="5044771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sp>
        <p:nvSpPr>
          <p:cNvPr id="11" name="TextBox 11"/>
          <p:cNvSpPr txBox="1"/>
          <p:nvPr>
            <p:custDataLst>
              <p:tags r:id="rId7"/>
            </p:custDataLst>
          </p:nvPr>
        </p:nvSpPr>
        <p:spPr>
          <a:xfrm>
            <a:off x="9090545" y="2561882"/>
            <a:ext cx="2346946" cy="314823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启用`willReadFrequently`提示，避免频繁读取像素数据，优先使用变换(`transform`)而非逐帧重绘，利用GPU加速渲染。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8"/>
            </p:custDataLst>
          </p:nvPr>
        </p:nvSpPr>
        <p:spPr>
          <a:xfrm>
            <a:off x="9090545" y="1399982"/>
            <a:ext cx="2346946" cy="110481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硬件加速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动画实现与性能优化</a:t>
            </a:r>
            <a:endParaRPr lang="zh-CN" altLang="en-US" smtClean="0"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SVG</a:t>
            </a:r>
            <a:r>
              <a:rPr lang="zh-CN" alt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矢量图形技术</a:t>
            </a:r>
            <a:endParaRPr lang="zh-CN" altLang="en-US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06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06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1"/>
            </p:custDataLst>
          </p:nvPr>
        </p:nvSpPr>
        <p:spPr>
          <a:xfrm>
            <a:off x="5807927" y="2358377"/>
            <a:ext cx="5907405" cy="151031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SVG作为基于XML的矢量图形格式，支持无限缩放不失真，适合图标、图表等需要高清晰度的场景。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Canvas通过JavaScript生成位图，适合动态渲染复杂像素级效果（如游戏、实时数据可视化），但放大后可能出现锯齿。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5807927" y="1857281"/>
            <a:ext cx="4673593" cy="501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图形类型与质量差异：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5807927" y="4837221"/>
            <a:ext cx="5907596" cy="149099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SVG的DOM结构允许直接操作单个图形元素并绑定事件，但大量元素时渲染性能较低。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Canvas无DOM开销，适合高频重绘场景（如动画），但需手动处理交互逻辑（如通过坐标检测）。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5807927" y="4336125"/>
            <a:ext cx="4673593" cy="50109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l">
              <a:lnSpc>
                <a:spcPct val="8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性能与交互能力：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8440" b="18440"/>
          <a:stretch>
            <a:fillRect/>
          </a:stretch>
        </p:blipFill>
        <p:spPr>
          <a:xfrm>
            <a:off x="590913" y="1812694"/>
            <a:ext cx="4953101" cy="207152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t="29089" b="29089"/>
          <a:stretch>
            <a:fillRect/>
          </a:stretch>
        </p:blipFill>
        <p:spPr>
          <a:xfrm>
            <a:off x="590913" y="4315856"/>
            <a:ext cx="4953101" cy="2071520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SVG</a:t>
            </a:r>
            <a:r>
              <a:rPr lang="zh-CN" altLang="en-US" smtClean="0">
                <a:sym typeface="+mn-ea"/>
              </a:rPr>
              <a:t>与</a:t>
            </a:r>
            <a:r>
              <a:rPr lang="zh-CN" altLang="en-US" smtClean="0">
                <a:sym typeface="+mn-ea"/>
              </a:rPr>
              <a:t>Canvas</a:t>
            </a:r>
            <a:r>
              <a:rPr lang="zh-CN" altLang="en-US" smtClean="0">
                <a:sym typeface="+mn-ea"/>
              </a:rPr>
              <a:t>对比分析</a:t>
            </a:r>
            <a:endParaRPr lang="zh-CN" altLang="en-US" smtClean="0"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alphaModFix amt="100000"/>
          </a:blip>
          <a:srcRect/>
          <a:stretch>
            <a:fillRect/>
          </a:stretch>
        </p:blipFill>
        <p:spPr>
          <a:xfrm>
            <a:off x="8303070" y="1200966"/>
            <a:ext cx="3434928" cy="3434928"/>
          </a:xfrm>
          <a:prstGeom prst="snip2DiagRect">
            <a:avLst/>
          </a:prstGeom>
        </p:spPr>
      </p:pic>
      <p:pic>
        <p:nvPicPr>
          <p:cNvPr id="3" name="Picture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alphaModFix amt="100000"/>
          </a:blip>
          <a:srcRect/>
          <a:stretch>
            <a:fillRect/>
          </a:stretch>
        </p:blipFill>
        <p:spPr>
          <a:xfrm>
            <a:off x="5853553" y="3293711"/>
            <a:ext cx="3412554" cy="3412554"/>
          </a:xfrm>
          <a:prstGeom prst="snip2DiagRect">
            <a:avLst/>
          </a:prstGeom>
        </p:spPr>
      </p:pic>
      <p:sp>
        <p:nvSpPr>
          <p:cNvPr id="4" name="TextBox 4"/>
          <p:cNvSpPr txBox="1"/>
          <p:nvPr>
            <p:custDataLst>
              <p:tags r:id="rId6"/>
            </p:custDataLst>
          </p:nvPr>
        </p:nvSpPr>
        <p:spPr>
          <a:xfrm>
            <a:off x="529829" y="1200966"/>
            <a:ext cx="4742231" cy="527304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SVG通过XML标签定义图形，支持路径、矩形、圆形等基础元素，结合CSS/JavaScript可实现灵活样式控制与动态修改。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路径绘制：</a:t>
            </a:r>
            <a:endParaRPr lang="en-US" b="1">
              <a:solidFill>
                <a:schemeClr val="accent1">
                  <a:lumMod val="50000"/>
                </a:schemeClr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使用&lt;path&gt;标签的d属性定义贝塞尔曲线或直线，适合复杂形状（如自定义图标）。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示例：&lt;path d="M10 10 L90 10 L50 90 Z" fill="blue"/&gt;绘制三角形。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 b="1">
                <a:solidFill>
                  <a:schemeClr val="tx1"/>
                </a:solidFill>
              </a:rPr>
              <a:t>组合与变换：</a:t>
            </a:r>
            <a:endParaRPr lang="en-US" b="1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&lt;g&gt;标签分组多个元素，统一应用旋转/缩放等变换属性（如transform="rotate(45)"）。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支持透明度（opacity）和滤镜效果（如&lt;filter&gt;</a:t>
            </a:r>
            <a:r>
              <a:rPr lang="en-US">
                <a:solidFill>
                  <a:schemeClr val="tx1"/>
                </a:solidFill>
              </a:rPr>
              <a:t>实现模糊或阴影）。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SVG</a:t>
            </a:r>
            <a:r>
              <a:rPr lang="zh-CN" altLang="en-US" smtClean="0">
                <a:sym typeface="+mn-ea"/>
              </a:rPr>
              <a:t>基本图形绘制</a:t>
            </a:r>
            <a:endParaRPr lang="zh-CN" altLang="en-US" smtClean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01298" y="1766167"/>
            <a:ext cx="4842667" cy="4352000"/>
          </a:xfrm>
          <a:prstGeom prst="roundRect">
            <a:avLst>
              <a:gd name="adj" fmla="val 7071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971541" y="1766167"/>
            <a:ext cx="4842667" cy="4352000"/>
          </a:xfrm>
          <a:prstGeom prst="roundRect">
            <a:avLst>
              <a:gd name="adj" fmla="val 7071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4" name="TextBox 4"/>
          <p:cNvSpPr txBox="1"/>
          <p:nvPr>
            <p:custDataLst>
              <p:tags r:id="rId1"/>
            </p:custDataLst>
          </p:nvPr>
        </p:nvSpPr>
        <p:spPr>
          <a:xfrm>
            <a:off x="1283086" y="2009045"/>
            <a:ext cx="4219575" cy="68580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325" b="1">
                <a:solidFill>
                  <a:schemeClr val="accent1"/>
                </a:solidFill>
                <a:cs typeface="Noto Sans SC" panose="020B0200000000000000" charset="-122"/>
              </a:rPr>
              <a:t>基于SMIL的动画</a:t>
            </a:r>
            <a:endParaRPr lang="en-US" sz="2325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1244986" y="2560347"/>
            <a:ext cx="4295775" cy="323971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使用&lt;animate&gt;标签实现属性渐变（如颜色、位置），无需JavaScript。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示例：&lt;circle cx="50" cy="50" r="10"&gt;&lt;animate attributeName="r" from="10" to="30" dur="2s" repeatCount="indefinite"/&gt;&lt;/circle&gt;。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支持关键帧动画（&lt;animateTransform&gt;）实现复杂运动路径。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3"/>
            </p:custDataLst>
          </p:nvPr>
        </p:nvSpPr>
        <p:spPr>
          <a:xfrm>
            <a:off x="6612844" y="2009045"/>
            <a:ext cx="4219575" cy="68580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325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JavaScript交互控制</a:t>
            </a:r>
            <a:endParaRPr lang="en-US" sz="2325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6574744" y="2560347"/>
            <a:ext cx="4295775" cy="3239716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通过DOM API动态修改SVG属性（如setAttribute()改变路径数据）。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结合事件监听（如onclick）实现点击高亮、拖拽等功能。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与CSS3动画协同（如@keyframes定义过渡效果），提升交互流畅性。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SVG</a:t>
            </a:r>
            <a:r>
              <a:rPr lang="zh-CN" altLang="en-US" smtClean="0">
                <a:sym typeface="+mn-ea"/>
              </a:rPr>
              <a:t>动画与交互实现</a:t>
            </a:r>
            <a:endParaRPr lang="zh-CN" altLang="en-US" smtClean="0"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Web</a:t>
            </a:r>
            <a:r>
              <a:rPr lang="zh-CN" alt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存储与离线应用</a:t>
            </a:r>
            <a:endParaRPr lang="zh-CN" altLang="en-US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07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07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16649" y="1728170"/>
            <a:ext cx="5048250" cy="4648027"/>
          </a:xfrm>
          <a:prstGeom prst="roundRect">
            <a:avLst>
              <a:gd name="adj" fmla="val 5514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761263" y="1719314"/>
            <a:ext cx="5048250" cy="4648027"/>
          </a:xfrm>
          <a:prstGeom prst="roundRect">
            <a:avLst>
              <a:gd name="adj" fmla="val 5514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4" name="TextBox 4"/>
          <p:cNvSpPr txBox="1"/>
          <p:nvPr>
            <p:custDataLst>
              <p:tags r:id="rId1"/>
            </p:custDataLst>
          </p:nvPr>
        </p:nvSpPr>
        <p:spPr>
          <a:xfrm>
            <a:off x="1176026" y="2291047"/>
            <a:ext cx="4218723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数据持久性与会话管理：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2"/>
            </p:custDataLst>
          </p:nvPr>
        </p:nvSpPr>
        <p:spPr>
          <a:xfrm>
            <a:off x="1089632" y="3072100"/>
            <a:ext cx="4391512" cy="2714372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localStorage提供永久性存储（除非手动清除），适合保存用户偏好设置、长期缓存数据；sessionStorage仅在当前会话有效，适用于临时表单数据或页面间短时状态传递。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两者均提供约5MB存储空间（因浏览器而异），远超Cookie的4KB限制，且数据不随HTTP请求发送，降低服务器负载。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3"/>
            </p:custDataLst>
          </p:nvPr>
        </p:nvSpPr>
        <p:spPr>
          <a:xfrm>
            <a:off x="761263" y="1276167"/>
            <a:ext cx="1428750" cy="88629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6000" b="1">
                <a:solidFill>
                  <a:schemeClr val="tx1"/>
                </a:solidFill>
                <a:cs typeface="Noto Sans SC" panose="020B0200000000000000" charset="-122"/>
              </a:rPr>
              <a:t>01</a:t>
            </a:r>
            <a:endParaRPr lang="en-US" sz="60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4"/>
            </p:custDataLst>
          </p:nvPr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tx1"/>
                </a:solidFill>
                <a:cs typeface="Noto Sans SC" panose="020B0200000000000000" charset="-122"/>
              </a:rPr>
              <a:t>localStorage/sessionStorage</a:t>
            </a:r>
            <a:endParaRPr lang="en-US" sz="30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5"/>
            </p:custDataLst>
          </p:nvPr>
        </p:nvSpPr>
        <p:spPr>
          <a:xfrm>
            <a:off x="6731412" y="2299903"/>
            <a:ext cx="4218723" cy="4903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API简洁易用：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6"/>
            </p:custDataLst>
          </p:nvPr>
        </p:nvSpPr>
        <p:spPr>
          <a:xfrm>
            <a:off x="6645018" y="3080955"/>
            <a:ext cx="4391512" cy="2714372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通过setItem()、getItem()等标准化方法操作键值对数据，支持JSON序列化存储复杂对象，如localStorage.setItem('user', JSON.stringify({name: 'Alice'}))。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无复杂查询功能，适合简单数据存储场景，需结合业务逻辑实现数据过滤。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7"/>
            </p:custDataLst>
          </p:nvPr>
        </p:nvSpPr>
        <p:spPr>
          <a:xfrm>
            <a:off x="6403043" y="1276167"/>
            <a:ext cx="1428750" cy="88629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6000" b="1">
                <a:solidFill>
                  <a:schemeClr val="tx1"/>
                </a:solidFill>
                <a:cs typeface="Noto Sans SC" panose="020B0200000000000000" charset="-122"/>
              </a:rPr>
              <a:t>02</a:t>
            </a:r>
            <a:endParaRPr lang="en-US" sz="60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AutoShape 2"/>
          <p:cNvSpPr/>
          <p:nvPr>
            <p:custDataLst>
              <p:tags r:id="rId2"/>
            </p:custDataLst>
          </p:nvPr>
        </p:nvSpPr>
        <p:spPr>
          <a:xfrm>
            <a:off x="581107" y="1340073"/>
            <a:ext cx="6782526" cy="5148304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1001112" y="1678786"/>
            <a:ext cx="5942515" cy="442467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IndexedDB是浏览器端高性能的NoSQL数据库，支持事务、索引和游标操作，适合存储大量结构化数据（如离线应用数据、用户生成内容）。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 b="1">
                <a:solidFill>
                  <a:schemeClr val="tx1"/>
                </a:solidFill>
              </a:rPr>
              <a:t>核心特性与优势：</a:t>
            </a:r>
            <a:endParaRPr lang="en-US" b="1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支持异步操作，避免阻塞UI线程，通过onupgradeneeded事件管理数据库版本升级与表结构变更。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提供索引查询能力，如基于IDBKeyRange的范围查询，显著提升数据检索效率。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 b="1">
                <a:solidFill>
                  <a:schemeClr val="tx1"/>
                </a:solidFill>
              </a:rPr>
              <a:t>典型应用场景：</a:t>
            </a:r>
            <a:endParaRPr lang="en-US" b="1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离线应用缓存：存储用户操作记录，网络恢复后同步至服务器。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多媒体资源管理：高效存取图片、音频等二进制数据，结合Blob实现流式加载。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5351" r="5351"/>
          <a:stretch>
            <a:fillRect/>
          </a:stretch>
        </p:blipFill>
        <p:spPr>
          <a:xfrm>
            <a:off x="7363633" y="1205163"/>
            <a:ext cx="4828367" cy="5407040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IndexedDB</a:t>
            </a:r>
            <a:r>
              <a:rPr lang="zh-CN" altLang="en-US" smtClean="0">
                <a:sym typeface="+mn-ea"/>
              </a:rPr>
              <a:t>数据库操作</a:t>
            </a:r>
            <a:endParaRPr lang="zh-CN" altLang="en-US" smtClean="0">
              <a:sym typeface="+mn-ea"/>
            </a:endParaRPr>
          </a:p>
        </p:txBody>
      </p:sp>
    </p:spTree>
    <p:custDataLst>
      <p:tags r:id="rId7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5828906" y="1179728"/>
            <a:ext cx="5548808" cy="5208952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 b="1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离线资源管理</a:t>
            </a:r>
            <a:endParaRPr lang="en-US" sz="1500" b="1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通过manifest文件声明缓存资源列表（已废弃，推荐Service Worker），确保关键静态文件（HTML/CSS/JS）在无网络时可用。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>
              <a:lnSpc>
                <a:spcPct val="140000"/>
              </a:lnSpc>
            </a:pPr>
            <a:r>
              <a:rPr lang="en-US" sz="1500" b="1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动态缓存策略：Service Worker的fetch事件可拦截请求，实现“网络优先”或“缓存优先”等灵活策略，如：</a:t>
            </a:r>
            <a:endParaRPr lang="en-US" sz="1500" b="1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self.addEventListener('fetch', event =&gt; {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event.respondWith(caches.match(event.request).then(response =&gt; response || fetch(event.request)));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});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0"/>
          </a:blip>
          <a:srcRect l="27991" r="27991"/>
          <a:stretch>
            <a:fillRect/>
          </a:stretch>
        </p:blipFill>
        <p:spPr>
          <a:xfrm>
            <a:off x="702758" y="1182984"/>
            <a:ext cx="4663893" cy="2507593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100000"/>
          </a:blip>
          <a:srcRect t="23117" b="23117"/>
          <a:stretch>
            <a:fillRect/>
          </a:stretch>
        </p:blipFill>
        <p:spPr>
          <a:xfrm>
            <a:off x="702758" y="3881087"/>
            <a:ext cx="4663894" cy="2507593"/>
          </a:xfrm>
          <a:prstGeom prst="rect">
            <a:avLst/>
          </a:prstGeom>
        </p:spPr>
      </p:pic>
      <p:sp>
        <p:nvSpPr>
          <p:cNvPr id="11" name="标题 10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应用缓存与</a:t>
            </a:r>
            <a:r>
              <a:rPr lang="zh-CN" altLang="en-US" smtClean="0">
                <a:sym typeface="+mn-ea"/>
              </a:rPr>
              <a:t>Service Worker</a:t>
            </a:r>
            <a:endParaRPr lang="zh-CN" altLang="en-US" smtClean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内容占位符 1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AutoShape 2"/>
          <p:cNvSpPr/>
          <p:nvPr>
            <p:custDataLst>
              <p:tags r:id="rId2"/>
            </p:custDataLst>
          </p:nvPr>
        </p:nvSpPr>
        <p:spPr>
          <a:xfrm>
            <a:off x="681547" y="2062970"/>
            <a:ext cx="8023985" cy="3467154"/>
          </a:xfrm>
          <a:prstGeom prst="roundRect">
            <a:avLst>
              <a:gd name="adj" fmla="val 5952"/>
            </a:avLst>
          </a:prstGeom>
          <a:solidFill>
            <a:schemeClr val="lt2">
              <a:alpha val="80000"/>
            </a:schemeClr>
          </a:solidFill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</p:spPr>
      </p:sp>
      <p:sp>
        <p:nvSpPr>
          <p:cNvPr id="4" name="AutoShape 4"/>
          <p:cNvSpPr/>
          <p:nvPr>
            <p:custDataLst>
              <p:tags r:id="rId4"/>
            </p:custDataLst>
          </p:nvPr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</p:spPr>
      </p:sp>
      <p:pic>
        <p:nvPicPr>
          <p:cNvPr id="5" name="Picture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7711827" y="1638423"/>
            <a:ext cx="3570514" cy="4316248"/>
          </a:xfrm>
          <a:prstGeom prst="rect">
            <a:avLst/>
          </a:prstGeom>
        </p:spPr>
      </p:pic>
      <p:sp>
        <p:nvSpPr>
          <p:cNvPr id="6" name="TextBox 6"/>
          <p:cNvSpPr txBox="1"/>
          <p:nvPr>
            <p:custDataLst>
              <p:tags r:id="rId7"/>
            </p:custDataLst>
          </p:nvPr>
        </p:nvSpPr>
        <p:spPr>
          <a:xfrm>
            <a:off x="1102100" y="2361606"/>
            <a:ext cx="6163685" cy="2869882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75" b="1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后台同步与推送</a:t>
            </a:r>
            <a:endParaRPr lang="en-US" sz="1575" b="1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  <a:p>
            <a:pPr algn="l">
              <a:lnSpc>
                <a:spcPct val="140000"/>
              </a:lnSpc>
            </a:pPr>
            <a:r>
              <a:rPr lang="en-US" sz="1575">
                <a:solidFill>
                  <a:schemeClr val="tx1"/>
                </a:solidFill>
                <a:cs typeface="Noto Sans SC" panose="020B0200000000000000" charset="-122"/>
              </a:rPr>
              <a:t>Service Worker支持backgroundSyncAPI，延迟提交数据直到网络恢复，保障离线表单提交可靠性。</a:t>
            </a:r>
            <a:endParaRPr lang="en-US" sz="1575">
              <a:solidFill>
                <a:schemeClr val="tx1"/>
              </a:solidFill>
              <a:cs typeface="Noto Sans SC" panose="020B0200000000000000" charset="-122"/>
            </a:endParaRPr>
          </a:p>
          <a:p>
            <a:pPr algn="l">
              <a:lnSpc>
                <a:spcPct val="140000"/>
              </a:lnSpc>
            </a:pPr>
            <a:r>
              <a:rPr lang="en-US" sz="1575">
                <a:solidFill>
                  <a:schemeClr val="tx1"/>
                </a:solidFill>
                <a:cs typeface="Noto Sans SC" panose="020B0200000000000000" charset="-122"/>
              </a:rPr>
              <a:t>集成推送通知（Push API），向用户发送更新提醒，如新闻推送或订单状态变更，需用户授权后生效。</a:t>
            </a:r>
            <a:endParaRPr lang="en-US" sz="1575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应用缓存与</a:t>
            </a:r>
            <a:r>
              <a:rPr lang="zh-CN" altLang="en-US" smtClean="0">
                <a:sym typeface="+mn-ea"/>
              </a:rPr>
              <a:t>Service Worker</a:t>
            </a:r>
            <a:endParaRPr lang="zh-CN" altLang="en-US" smtClean="0"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Web Workers</a:t>
            </a:r>
            <a:r>
              <a:rPr lang="zh-CN" alt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多线程编程</a:t>
            </a:r>
            <a:endParaRPr lang="zh-CN" altLang="en-US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08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08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589139" y="4907596"/>
            <a:ext cx="8609341" cy="147826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965148" y="3145225"/>
            <a:ext cx="8609341" cy="147826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>
            <a:off x="2493889" y="1358958"/>
            <a:ext cx="8609341" cy="1478267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5" name="TextBox 5"/>
          <p:cNvSpPr txBox="1"/>
          <p:nvPr>
            <p:custDataLst>
              <p:tags r:id="rId1"/>
            </p:custDataLst>
          </p:nvPr>
        </p:nvSpPr>
        <p:spPr>
          <a:xfrm>
            <a:off x="3283333" y="1796843"/>
            <a:ext cx="7497178" cy="97285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通过`postMessage`和`onmessage`实现双向通信，确保主线程与Worker线程的数据隔离性，避免直接内存共享导致的竞态条件问题。结构化克隆算法支持传递复杂数据类型（如ArrayBuffer、Map），但函数、DOM节点等不可传递。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1931" r="11931"/>
          <a:stretch>
            <a:fillRect/>
          </a:stretch>
        </p:blipFill>
        <p:spPr>
          <a:xfrm>
            <a:off x="1113196" y="1262384"/>
            <a:ext cx="1926336" cy="1682496"/>
          </a:xfrm>
          <a:prstGeom prst="hexagon">
            <a:avLst/>
          </a:prstGeom>
        </p:spPr>
      </p:pic>
      <p:pic>
        <p:nvPicPr>
          <p:cNvPr id="7" name="Picture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19169" r="19169"/>
          <a:stretch>
            <a:fillRect/>
          </a:stretch>
        </p:blipFill>
        <p:spPr>
          <a:xfrm>
            <a:off x="9176894" y="3043110"/>
            <a:ext cx="1926336" cy="1682496"/>
          </a:xfrm>
          <a:prstGeom prst="hexagon">
            <a:avLst/>
          </a:prstGeom>
        </p:spPr>
      </p:pic>
      <p:pic>
        <p:nvPicPr>
          <p:cNvPr id="8" name="Picture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 l="4203" r="4203"/>
          <a:stretch>
            <a:fillRect/>
          </a:stretch>
        </p:blipFill>
        <p:spPr>
          <a:xfrm>
            <a:off x="1113196" y="4824531"/>
            <a:ext cx="1926336" cy="1682496"/>
          </a:xfrm>
          <a:prstGeom prst="hexagon">
            <a:avLst/>
          </a:prstGeom>
        </p:spPr>
      </p:pic>
      <p:sp>
        <p:nvSpPr>
          <p:cNvPr id="10" name="TextBox 10"/>
          <p:cNvSpPr txBox="1"/>
          <p:nvPr>
            <p:custDataLst>
              <p:tags r:id="rId8"/>
            </p:custDataLst>
          </p:nvPr>
        </p:nvSpPr>
        <p:spPr>
          <a:xfrm>
            <a:off x="3273808" y="1404023"/>
            <a:ext cx="6148089" cy="44997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lt1"/>
                </a:solidFill>
                <a:cs typeface="Noto Sans SC" panose="020B0200000000000000" charset="-122"/>
              </a:rPr>
              <a:t>异步消息传递机制</a:t>
            </a:r>
            <a:endParaRPr lang="en-US" sz="20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9"/>
            </p:custDataLst>
          </p:nvPr>
        </p:nvSpPr>
        <p:spPr>
          <a:xfrm>
            <a:off x="1530470" y="3566057"/>
            <a:ext cx="7497178" cy="97285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尽管标准API仅支持异步通信，但可通过`SharedArrayBuffer`结合`Atomics`实现线程间同步（需注意浏览器兼容性），或利用`IndexedDB`的同步API（如`localStorage`的阻塞操作）间接实现数据同步。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10"/>
            </p:custDataLst>
          </p:nvPr>
        </p:nvSpPr>
        <p:spPr>
          <a:xfrm>
            <a:off x="1520945" y="3173238"/>
            <a:ext cx="6148089" cy="44997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lt1"/>
                </a:solidFill>
                <a:cs typeface="Noto Sans SC" panose="020B0200000000000000" charset="-122"/>
              </a:rPr>
              <a:t>同步通信替代方案</a:t>
            </a:r>
            <a:endParaRPr lang="en-US" sz="20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1"/>
            </p:custDataLst>
          </p:nvPr>
        </p:nvSpPr>
        <p:spPr>
          <a:xfrm>
            <a:off x="3325984" y="5352046"/>
            <a:ext cx="7497178" cy="97285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传输大数据时推荐使用`Transferable`对象（如`postMessage(buffer, [buffer])`）实现零拷贝，减少克隆开销；频繁通信场景建议合并消息批次以降低事件循环压力。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2"/>
            </p:custDataLst>
          </p:nvPr>
        </p:nvSpPr>
        <p:spPr>
          <a:xfrm>
            <a:off x="3316459" y="4959226"/>
            <a:ext cx="6148089" cy="44997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77000"/>
              </a:lnSpc>
            </a:pPr>
            <a:r>
              <a:rPr lang="en-US" sz="2000" b="1">
                <a:solidFill>
                  <a:schemeClr val="lt1"/>
                </a:solidFill>
                <a:cs typeface="Noto Sans SC" panose="020B0200000000000000" charset="-122"/>
              </a:rPr>
              <a:t>性能优化策略</a:t>
            </a:r>
            <a:endParaRPr lang="en-US" sz="20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主线程与工作线程通信</a:t>
            </a:r>
            <a:endParaRPr lang="zh-CN" altLang="en-US" smtClean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11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10803939" y="0"/>
            <a:ext cx="982980" cy="239966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15000">
                <a:solidFill>
                  <a:schemeClr val="tx1">
                    <a:alpha val="12941"/>
                  </a:schemeClr>
                </a:solidFill>
                <a:latin typeface="Helvetica"/>
                <a:ea typeface="Helvetica"/>
                <a:cs typeface="Helvetica"/>
              </a:rPr>
              <a:t>”</a:t>
            </a:r>
            <a:endParaRPr lang="en-US" sz="15000">
              <a:solidFill>
                <a:schemeClr val="tx1">
                  <a:alpha val="12941"/>
                </a:schemeClr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4854674" y="1222166"/>
            <a:ext cx="6839839" cy="4672403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共享Worker（SharedWorker）允许多个浏览器上下文（如多个标签页）共享同一线程，适合协同处理任务；专用Worker（Worker）仅服务于创建它的主线程，资源独立但无法跨页面复用。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 b="1">
                <a:solidFill>
                  <a:schemeClr val="accent1">
                    <a:lumMod val="50000"/>
                  </a:schemeClr>
                </a:solidFill>
              </a:rPr>
              <a:t>共享Worker应用场景：</a:t>
            </a:r>
            <a:endParaRPr lang="en-US" b="1">
              <a:solidFill>
                <a:schemeClr val="accent1">
                  <a:lumMod val="50000"/>
                </a:schemeClr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多标签页实时同步数据（如在线协作编辑器），通过port通信管理连接。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全局资源池（如WebSocket连接复用），减少重复初始化开销。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 b="1">
                <a:solidFill>
                  <a:schemeClr val="tx1"/>
                </a:solidFill>
              </a:rPr>
              <a:t>专用Worker优势：</a:t>
            </a:r>
            <a:endParaRPr lang="en-US" b="1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生命周期与创建页面绑定，可通过terminate()即时释放资源。</a:t>
            </a:r>
            <a:endParaRPr lang="en-US">
              <a:solidFill>
                <a:schemeClr val="tx1"/>
              </a:solidFill>
            </a:endParaRPr>
          </a:p>
          <a:p>
            <a:pPr marL="228600" lvl="1" indent="-228600">
              <a:buFont typeface="Arial" panose="020B0604020202020204"/>
              <a:buChar char="•"/>
            </a:pPr>
            <a:r>
              <a:rPr lang="en-US">
                <a:solidFill>
                  <a:schemeClr val="tx1"/>
                </a:solidFill>
              </a:rPr>
              <a:t>调试更简单（Chrome DevTools可直接查看线程堆栈），适合独立计算任务（如图像滤波、加密解密）。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共享</a:t>
            </a:r>
            <a:r>
              <a:rPr lang="zh-CN" altLang="en-US" smtClean="0">
                <a:sym typeface="+mn-ea"/>
              </a:rPr>
              <a:t>Worker</a:t>
            </a:r>
            <a:r>
              <a:rPr lang="zh-CN" altLang="en-US" smtClean="0">
                <a:sym typeface="+mn-ea"/>
              </a:rPr>
              <a:t>与专用</a:t>
            </a:r>
            <a:r>
              <a:rPr lang="zh-CN" altLang="en-US" smtClean="0">
                <a:sym typeface="+mn-ea"/>
              </a:rPr>
              <a:t>Worker</a:t>
            </a:r>
            <a:endParaRPr lang="zh-CN" altLang="en-US" smtClean="0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94501" y="3329974"/>
            <a:ext cx="1005648" cy="1005648"/>
          </a:xfrm>
          <a:prstGeom prst="roundRect">
            <a:avLst>
              <a:gd name="adj" fmla="val 15104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794501" y="5117778"/>
            <a:ext cx="1005648" cy="1005648"/>
          </a:xfrm>
          <a:prstGeom prst="roundRect">
            <a:avLst>
              <a:gd name="adj" fmla="val 15104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794501" y="1589794"/>
            <a:ext cx="1005648" cy="1005648"/>
          </a:xfrm>
          <a:prstGeom prst="roundRect">
            <a:avLst>
              <a:gd name="adj" fmla="val 15104"/>
            </a:avLst>
          </a:prstGeom>
          <a:solidFill>
            <a:schemeClr val="accent1">
              <a:alpha val="100000"/>
            </a:schemeClr>
          </a:solidFill>
        </p:spPr>
      </p:sp>
      <p:sp>
        <p:nvSpPr>
          <p:cNvPr id="6" name="TextBox 6"/>
          <p:cNvSpPr txBox="1"/>
          <p:nvPr>
            <p:custDataLst>
              <p:tags r:id="rId1"/>
            </p:custDataLst>
          </p:nvPr>
        </p:nvSpPr>
        <p:spPr>
          <a:xfrm>
            <a:off x="2068768" y="3634626"/>
            <a:ext cx="9355961" cy="1102152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显式调用worker.terminate()释放线程（尤其在SPA路由切换时），防止僵尸线程持续占用内存。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监控Worker内存使用（通过performance.memory），避免因未清理闭包引用导致的内存泄漏。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2068768" y="3097764"/>
            <a:ext cx="7126614" cy="5826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资源管理与泄漏预防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083690" y="1852261"/>
            <a:ext cx="427271" cy="42727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</a:path>
              <a:path w="304800" h="304800"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9" name="Freeform 9"/>
          <p:cNvSpPr/>
          <p:nvPr/>
        </p:nvSpPr>
        <p:spPr>
          <a:xfrm>
            <a:off x="1070766" y="3606239"/>
            <a:ext cx="453118" cy="453118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209550"/>
                </a:moveTo>
                <a:lnTo>
                  <a:pt x="152410" y="247650"/>
                </a:lnTo>
                <a:lnTo>
                  <a:pt x="304800" y="209550"/>
                </a:lnTo>
                <a:lnTo>
                  <a:pt x="304800" y="247650"/>
                </a:lnTo>
                <a:lnTo>
                  <a:pt x="152410" y="285750"/>
                </a:lnTo>
                <a:lnTo>
                  <a:pt x="0" y="247650"/>
                </a:lnTo>
                <a:close/>
              </a:path>
              <a:path w="304800" h="304800">
                <a:moveTo>
                  <a:pt x="0" y="133350"/>
                </a:moveTo>
                <a:lnTo>
                  <a:pt x="152410" y="171450"/>
                </a:lnTo>
                <a:lnTo>
                  <a:pt x="304800" y="133350"/>
                </a:lnTo>
                <a:lnTo>
                  <a:pt x="304800" y="171450"/>
                </a:lnTo>
                <a:lnTo>
                  <a:pt x="152410" y="209550"/>
                </a:lnTo>
                <a:lnTo>
                  <a:pt x="0" y="171450"/>
                </a:lnTo>
                <a:close/>
              </a:path>
              <a:path w="304800" h="304800">
                <a:moveTo>
                  <a:pt x="0" y="57150"/>
                </a:moveTo>
                <a:lnTo>
                  <a:pt x="152410" y="19050"/>
                </a:lnTo>
                <a:lnTo>
                  <a:pt x="304800" y="57150"/>
                </a:lnTo>
                <a:lnTo>
                  <a:pt x="304800" y="95250"/>
                </a:lnTo>
                <a:lnTo>
                  <a:pt x="152410" y="133350"/>
                </a:lnTo>
                <a:lnTo>
                  <a:pt x="0" y="9525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0" name="Freeform 10"/>
          <p:cNvSpPr/>
          <p:nvPr/>
        </p:nvSpPr>
        <p:spPr>
          <a:xfrm>
            <a:off x="1078579" y="5401856"/>
            <a:ext cx="437493" cy="43749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1" name="TextBox 11"/>
          <p:cNvSpPr txBox="1"/>
          <p:nvPr>
            <p:custDataLst>
              <p:tags r:id="rId3"/>
            </p:custDataLst>
          </p:nvPr>
        </p:nvSpPr>
        <p:spPr>
          <a:xfrm>
            <a:off x="2068768" y="1867527"/>
            <a:ext cx="9355961" cy="1104421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将CPU密集型任务（如斐波那契数列计算、大数据排序）迁移至Worker，确保UI线程响应流畅。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Worker内避免同步操作（如XMLHttpRequest的同步模式），防止线程挂起导致整体性能下降。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4"/>
            </p:custDataLst>
          </p:nvPr>
        </p:nvSpPr>
        <p:spPr>
          <a:xfrm>
            <a:off x="2068768" y="1330664"/>
            <a:ext cx="7126614" cy="5826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避免阻塞主线程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5"/>
            </p:custDataLst>
          </p:nvPr>
        </p:nvSpPr>
        <p:spPr>
          <a:xfrm>
            <a:off x="2068768" y="5332100"/>
            <a:ext cx="9355961" cy="1112888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使用Atomics.wait()和Atomics.notify()管理SharedArrayBuffer的并发访问，确保原子操作。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设计无状态Worker逻辑，减少共享数据依赖，优先通过消息传递而非共享内存协调任务。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6"/>
            </p:custDataLst>
          </p:nvPr>
        </p:nvSpPr>
        <p:spPr>
          <a:xfrm>
            <a:off x="2068768" y="4813719"/>
            <a:ext cx="7126614" cy="582634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跨线程数据竞争处理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7" name="标题 16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线程安全与性能考量</a:t>
            </a:r>
            <a:endParaRPr lang="zh-CN" altLang="en-US" smtClean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WebSocket</a:t>
            </a:r>
            <a:r>
              <a:rPr lang="zh-CN" alt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实时通信</a:t>
            </a:r>
            <a:endParaRPr lang="zh-CN" altLang="en-US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09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09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66708" y="1200845"/>
            <a:ext cx="10965082" cy="1676699"/>
          </a:xfrm>
          <a:prstGeom prst="rect">
            <a:avLst/>
          </a:prstGeom>
          <a:solidFill>
            <a:schemeClr val="lt2">
              <a:alpha val="37000"/>
            </a:schemeClr>
          </a:solidFill>
        </p:spPr>
      </p:sp>
      <p:pic>
        <p:nvPicPr>
          <p:cNvPr id="5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0"/>
          </a:blip>
          <a:srcRect/>
          <a:stretch>
            <a:fillRect/>
          </a:stretch>
        </p:blipFill>
        <p:spPr>
          <a:xfrm>
            <a:off x="8550029" y="1334644"/>
            <a:ext cx="2846272" cy="1409101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68808" y="3026023"/>
            <a:ext cx="10965082" cy="1676699"/>
          </a:xfrm>
          <a:prstGeom prst="rect">
            <a:avLst/>
          </a:prstGeom>
          <a:solidFill>
            <a:schemeClr val="lt2">
              <a:alpha val="100000"/>
            </a:schemeClr>
          </a:solidFill>
        </p:spPr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>
            <a:off x="885002" y="3159822"/>
            <a:ext cx="2846272" cy="1409101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84216" y="4851200"/>
            <a:ext cx="10965082" cy="1676699"/>
          </a:xfrm>
          <a:prstGeom prst="rect">
            <a:avLst/>
          </a:prstGeom>
          <a:solidFill>
            <a:schemeClr val="lt2">
              <a:alpha val="35000"/>
            </a:schemeClr>
          </a:solidFill>
        </p:spPr>
      </p:sp>
      <p:pic>
        <p:nvPicPr>
          <p:cNvPr id="11" name="Picture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100000"/>
          </a:blip>
          <a:srcRect/>
          <a:stretch>
            <a:fillRect/>
          </a:stretch>
        </p:blipFill>
        <p:spPr>
          <a:xfrm>
            <a:off x="8567537" y="4985000"/>
            <a:ext cx="2846272" cy="1409101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7"/>
            </p:custDataLst>
          </p:nvPr>
        </p:nvSpPr>
        <p:spPr>
          <a:xfrm>
            <a:off x="1459434" y="1444542"/>
            <a:ext cx="4410330" cy="4925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全双工通信机制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8"/>
            </p:custDataLst>
          </p:nvPr>
        </p:nvSpPr>
        <p:spPr>
          <a:xfrm>
            <a:off x="1419388" y="1937100"/>
            <a:ext cx="6616479" cy="696746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WebSocket协议在单个TCP连接上实现全双工通信，允许服务端与客户端同时发送和接收数据，彻底解决了HTTP协议单向通信的局限性。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9"/>
            </p:custDataLst>
          </p:nvPr>
        </p:nvSpPr>
        <p:spPr>
          <a:xfrm>
            <a:off x="4102224" y="3762278"/>
            <a:ext cx="6616479" cy="696746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WebSocket数据帧头部仅需2-10字节（不含扩展），相比HTTP每次请求携带完整头部，显著减少传输冗余，特别适合高频小数据量场景。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10"/>
            </p:custDataLst>
          </p:nvPr>
        </p:nvSpPr>
        <p:spPr>
          <a:xfrm>
            <a:off x="1436896" y="5587455"/>
            <a:ext cx="6616479" cy="696746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通过一次HTTP握手升级为WebSocket连接后，TCP通道将长期保持活跃状态，避免反复建立/断开连接产生的性能损耗，连接保活时间可达数小时甚至数天。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4151488" y="3269720"/>
            <a:ext cx="4410330" cy="4925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低开销头部设计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2"/>
            </p:custDataLst>
          </p:nvPr>
        </p:nvSpPr>
        <p:spPr>
          <a:xfrm>
            <a:off x="1486063" y="5094898"/>
            <a:ext cx="4410330" cy="49255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defRPr/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持久化连接特性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20" name="标题 19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WebSocket</a:t>
            </a:r>
            <a:r>
              <a:rPr lang="zh-CN" altLang="en-US" smtClean="0">
                <a:sym typeface="+mn-ea"/>
              </a:rPr>
              <a:t>协议基础</a:t>
            </a:r>
            <a:endParaRPr lang="zh-CN" altLang="en-US" smtClean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>
            <p:custDataLst>
              <p:tags r:id="rId1"/>
            </p:custDataLst>
          </p:nvPr>
        </p:nvSpPr>
        <p:spPr>
          <a:xfrm>
            <a:off x="591125" y="2110894"/>
            <a:ext cx="3696560" cy="1622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客户端发起携带`Upgrade: websocket`和`Connection: Upgrade`头的HTTP请求，服务端响应101状态码完成协议切换，该过程严格遵循RFC6455规范。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>
            <p:custDataLst>
              <p:tags r:id="rId2"/>
            </p:custDataLst>
          </p:nvPr>
        </p:nvSpPr>
        <p:spPr>
          <a:xfrm>
            <a:off x="607698" y="1650147"/>
            <a:ext cx="3679987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握手协议升级过程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563125" y="4426629"/>
            <a:ext cx="3724560" cy="1622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通过定时发送Ping/Pong帧检测连接健康度，自动重连机制需处理`onclose`事件，结合指数退避算法避免网络抖动导致的频繁重连。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579698" y="3965882"/>
            <a:ext cx="3707987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心跳包保活机制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7913397" y="2110894"/>
            <a:ext cx="3636800" cy="1622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WebSocket不受同源策略限制，但可通过`Origin`头实现服务端校验；生产环境必须使用`wss://`加密协议，配合TLS证书防止中间人攻击。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7913397" y="1650147"/>
            <a:ext cx="36533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跨域安全策略处理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7913397" y="4426629"/>
            <a:ext cx="3608800" cy="1622772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握手阶段可通过`Sec-WebSocket-Protocol`协商应用层子协议（如MQTT、STOMP），实现不同业务场景的协议扩展需求。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7913397" y="3965882"/>
            <a:ext cx="36253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多子协议支持能力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476023" y="265328"/>
            <a:ext cx="11239500" cy="91440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tx1"/>
                </a:solidFill>
                <a:cs typeface="Noto Sans SC" panose="020B0200000000000000" charset="-122"/>
              </a:rPr>
              <a:t>建立WebSocket连接</a:t>
            </a:r>
            <a:endParaRPr lang="en-US" sz="3000" b="1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5298153" y="3104315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2" name="Freeform 12"/>
          <p:cNvSpPr/>
          <p:nvPr/>
        </p:nvSpPr>
        <p:spPr>
          <a:xfrm>
            <a:off x="4434792" y="2240953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3" name="Freeform 13"/>
          <p:cNvSpPr/>
          <p:nvPr/>
        </p:nvSpPr>
        <p:spPr>
          <a:xfrm>
            <a:off x="6159720" y="3965882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2">
              <a:alpha val="100000"/>
            </a:schemeClr>
          </a:solidFill>
        </p:spPr>
      </p:sp>
      <p:sp>
        <p:nvSpPr>
          <p:cNvPr id="14" name="Freeform 14"/>
          <p:cNvSpPr/>
          <p:nvPr/>
        </p:nvSpPr>
        <p:spPr>
          <a:xfrm>
            <a:off x="6159720" y="2240953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5" name="Freeform 15"/>
          <p:cNvSpPr/>
          <p:nvPr/>
        </p:nvSpPr>
        <p:spPr>
          <a:xfrm>
            <a:off x="4434792" y="3965882"/>
            <a:ext cx="1597488" cy="1597488"/>
          </a:xfrm>
          <a:custGeom>
            <a:avLst/>
            <a:gdLst/>
            <a:ahLst/>
            <a:cxnLst/>
            <a:rect l="l" t="t" r="r" b="b"/>
            <a:pathLst>
              <a:path w="890" h="890">
                <a:moveTo>
                  <a:pt x="0" y="445"/>
                </a:moveTo>
                <a:lnTo>
                  <a:pt x="445" y="0"/>
                </a:lnTo>
                <a:lnTo>
                  <a:pt x="890" y="445"/>
                </a:lnTo>
                <a:lnTo>
                  <a:pt x="445" y="890"/>
                </a:lnTo>
                <a:lnTo>
                  <a:pt x="0" y="445"/>
                </a:lnTo>
              </a:path>
            </a:pathLst>
          </a:custGeom>
          <a:solidFill>
            <a:schemeClr val="accent1">
              <a:alpha val="100000"/>
            </a:schemeClr>
          </a:solidFill>
        </p:spPr>
      </p:sp>
      <p:sp>
        <p:nvSpPr>
          <p:cNvPr id="16" name="TextBox 16"/>
          <p:cNvSpPr txBox="1"/>
          <p:nvPr>
            <p:custDataLst>
              <p:tags r:id="rId10"/>
            </p:custDataLst>
          </p:nvPr>
        </p:nvSpPr>
        <p:spPr>
          <a:xfrm>
            <a:off x="4808721" y="2809510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rgbClr val="FFFFFF">
                    <a:alpha val="100000"/>
                  </a:srgbClr>
                </a:solidFill>
                <a:cs typeface="Noto Sans SC" panose="020B0200000000000000" charset="-122"/>
              </a:rPr>
              <a:t>01</a:t>
            </a:r>
            <a:endParaRPr lang="en-US" sz="2400">
              <a:solidFill>
                <a:srgbClr val="FFFFFF">
                  <a:alpha val="100000"/>
                </a:srgbClr>
              </a:solidFill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1"/>
            </p:custDataLst>
          </p:nvPr>
        </p:nvSpPr>
        <p:spPr>
          <a:xfrm>
            <a:off x="6533649" y="2809510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lt1"/>
                </a:solidFill>
                <a:cs typeface="Noto Sans SC" panose="020B0200000000000000" charset="-122"/>
              </a:rPr>
              <a:t>02</a:t>
            </a:r>
            <a:endParaRPr lang="en-US" sz="2400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2"/>
            </p:custDataLst>
          </p:nvPr>
        </p:nvSpPr>
        <p:spPr>
          <a:xfrm>
            <a:off x="4808721" y="4534438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lt1"/>
                </a:solidFill>
                <a:cs typeface="Noto Sans SC" panose="020B0200000000000000" charset="-122"/>
              </a:rPr>
              <a:t>03</a:t>
            </a:r>
            <a:endParaRPr lang="en-US" sz="2400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3"/>
            </p:custDataLst>
          </p:nvPr>
        </p:nvSpPr>
        <p:spPr>
          <a:xfrm>
            <a:off x="6533649" y="4534438"/>
            <a:ext cx="849630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lt1"/>
                </a:solidFill>
                <a:cs typeface="Noto Sans SC" panose="020B0200000000000000" charset="-122"/>
              </a:rPr>
              <a:t>04</a:t>
            </a:r>
            <a:endParaRPr lang="en-US" sz="2400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5811147" y="3680132"/>
            <a:ext cx="571500" cy="571500"/>
          </a:xfrm>
          <a:custGeom>
            <a:avLst/>
            <a:gdLst/>
            <a:ahLst/>
            <a:cxnLst/>
            <a:rect l="l" t="t" r="r" b="b"/>
            <a:pathLst>
              <a:path w="9753600" h="9753600">
                <a:moveTo>
                  <a:pt x="9480575" y="2318400"/>
                </a:moveTo>
                <a:cubicBezTo>
                  <a:pt x="9330477" y="1970037"/>
                  <a:pt x="9115410" y="1658638"/>
                  <a:pt x="8843216" y="1390924"/>
                </a:cubicBezTo>
                <a:cubicBezTo>
                  <a:pt x="8571022" y="1124331"/>
                  <a:pt x="8255142" y="915985"/>
                  <a:pt x="7902298" y="769247"/>
                </a:cubicBezTo>
                <a:cubicBezTo>
                  <a:pt x="7538253" y="618028"/>
                  <a:pt x="7152924" y="541858"/>
                  <a:pt x="6755275" y="541858"/>
                </a:cubicBezTo>
                <a:cubicBezTo>
                  <a:pt x="6203046" y="541858"/>
                  <a:pt x="5664258" y="693077"/>
                  <a:pt x="5196040" y="978713"/>
                </a:cubicBezTo>
                <a:cubicBezTo>
                  <a:pt x="5084026" y="1047041"/>
                  <a:pt x="4977613" y="1122091"/>
                  <a:pt x="4876800" y="1203861"/>
                </a:cubicBezTo>
                <a:cubicBezTo>
                  <a:pt x="4775987" y="1122091"/>
                  <a:pt x="4669574" y="1047041"/>
                  <a:pt x="4557560" y="978713"/>
                </a:cubicBezTo>
                <a:cubicBezTo>
                  <a:pt x="4089342" y="693077"/>
                  <a:pt x="3550554" y="541858"/>
                  <a:pt x="2998325" y="541858"/>
                </a:cubicBezTo>
                <a:cubicBezTo>
                  <a:pt x="2600676" y="541858"/>
                  <a:pt x="2215347" y="618028"/>
                  <a:pt x="1851302" y="769247"/>
                </a:cubicBezTo>
                <a:cubicBezTo>
                  <a:pt x="1499578" y="914865"/>
                  <a:pt x="1182578" y="1124331"/>
                  <a:pt x="910384" y="1390924"/>
                </a:cubicBezTo>
                <a:cubicBezTo>
                  <a:pt x="637070" y="1658638"/>
                  <a:pt x="423123" y="1970037"/>
                  <a:pt x="273025" y="2318400"/>
                </a:cubicBezTo>
                <a:cubicBezTo>
                  <a:pt x="117325" y="2680205"/>
                  <a:pt x="37795" y="3064413"/>
                  <a:pt x="37795" y="3459823"/>
                </a:cubicBezTo>
                <a:cubicBezTo>
                  <a:pt x="37795" y="3832830"/>
                  <a:pt x="113965" y="4221518"/>
                  <a:pt x="265184" y="4616928"/>
                </a:cubicBezTo>
                <a:cubicBezTo>
                  <a:pt x="391759" y="4947369"/>
                  <a:pt x="573222" y="5290132"/>
                  <a:pt x="805091" y="5636255"/>
                </a:cubicBezTo>
                <a:cubicBezTo>
                  <a:pt x="1172497" y="6184003"/>
                  <a:pt x="1677680" y="6755275"/>
                  <a:pt x="2304959" y="7334387"/>
                </a:cubicBezTo>
                <a:cubicBezTo>
                  <a:pt x="3344448" y="8294347"/>
                  <a:pt x="4373857" y="8957470"/>
                  <a:pt x="4417543" y="8984353"/>
                </a:cubicBezTo>
                <a:lnTo>
                  <a:pt x="4683016" y="9154615"/>
                </a:lnTo>
                <a:cubicBezTo>
                  <a:pt x="4800630" y="9229664"/>
                  <a:pt x="4951849" y="9229664"/>
                  <a:pt x="5069464" y="9154615"/>
                </a:cubicBezTo>
                <a:lnTo>
                  <a:pt x="5334937" y="8984353"/>
                </a:lnTo>
                <a:cubicBezTo>
                  <a:pt x="5378623" y="8956350"/>
                  <a:pt x="6406911" y="8294347"/>
                  <a:pt x="7447521" y="7334387"/>
                </a:cubicBezTo>
                <a:cubicBezTo>
                  <a:pt x="8074800" y="6755275"/>
                  <a:pt x="8579983" y="6184003"/>
                  <a:pt x="8947389" y="5636255"/>
                </a:cubicBezTo>
                <a:cubicBezTo>
                  <a:pt x="9179258" y="5290132"/>
                  <a:pt x="9361841" y="4947369"/>
                  <a:pt x="9487296" y="4616928"/>
                </a:cubicBezTo>
                <a:cubicBezTo>
                  <a:pt x="9638515" y="4221518"/>
                  <a:pt x="9714685" y="3832830"/>
                  <a:pt x="9714685" y="3459823"/>
                </a:cubicBezTo>
                <a:cubicBezTo>
                  <a:pt x="9715805" y="3064413"/>
                  <a:pt x="9636275" y="2680205"/>
                  <a:pt x="9480575" y="2318400"/>
                </a:cubicBezTo>
              </a:path>
            </a:pathLst>
          </a:custGeom>
          <a:solidFill>
            <a:schemeClr val="accent3">
              <a:alpha val="100000"/>
            </a:schemeClr>
          </a:solidFill>
        </p:spPr>
      </p:sp>
    </p:spTree>
    <p:custDataLst>
      <p:tags r:id="rId1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内容占位符 24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537512" y="166430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4" name="TextBox 4"/>
          <p:cNvSpPr txBox="1"/>
          <p:nvPr>
            <p:custDataLst>
              <p:tags r:id="rId3"/>
            </p:custDataLst>
          </p:nvPr>
        </p:nvSpPr>
        <p:spPr>
          <a:xfrm>
            <a:off x="1300882" y="1463721"/>
            <a:ext cx="6886575" cy="765904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前端事件驱动架构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1300882" y="1998589"/>
            <a:ext cx="6891292" cy="1083679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使用`WebSocket.onmessage`监听服务端推送，结合`JSON.parse()`处理结构化数据；消息发送采用`WebSocket.send()`方法，需处理`readyState`连接状态校验。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>
            <a:off x="537512" y="338462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1300882" y="3182098"/>
            <a:ext cx="6886575" cy="769800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后端广播式消息分发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537512" y="5104954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1300882" y="4920230"/>
            <a:ext cx="6886575" cy="734184"/>
          </a:xfrm>
          <a:prstGeom prst="rect">
            <a:avLst/>
          </a:prstGeom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离线消息存储设计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1300882" y="3741456"/>
            <a:ext cx="6891292" cy="1074439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服务端维护所有活跃连接的Socket实例集合，收到消息时遍历集合进行广播，需处理高并发场景下的线程安全问题（如Java的`CopyOnWriteArraySet`）。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1300882" y="5424019"/>
            <a:ext cx="6891292" cy="109292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结合Redis等内存数据库实现消息队列，当用户离线时将消息持久化存储，待重新连接后按时间顺序补发，确保消息可靠不丢失。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alphaModFix amt="100000"/>
          </a:blip>
          <a:srcRect/>
          <a:stretch>
            <a:fillRect/>
          </a:stretch>
        </p:blipFill>
        <p:spPr>
          <a:xfrm>
            <a:off x="8604472" y="1741145"/>
            <a:ext cx="4421505" cy="4421505"/>
          </a:xfrm>
          <a:prstGeom prst="ellipse">
            <a:avLst/>
          </a:prstGeom>
        </p:spPr>
      </p:pic>
      <p:cxnSp>
        <p:nvCxnSpPr>
          <p:cNvPr id="13" name="Connector 13"/>
          <p:cNvCxnSpPr/>
          <p:nvPr>
            <p:custDataLst>
              <p:tags r:id="rId13"/>
            </p:custDataLst>
          </p:nvPr>
        </p:nvCxnSpPr>
        <p:spPr>
          <a:xfrm>
            <a:off x="856577" y="2403263"/>
            <a:ext cx="0" cy="896335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" name="Connector 14"/>
          <p:cNvCxnSpPr/>
          <p:nvPr>
            <p:custDataLst>
              <p:tags r:id="rId14"/>
            </p:custDataLst>
          </p:nvPr>
        </p:nvCxnSpPr>
        <p:spPr>
          <a:xfrm>
            <a:off x="856577" y="4124852"/>
            <a:ext cx="0" cy="896335"/>
          </a:xfrm>
          <a:prstGeom prst="line">
            <a:avLst/>
          </a:prstGeom>
          <a:ln w="19050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5"/>
          <p:cNvSpPr txBox="1"/>
          <p:nvPr>
            <p:custDataLst>
              <p:tags r:id="rId15"/>
            </p:custDataLst>
          </p:nvPr>
        </p:nvSpPr>
        <p:spPr>
          <a:xfrm>
            <a:off x="688937" y="1706827"/>
            <a:ext cx="335280" cy="55308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tx1"/>
                </a:solidFill>
                <a:cs typeface="微软雅黑" panose="020B0503020204020204" charset="-122"/>
              </a:rPr>
              <a:t>1</a:t>
            </a:r>
            <a:endParaRPr lang="en-US" sz="3000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6"/>
            </p:custDataLst>
          </p:nvPr>
        </p:nvSpPr>
        <p:spPr>
          <a:xfrm>
            <a:off x="588925" y="3427152"/>
            <a:ext cx="535305" cy="55308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tx1"/>
                </a:solidFill>
                <a:cs typeface="微软雅黑" panose="020B0503020204020204" charset="-122"/>
              </a:rPr>
              <a:t>2</a:t>
            </a:r>
            <a:endParaRPr lang="en-US" sz="3000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7"/>
            </p:custDataLst>
          </p:nvPr>
        </p:nvSpPr>
        <p:spPr>
          <a:xfrm>
            <a:off x="588925" y="5147477"/>
            <a:ext cx="535305" cy="55308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chemeClr val="tx1"/>
                </a:solidFill>
                <a:cs typeface="微软雅黑" panose="020B0503020204020204" charset="-122"/>
              </a:rPr>
              <a:t>3</a:t>
            </a:r>
            <a:endParaRPr lang="en-US" sz="3000">
              <a:solidFill>
                <a:schemeClr val="tx1"/>
              </a:solidFill>
              <a:cs typeface="微软雅黑" panose="020B0503020204020204" charset="-122"/>
            </a:endParaRPr>
          </a:p>
        </p:txBody>
      </p:sp>
      <p:sp>
        <p:nvSpPr>
          <p:cNvPr id="23" name="标题 22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实时聊天应用开发实例</a:t>
            </a:r>
            <a:endParaRPr lang="zh-CN" altLang="en-US" smtClean="0">
              <a:sym typeface="+mn-ea"/>
            </a:endParaRPr>
          </a:p>
        </p:txBody>
      </p:sp>
    </p:spTree>
    <p:custDataLst>
      <p:tags r:id="rId19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zh-CN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地理定位与设备</a:t>
            </a:r>
            <a:r>
              <a:rPr lang="en-US" altLang="zh-CN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API</a:t>
            </a:r>
            <a:endParaRPr lang="en-US" altLang="zh-CN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10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10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>
            <p:custDataLst>
              <p:tags r:id="rId1"/>
            </p:custDataLst>
          </p:nvPr>
        </p:nvSpPr>
        <p:spPr>
          <a:xfrm>
            <a:off x="1297192" y="1308287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/>
                </a:solidFill>
                <a:cs typeface="Noto Sans SC" panose="020B0200000000000000" charset="-122"/>
              </a:rPr>
              <a:t>高精度模式配置</a:t>
            </a:r>
            <a:endParaRPr lang="en-US" sz="20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2"/>
            </p:custDataLst>
          </p:nvPr>
        </p:nvSpPr>
        <p:spPr>
          <a:xfrm>
            <a:off x="1297192" y="1833343"/>
            <a:ext cx="10311874" cy="708938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通过设置enableHighAccuracy参数为true，可强制浏览器使用GPS等精确定位方式，显著提升定位精度至10米内（GPS设备），但会增加功耗和响应时间。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39115" y="1512589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6" name="AutoShape 6"/>
          <p:cNvSpPr/>
          <p:nvPr/>
        </p:nvSpPr>
        <p:spPr>
          <a:xfrm>
            <a:off x="839115" y="2734848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839115" y="5185395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cxnSp>
        <p:nvCxnSpPr>
          <p:cNvPr id="8" name="Connector 8"/>
          <p:cNvCxnSpPr/>
          <p:nvPr/>
        </p:nvCxnSpPr>
        <p:spPr>
          <a:xfrm>
            <a:off x="937708" y="1624780"/>
            <a:ext cx="0" cy="5245143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AutoShape 9"/>
          <p:cNvSpPr/>
          <p:nvPr/>
        </p:nvSpPr>
        <p:spPr>
          <a:xfrm>
            <a:off x="839115" y="3958481"/>
            <a:ext cx="197186" cy="19718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0" name="TextBox 10"/>
          <p:cNvSpPr txBox="1"/>
          <p:nvPr>
            <p:custDataLst>
              <p:tags r:id="rId3"/>
            </p:custDataLst>
          </p:nvPr>
        </p:nvSpPr>
        <p:spPr>
          <a:xfrm>
            <a:off x="1297192" y="2503866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多源定位技术整合</a:t>
            </a:r>
            <a:endParaRPr lang="en-US" sz="20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4"/>
            </p:custDataLst>
          </p:nvPr>
        </p:nvSpPr>
        <p:spPr>
          <a:xfrm>
            <a:off x="1297192" y="3028921"/>
            <a:ext cx="10311874" cy="708938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API底层自动融合GPS、Wi-Fi基站、IP地址和蜂窝网络数据，在移动端优先采用GPS信号，桌面端依赖网络拓扑定位，形成互补定位方案。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5"/>
            </p:custDataLst>
          </p:nvPr>
        </p:nvSpPr>
        <p:spPr>
          <a:xfrm>
            <a:off x="1297192" y="3735521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时效性控制策略</a:t>
            </a:r>
            <a:endParaRPr lang="en-US" sz="20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6"/>
            </p:custDataLst>
          </p:nvPr>
        </p:nvSpPr>
        <p:spPr>
          <a:xfrm>
            <a:off x="1297192" y="4260576"/>
            <a:ext cx="10311874" cy="708938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maximumAge参数设定位置缓存有效期（毫秒），0表示强制实时获取；timeout参数控制等待时间，避免无限期阻塞UI线程。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7"/>
            </p:custDataLst>
          </p:nvPr>
        </p:nvSpPr>
        <p:spPr>
          <a:xfrm>
            <a:off x="1297192" y="4980154"/>
            <a:ext cx="4348638" cy="605790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20000"/>
              </a:lnSpc>
              <a:spcBef>
                <a:spcPts val="450"/>
              </a:spcBef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错误分级处理机制</a:t>
            </a:r>
            <a:endParaRPr lang="en-US" sz="20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8"/>
            </p:custDataLst>
          </p:nvPr>
        </p:nvSpPr>
        <p:spPr>
          <a:xfrm>
            <a:off x="1297192" y="5505210"/>
            <a:ext cx="10311874" cy="708938"/>
          </a:xfrm>
          <a:prstGeom prst="rect">
            <a:avLst/>
          </a:prstGeom>
        </p:spPr>
        <p:txBody>
          <a:bodyPr vert="horz" wrap="square" lIns="123825" tIns="0" rIns="57150" bIns="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需处理PERMISSION_DENIED（用户拒绝授权）、POSITION_UNAVAILABLE（硬件失效）、TIMEOUT（响应超时）等错误类型，提供分级用户提示。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8" name="标题 17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Geolocation API</a:t>
            </a:r>
            <a:r>
              <a:rPr lang="zh-CN" altLang="en-US" smtClean="0">
                <a:sym typeface="+mn-ea"/>
              </a:rPr>
              <a:t>精确定位</a:t>
            </a:r>
            <a:endParaRPr lang="zh-CN" altLang="en-US" smtClean="0"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2508" y="4938029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4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</p:sp>
      <p:sp>
        <p:nvSpPr>
          <p:cNvPr id="4" name="AutoShape 4"/>
          <p:cNvSpPr/>
          <p:nvPr/>
        </p:nvSpPr>
        <p:spPr>
          <a:xfrm>
            <a:off x="1145518" y="1368625"/>
            <a:ext cx="9900511" cy="4391356"/>
          </a:xfrm>
          <a:prstGeom prst="roundRect">
            <a:avLst>
              <a:gd name="adj" fmla="val 6363"/>
            </a:avLst>
          </a:prstGeom>
          <a:gradFill>
            <a:gsLst>
              <a:gs pos="0">
                <a:schemeClr val="lt2">
                  <a:alpha val="0"/>
                </a:schemeClr>
              </a:gs>
              <a:gs pos="96000">
                <a:schemeClr val="lt2">
                  <a:alpha val="100000"/>
                </a:schemeClr>
              </a:gs>
            </a:gsLst>
            <a:lin ang="16200000"/>
          </a:gradFill>
          <a:ln w="19050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/>
            </a:gradFill>
            <a:prstDash val="solid"/>
          </a:ln>
        </p:spPr>
      </p:sp>
      <p:sp>
        <p:nvSpPr>
          <p:cNvPr id="5" name="AutoShape 5"/>
          <p:cNvSpPr/>
          <p:nvPr/>
        </p:nvSpPr>
        <p:spPr>
          <a:xfrm>
            <a:off x="642508" y="5173915"/>
            <a:ext cx="10906531" cy="1373297"/>
          </a:xfrm>
          <a:prstGeom prst="ellipse">
            <a:avLst/>
          </a:prstGeom>
          <a:noFill/>
          <a:ln w="19050">
            <a:gradFill>
              <a:gsLst>
                <a:gs pos="3100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5400000"/>
            </a:gradFill>
            <a:prstDash val="solid"/>
          </a:ln>
        </p:spPr>
      </p:sp>
      <p:sp>
        <p:nvSpPr>
          <p:cNvPr id="6" name="AutoShape 6"/>
          <p:cNvSpPr/>
          <p:nvPr>
            <p:custDataLst>
              <p:tags r:id="rId1"/>
            </p:custDataLst>
          </p:nvPr>
        </p:nvSpPr>
        <p:spPr>
          <a:xfrm>
            <a:off x="7861021" y="1599594"/>
            <a:ext cx="2967836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传感器校准要求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7861021" y="2092152"/>
            <a:ext cx="2967836" cy="1556388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移动端设备需提示用户进行"8字形"校准动作以提高传感器精度，特别在需要绝对方向判断的应用中至关重要。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150097" y="3815610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</p:spPr>
      </p:sp>
      <p:pic>
        <p:nvPicPr>
          <p:cNvPr id="9" name="Picture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0"/>
          </a:blip>
          <a:srcRect t="5101" b="5101"/>
          <a:stretch>
            <a:fillRect/>
          </a:stretch>
        </p:blipFill>
        <p:spPr>
          <a:xfrm>
            <a:off x="8089903" y="3872142"/>
            <a:ext cx="2510071" cy="1267871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8868689" y="480748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</p:spPr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619178" y="1616124"/>
            <a:ext cx="2913571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加速度计应用场景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6"/>
            </p:custDataLst>
          </p:nvPr>
        </p:nvSpPr>
        <p:spPr>
          <a:xfrm>
            <a:off x="4619178" y="2108682"/>
            <a:ext cx="2913571" cy="1556388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devicemotion事件返回accelerationIncludingGravity（含重力加速度）和interval（采样间隔），适用于计步器、游戏控制等动态感应开发。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908116" y="3803564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</p:spPr>
      </p:sp>
      <p:pic>
        <p:nvPicPr>
          <p:cNvPr id="14" name="Picture 1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alphaModFix amt="100000"/>
          </a:blip>
          <a:srcRect t="22771" b="22771"/>
          <a:stretch>
            <a:fillRect/>
          </a:stretch>
        </p:blipFill>
        <p:spPr>
          <a:xfrm>
            <a:off x="4806514" y="3896014"/>
            <a:ext cx="2726235" cy="1484651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94254" y="232059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6" name="AutoShape 16"/>
          <p:cNvSpPr/>
          <p:nvPr/>
        </p:nvSpPr>
        <p:spPr>
          <a:xfrm>
            <a:off x="5693382" y="508670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</p:spPr>
      </p:sp>
      <p:sp>
        <p:nvSpPr>
          <p:cNvPr id="17" name="Freeform 17"/>
          <p:cNvSpPr/>
          <p:nvPr/>
        </p:nvSpPr>
        <p:spPr>
          <a:xfrm>
            <a:off x="5972877" y="5366195"/>
            <a:ext cx="393511" cy="39351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74320" y="243840"/>
                </a:moveTo>
                <a:lnTo>
                  <a:pt x="304800" y="243840"/>
                </a:lnTo>
                <a:lnTo>
                  <a:pt x="304800" y="259080"/>
                </a:lnTo>
                <a:cubicBezTo>
                  <a:pt x="304800" y="267500"/>
                  <a:pt x="297980" y="274320"/>
                  <a:pt x="289560" y="274320"/>
                </a:cubicBezTo>
                <a:lnTo>
                  <a:pt x="289560" y="274320"/>
                </a:lnTo>
                <a:lnTo>
                  <a:pt x="15240" y="274320"/>
                </a:lnTo>
                <a:cubicBezTo>
                  <a:pt x="6820" y="274320"/>
                  <a:pt x="0" y="267500"/>
                  <a:pt x="0" y="259080"/>
                </a:cubicBezTo>
                <a:lnTo>
                  <a:pt x="0" y="259080"/>
                </a:lnTo>
                <a:lnTo>
                  <a:pt x="0" y="243840"/>
                </a:lnTo>
                <a:lnTo>
                  <a:pt x="30480" y="243840"/>
                </a:lnTo>
                <a:lnTo>
                  <a:pt x="30480" y="60960"/>
                </a:lnTo>
                <a:cubicBezTo>
                  <a:pt x="30480" y="44196"/>
                  <a:pt x="44196" y="30480"/>
                  <a:pt x="60960" y="30480"/>
                </a:cubicBezTo>
                <a:lnTo>
                  <a:pt x="243840" y="30480"/>
                </a:lnTo>
                <a:cubicBezTo>
                  <a:pt x="260671" y="30480"/>
                  <a:pt x="274320" y="44129"/>
                  <a:pt x="274320" y="60960"/>
                </a:cubicBezTo>
                <a:lnTo>
                  <a:pt x="274320" y="60960"/>
                </a:lnTo>
                <a:lnTo>
                  <a:pt x="274320" y="243840"/>
                </a:lnTo>
                <a:close/>
                <a:moveTo>
                  <a:pt x="60960" y="60960"/>
                </a:moveTo>
                <a:lnTo>
                  <a:pt x="60960" y="198120"/>
                </a:lnTo>
                <a:lnTo>
                  <a:pt x="243840" y="198120"/>
                </a:lnTo>
                <a:lnTo>
                  <a:pt x="243840" y="60960"/>
                </a:lnTo>
                <a:lnTo>
                  <a:pt x="60960" y="60960"/>
                </a:lnTo>
                <a:close/>
                <a:moveTo>
                  <a:pt x="121920" y="228600"/>
                </a:moveTo>
                <a:lnTo>
                  <a:pt x="121920" y="243840"/>
                </a:lnTo>
                <a:lnTo>
                  <a:pt x="182880" y="243840"/>
                </a:lnTo>
                <a:lnTo>
                  <a:pt x="182880" y="228600"/>
                </a:lnTo>
                <a:lnTo>
                  <a:pt x="121920" y="228600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8" name="Freeform 18"/>
          <p:cNvSpPr/>
          <p:nvPr/>
        </p:nvSpPr>
        <p:spPr>
          <a:xfrm>
            <a:off x="9165292" y="5094559"/>
            <a:ext cx="359293" cy="35929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0883" y="184766"/>
                </a:moveTo>
                <a:lnTo>
                  <a:pt x="35557" y="89516"/>
                </a:lnTo>
                <a:cubicBezTo>
                  <a:pt x="-11849" y="144323"/>
                  <a:pt x="-11849" y="225219"/>
                  <a:pt x="35557" y="280016"/>
                </a:cubicBezTo>
                <a:lnTo>
                  <a:pt x="130883" y="184766"/>
                </a:lnTo>
                <a:close/>
              </a:path>
              <a:path w="304800" h="304800">
                <a:moveTo>
                  <a:pt x="190510" y="39605"/>
                </a:moveTo>
                <a:lnTo>
                  <a:pt x="190510" y="179108"/>
                </a:lnTo>
                <a:lnTo>
                  <a:pt x="91907" y="277749"/>
                </a:lnTo>
                <a:cubicBezTo>
                  <a:pt x="114081" y="294303"/>
                  <a:pt x="141018" y="304800"/>
                  <a:pt x="170783" y="304800"/>
                </a:cubicBezTo>
                <a:cubicBezTo>
                  <a:pt x="244821" y="304800"/>
                  <a:pt x="304800" y="244897"/>
                  <a:pt x="304800" y="170888"/>
                </a:cubicBezTo>
                <a:cubicBezTo>
                  <a:pt x="304810" y="103661"/>
                  <a:pt x="254965" y="49187"/>
                  <a:pt x="190510" y="39605"/>
                </a:cubicBezTo>
                <a:close/>
              </a:path>
              <a:path w="304800" h="304800">
                <a:moveTo>
                  <a:pt x="152400" y="152552"/>
                </a:moveTo>
                <a:lnTo>
                  <a:pt x="152400" y="0"/>
                </a:lnTo>
                <a:cubicBezTo>
                  <a:pt x="110881" y="2572"/>
                  <a:pt x="73371" y="18459"/>
                  <a:pt x="43082" y="43215"/>
                </a:cubicBezTo>
                <a:lnTo>
                  <a:pt x="152400" y="152552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9" name="AutoShape 19"/>
          <p:cNvSpPr/>
          <p:nvPr>
            <p:custDataLst>
              <p:tags r:id="rId9"/>
            </p:custDataLst>
          </p:nvPr>
        </p:nvSpPr>
        <p:spPr>
          <a:xfrm>
            <a:off x="1378393" y="1632654"/>
            <a:ext cx="2955042" cy="492557"/>
          </a:xfrm>
          <a:prstGeom prst="rect">
            <a:avLst/>
          </a:prstGeom>
          <a:noFill/>
        </p:spPr>
        <p:txBody>
          <a:bodyPr vert="horz" wrap="square" lIns="76200" tIns="45720" rIns="91440" bIns="45720" rtlCol="0" anchor="t" anchorCtr="1">
            <a:noAutofit/>
          </a:bodyPr>
          <a:lstStyle/>
          <a:p>
            <a:pPr algn="ctr">
              <a:defRPr/>
            </a:pPr>
            <a:r>
              <a:rPr lang="en-US" sz="2400" b="1">
                <a:solidFill>
                  <a:schemeClr val="lt1"/>
                </a:solidFill>
                <a:cs typeface="Noto Sans SC" panose="020B0200000000000000" charset="-122"/>
              </a:rPr>
              <a:t>陀螺仪数据解析</a:t>
            </a:r>
            <a:endParaRPr lang="en-US" sz="24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10"/>
            </p:custDataLst>
          </p:nvPr>
        </p:nvSpPr>
        <p:spPr>
          <a:xfrm>
            <a:off x="1471799" y="2125212"/>
            <a:ext cx="2768229" cy="1556388"/>
          </a:xfrm>
          <a:prstGeom prst="rect">
            <a:avLst/>
          </a:prstGeom>
        </p:spPr>
        <p:txBody>
          <a:bodyPr vert="horz" wrap="square" lIns="76200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通过deviceorientation事件获取alpha（绕Z轴）、beta（绕X轴）、gamma（绕Y轴）三轴旋转角度，用于实现AR/VR场景中的设备空间姿态计算。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537210" y="3848669"/>
            <a:ext cx="2523033" cy="1251285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00000">
                <a:schemeClr val="accent1">
                  <a:alpha val="58000"/>
                </a:schemeClr>
              </a:gs>
            </a:gsLst>
            <a:lin ang="16200000"/>
          </a:gradFill>
        </p:spPr>
      </p:sp>
      <p:pic>
        <p:nvPicPr>
          <p:cNvPr id="22" name="Picture 2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alphaModFix amt="100000"/>
          </a:blip>
          <a:srcRect t="11324" b="11324"/>
          <a:stretch>
            <a:fillRect/>
          </a:stretch>
        </p:blipFill>
        <p:spPr>
          <a:xfrm>
            <a:off x="1617020" y="3905202"/>
            <a:ext cx="2458663" cy="1267871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466364" y="2337120"/>
            <a:ext cx="19050" cy="87827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4" name="AutoShape 24"/>
          <p:cNvSpPr/>
          <p:nvPr/>
        </p:nvSpPr>
        <p:spPr>
          <a:xfrm>
            <a:off x="2370102" y="4840540"/>
            <a:ext cx="952500" cy="952500"/>
          </a:xfrm>
          <a:prstGeom prst="ellipse">
            <a:avLst/>
          </a:prstGeom>
          <a:gradFill>
            <a:gsLst>
              <a:gs pos="0">
                <a:schemeClr val="accent1">
                  <a:alpha val="100000"/>
                  <a:lumMod val="20000"/>
                  <a:lumOff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2700000"/>
          </a:gradFill>
        </p:spPr>
      </p:sp>
      <p:sp>
        <p:nvSpPr>
          <p:cNvPr id="25" name="Freeform 25"/>
          <p:cNvSpPr/>
          <p:nvPr/>
        </p:nvSpPr>
        <p:spPr>
          <a:xfrm>
            <a:off x="2582871" y="5053309"/>
            <a:ext cx="526963" cy="526963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7409" y="185366"/>
                </a:moveTo>
                <a:lnTo>
                  <a:pt x="66913" y="266338"/>
                </a:lnTo>
                <a:lnTo>
                  <a:pt x="66913" y="47987"/>
                </a:lnTo>
                <a:lnTo>
                  <a:pt x="228371" y="47987"/>
                </a:lnTo>
                <a:lnTo>
                  <a:pt x="228371" y="266338"/>
                </a:lnTo>
                <a:lnTo>
                  <a:pt x="147409" y="185366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28" name="标题 27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设备方向与运动传感器</a:t>
            </a:r>
            <a:endParaRPr lang="zh-CN" altLang="en-US" smtClean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95707" y="1677544"/>
            <a:ext cx="1609344" cy="1609344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3" name="AutoShape 3"/>
          <p:cNvSpPr/>
          <p:nvPr/>
        </p:nvSpPr>
        <p:spPr>
          <a:xfrm>
            <a:off x="1098227" y="1677544"/>
            <a:ext cx="1609344" cy="1609344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4" name="AutoShape 4"/>
          <p:cNvSpPr/>
          <p:nvPr/>
        </p:nvSpPr>
        <p:spPr>
          <a:xfrm>
            <a:off x="9427244" y="1677544"/>
            <a:ext cx="1609344" cy="1609344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>
            <a:off x="6661475" y="1677544"/>
            <a:ext cx="1609344" cy="1609344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6" name="TextBox 6"/>
          <p:cNvSpPr txBox="1"/>
          <p:nvPr>
            <p:custDataLst>
              <p:tags r:id="rId1"/>
            </p:custDataLst>
          </p:nvPr>
        </p:nvSpPr>
        <p:spPr>
          <a:xfrm>
            <a:off x="455538" y="3525207"/>
            <a:ext cx="2894722" cy="514233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/>
                </a:solidFill>
                <a:cs typeface="Noto Sans SC" panose="020B0200000000000000" charset="-122"/>
              </a:rPr>
              <a:t>电量阈值管理</a:t>
            </a:r>
            <a:endParaRPr lang="en-US" sz="20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2"/>
            </p:custDataLst>
          </p:nvPr>
        </p:nvSpPr>
        <p:spPr>
          <a:xfrm>
            <a:off x="659887" y="4035707"/>
            <a:ext cx="2486025" cy="2181225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navigator.getBattery()返回Promise对象，解析后可获取charging（充电状态）、level（剩余电量）等属性，适用于低电量时切换省电模式。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3"/>
            </p:custDataLst>
          </p:nvPr>
        </p:nvSpPr>
        <p:spPr>
          <a:xfrm>
            <a:off x="3457366" y="4035707"/>
            <a:ext cx="2486025" cy="21717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navigator.connection.effectiveType返回4g/3g/wifi等连接类型，结合downlink（带宽估算）和rtt（延迟）参数实现自适应码率调整。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4"/>
            </p:custDataLst>
          </p:nvPr>
        </p:nvSpPr>
        <p:spPr>
          <a:xfrm>
            <a:off x="6223135" y="4035707"/>
            <a:ext cx="2486025" cy="21717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通过online/offline事件监听网络状态变化，在断网时自动启用Service Worker缓存，保障PWA应用的基础功能可用性。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5"/>
            </p:custDataLst>
          </p:nvPr>
        </p:nvSpPr>
        <p:spPr>
          <a:xfrm>
            <a:off x="8988903" y="4035707"/>
            <a:ext cx="2486025" cy="2171700"/>
          </a:xfrm>
          <a:prstGeom prst="rect">
            <a:avLst/>
          </a:prstGeom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当检测到saveData=true（用户启用流量节省模式）时，应自动降低图片分辨率、禁用视频自动播放等高耗流操作。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6"/>
            </p:custDataLst>
          </p:nvPr>
        </p:nvSpPr>
        <p:spPr>
          <a:xfrm>
            <a:off x="3318451" y="3525207"/>
            <a:ext cx="2763856" cy="514233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网络类型检测</a:t>
            </a:r>
            <a:endParaRPr lang="en-US" sz="20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7"/>
            </p:custDataLst>
          </p:nvPr>
        </p:nvSpPr>
        <p:spPr>
          <a:xfrm>
            <a:off x="6095773" y="3525207"/>
            <a:ext cx="2763856" cy="514233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离线缓存策略</a:t>
            </a:r>
            <a:endParaRPr lang="en-US" sz="20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8"/>
            </p:custDataLst>
          </p:nvPr>
        </p:nvSpPr>
        <p:spPr>
          <a:xfrm>
            <a:off x="8837784" y="3525207"/>
            <a:ext cx="2788264" cy="514233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功耗优化方案</a:t>
            </a:r>
            <a:endParaRPr lang="en-US" sz="20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9"/>
            </p:custDataLst>
          </p:nvPr>
        </p:nvSpPr>
        <p:spPr>
          <a:xfrm>
            <a:off x="1278080" y="1894928"/>
            <a:ext cx="1249638" cy="1174576"/>
          </a:xfrm>
          <a:prstGeom prst="rect">
            <a:avLst/>
          </a:prstGeom>
          <a:noFill/>
          <a:ln>
            <a:prstDash val="dash"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950">
                <a:solidFill>
                  <a:schemeClr val="tx1"/>
                </a:solidFill>
                <a:cs typeface="Noto Sans SC" panose="020B0200000000000000" charset="-122"/>
              </a:rPr>
              <a:t>01</a:t>
            </a:r>
            <a:endParaRPr lang="en-US" sz="49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0"/>
            </p:custDataLst>
          </p:nvPr>
        </p:nvSpPr>
        <p:spPr>
          <a:xfrm>
            <a:off x="4075560" y="1894928"/>
            <a:ext cx="1249638" cy="1174576"/>
          </a:xfrm>
          <a:prstGeom prst="rect">
            <a:avLst/>
          </a:prstGeom>
          <a:noFill/>
          <a:ln>
            <a:prstDash val="dash"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950">
                <a:solidFill>
                  <a:schemeClr val="tx1"/>
                </a:solidFill>
                <a:cs typeface="Noto Sans SC" panose="020B0200000000000000" charset="-122"/>
              </a:rPr>
              <a:t>02</a:t>
            </a:r>
            <a:endParaRPr lang="en-US" sz="49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1"/>
            </p:custDataLst>
          </p:nvPr>
        </p:nvSpPr>
        <p:spPr>
          <a:xfrm>
            <a:off x="6841328" y="1894928"/>
            <a:ext cx="1249638" cy="1174576"/>
          </a:xfrm>
          <a:prstGeom prst="rect">
            <a:avLst/>
          </a:prstGeom>
          <a:noFill/>
          <a:ln>
            <a:prstDash val="dash"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950">
                <a:solidFill>
                  <a:schemeClr val="tx1"/>
                </a:solidFill>
                <a:cs typeface="Noto Sans SC" panose="020B0200000000000000" charset="-122"/>
              </a:rPr>
              <a:t>03</a:t>
            </a:r>
            <a:endParaRPr lang="en-US" sz="49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2"/>
            </p:custDataLst>
          </p:nvPr>
        </p:nvSpPr>
        <p:spPr>
          <a:xfrm>
            <a:off x="9607097" y="1894928"/>
            <a:ext cx="1249638" cy="1174576"/>
          </a:xfrm>
          <a:prstGeom prst="rect">
            <a:avLst/>
          </a:prstGeom>
          <a:noFill/>
          <a:ln>
            <a:prstDash val="dash"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950">
                <a:solidFill>
                  <a:schemeClr val="tx1"/>
                </a:solidFill>
                <a:cs typeface="Noto Sans SC" panose="020B0200000000000000" charset="-122"/>
              </a:rPr>
              <a:t>04</a:t>
            </a:r>
            <a:endParaRPr lang="en-US" sz="49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电池状态与网络信息</a:t>
            </a:r>
            <a:r>
              <a:rPr lang="zh-CN" altLang="en-US" smtClean="0">
                <a:sym typeface="+mn-ea"/>
              </a:rPr>
              <a:t>API</a:t>
            </a:r>
            <a:endParaRPr lang="zh-CN" altLang="en-US" smtClean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Web</a:t>
            </a:r>
            <a:r>
              <a:rPr lang="zh-CN" altLang="en-US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组件与</a:t>
            </a:r>
            <a:r>
              <a:rPr lang="en-US" altLang="zh-CN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Shadow DOM</a:t>
            </a:r>
            <a:endParaRPr lang="en-US" altLang="zh-CN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11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11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14856" y="1399106"/>
            <a:ext cx="4681530" cy="2142915"/>
          </a:xfrm>
          <a:prstGeom prst="roundRect">
            <a:avLst>
              <a:gd name="adj" fmla="val 60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3" name="AutoShape 3"/>
          <p:cNvSpPr/>
          <p:nvPr/>
        </p:nvSpPr>
        <p:spPr>
          <a:xfrm>
            <a:off x="6714856" y="4038030"/>
            <a:ext cx="4681530" cy="2142915"/>
          </a:xfrm>
          <a:prstGeom prst="roundRect">
            <a:avLst>
              <a:gd name="adj" fmla="val 60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4" name="AutoShape 4"/>
          <p:cNvSpPr/>
          <p:nvPr/>
        </p:nvSpPr>
        <p:spPr>
          <a:xfrm flipH="1">
            <a:off x="854441" y="2574499"/>
            <a:ext cx="4659739" cy="2419350"/>
          </a:xfrm>
          <a:prstGeom prst="roundRect">
            <a:avLst>
              <a:gd name="adj" fmla="val 6038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5" name="AutoShape 5"/>
          <p:cNvSpPr/>
          <p:nvPr/>
        </p:nvSpPr>
        <p:spPr>
          <a:xfrm>
            <a:off x="2114137" y="5224242"/>
            <a:ext cx="4463172" cy="655809"/>
          </a:xfrm>
          <a:prstGeom prst="roundRect">
            <a:avLst>
              <a:gd name="adj" fmla="val 16667"/>
            </a:avLst>
          </a:prstGeom>
          <a:solidFill>
            <a:schemeClr val="accent4">
              <a:alpha val="15000"/>
            </a:schemeClr>
          </a:solidFill>
        </p:spPr>
      </p:sp>
      <p:sp>
        <p:nvSpPr>
          <p:cNvPr id="7" name="AutoShape 7"/>
          <p:cNvSpPr/>
          <p:nvPr/>
        </p:nvSpPr>
        <p:spPr>
          <a:xfrm>
            <a:off x="2931341" y="1669712"/>
            <a:ext cx="3783515" cy="655809"/>
          </a:xfrm>
          <a:prstGeom prst="roundRect">
            <a:avLst>
              <a:gd name="adj" fmla="val 16667"/>
            </a:avLst>
          </a:prstGeom>
          <a:solidFill>
            <a:schemeClr val="accent1">
              <a:alpha val="15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2180357" y="1669712"/>
            <a:ext cx="674714" cy="655809"/>
          </a:xfrm>
          <a:prstGeom prst="roundRect">
            <a:avLst>
              <a:gd name="adj" fmla="val 16667"/>
            </a:avLst>
          </a:prstGeom>
          <a:solidFill>
            <a:schemeClr val="accent1">
              <a:alpha val="15000"/>
            </a:schemeClr>
          </a:solidFill>
        </p:spPr>
      </p:sp>
      <p:sp>
        <p:nvSpPr>
          <p:cNvPr id="9" name="AutoShape 9"/>
          <p:cNvSpPr/>
          <p:nvPr/>
        </p:nvSpPr>
        <p:spPr>
          <a:xfrm>
            <a:off x="987422" y="4772488"/>
            <a:ext cx="114300" cy="114300"/>
          </a:xfrm>
          <a:prstGeom prst="ellipse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11158261" y="5954700"/>
            <a:ext cx="114300" cy="1143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1" name="AutoShape 11"/>
          <p:cNvSpPr/>
          <p:nvPr/>
        </p:nvSpPr>
        <p:spPr>
          <a:xfrm>
            <a:off x="11158261" y="3334826"/>
            <a:ext cx="114300" cy="114300"/>
          </a:xfrm>
          <a:prstGeom prst="ellipse">
            <a:avLst/>
          </a:prstGeom>
          <a:solidFill>
            <a:schemeClr val="accent2">
              <a:alpha val="100000"/>
            </a:schemeClr>
          </a:solidFill>
        </p:spPr>
      </p:sp>
      <p:sp>
        <p:nvSpPr>
          <p:cNvPr id="12" name="AutoShape 12"/>
          <p:cNvSpPr/>
          <p:nvPr/>
        </p:nvSpPr>
        <p:spPr>
          <a:xfrm rot="2700000">
            <a:off x="5955556" y="4350187"/>
            <a:ext cx="1518601" cy="1518601"/>
          </a:xfrm>
          <a:prstGeom prst="roundRect">
            <a:avLst>
              <a:gd name="adj" fmla="val 13172"/>
            </a:avLst>
          </a:prstGeom>
          <a:solidFill>
            <a:schemeClr val="accent2">
              <a:alpha val="100000"/>
            </a:schemeClr>
          </a:solidFill>
        </p:spPr>
      </p:sp>
      <p:pic>
        <p:nvPicPr>
          <p:cNvPr id="13" name="Picture 1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alphaModFix amt="100000"/>
          </a:blip>
          <a:srcRect l="9888" r="9888"/>
          <a:stretch>
            <a:fillRect/>
          </a:stretch>
        </p:blipFill>
        <p:spPr>
          <a:xfrm>
            <a:off x="5762356" y="4156988"/>
            <a:ext cx="1905000" cy="1905000"/>
          </a:xfrm>
          <a:prstGeom prst="diamond">
            <a:avLst/>
          </a:prstGeom>
        </p:spPr>
      </p:pic>
      <p:sp>
        <p:nvSpPr>
          <p:cNvPr id="14" name="AutoShape 14"/>
          <p:cNvSpPr/>
          <p:nvPr/>
        </p:nvSpPr>
        <p:spPr>
          <a:xfrm rot="2700000">
            <a:off x="5955556" y="1711263"/>
            <a:ext cx="1518601" cy="1518601"/>
          </a:xfrm>
          <a:prstGeom prst="roundRect">
            <a:avLst>
              <a:gd name="adj" fmla="val 13172"/>
            </a:avLst>
          </a:prstGeom>
          <a:solidFill>
            <a:schemeClr val="accent1">
              <a:alpha val="100000"/>
            </a:schemeClr>
          </a:solidFill>
        </p:spPr>
      </p:sp>
      <p:pic>
        <p:nvPicPr>
          <p:cNvPr id="15" name="Picture 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alphaModFix amt="100000"/>
          </a:blip>
          <a:srcRect/>
          <a:stretch>
            <a:fillRect/>
          </a:stretch>
        </p:blipFill>
        <p:spPr>
          <a:xfrm>
            <a:off x="5762356" y="1518063"/>
            <a:ext cx="1905000" cy="1905000"/>
          </a:xfrm>
          <a:prstGeom prst="diamond">
            <a:avLst/>
          </a:prstGeom>
        </p:spPr>
      </p:pic>
      <p:sp>
        <p:nvSpPr>
          <p:cNvPr id="16" name="AutoShape 16"/>
          <p:cNvSpPr/>
          <p:nvPr/>
        </p:nvSpPr>
        <p:spPr>
          <a:xfrm rot="18900000" flipH="1">
            <a:off x="4656930" y="2926924"/>
            <a:ext cx="1714500" cy="1714500"/>
          </a:xfrm>
          <a:prstGeom prst="roundRect">
            <a:avLst>
              <a:gd name="adj" fmla="val 13172"/>
            </a:avLst>
          </a:prstGeom>
          <a:solidFill>
            <a:schemeClr val="accent3">
              <a:alpha val="100000"/>
            </a:schemeClr>
          </a:solidFill>
        </p:spPr>
      </p:sp>
      <p:pic>
        <p:nvPicPr>
          <p:cNvPr id="17" name="Picture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alphaModFix amt="100000"/>
          </a:blip>
          <a:srcRect l="11353" r="11353"/>
          <a:stretch>
            <a:fillRect/>
          </a:stretch>
        </p:blipFill>
        <p:spPr>
          <a:xfrm>
            <a:off x="4418805" y="2688799"/>
            <a:ext cx="2190750" cy="2190750"/>
          </a:xfrm>
          <a:prstGeom prst="diamond">
            <a:avLst/>
          </a:prstGeom>
        </p:spPr>
      </p:pic>
      <p:sp>
        <p:nvSpPr>
          <p:cNvPr id="18" name="TextBox 18"/>
          <p:cNvSpPr txBox="1"/>
          <p:nvPr>
            <p:custDataLst>
              <p:tags r:id="rId7"/>
            </p:custDataLst>
          </p:nvPr>
        </p:nvSpPr>
        <p:spPr>
          <a:xfrm>
            <a:off x="1140219" y="2985034"/>
            <a:ext cx="3207825" cy="2695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1800" b="1">
                <a:solidFill>
                  <a:schemeClr val="lt1"/>
                </a:solidFill>
                <a:cs typeface="Noto Sans SC" panose="020B0200000000000000" charset="-122"/>
              </a:rPr>
              <a:t>继承HTMLElement类</a:t>
            </a:r>
            <a:endParaRPr lang="en-US" sz="18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8"/>
            </p:custDataLst>
          </p:nvPr>
        </p:nvSpPr>
        <p:spPr>
          <a:xfrm>
            <a:off x="1140219" y="3358789"/>
            <a:ext cx="3215030" cy="147084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tx1"/>
                </a:solidFill>
                <a:cs typeface="Noto Sans SC" panose="020B0200000000000000" charset="-122"/>
              </a:rPr>
              <a:t>自定义元素必须继承自HTMLElement基类，通过class语法定义组件行为，在构造函数中完成初始DOM结构和事件绑定。</a:t>
            </a:r>
            <a:endParaRPr lang="en-US" sz="1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0" name="TextBox 20"/>
          <p:cNvSpPr txBox="1"/>
          <p:nvPr>
            <p:custDataLst>
              <p:tags r:id="rId9"/>
            </p:custDataLst>
          </p:nvPr>
        </p:nvSpPr>
        <p:spPr>
          <a:xfrm>
            <a:off x="7821497" y="1707706"/>
            <a:ext cx="2931341" cy="2695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chemeClr val="lt1"/>
                </a:solidFill>
                <a:cs typeface="Noto Sans SC" panose="020B0200000000000000" charset="-122"/>
              </a:rPr>
              <a:t>生命周期回调管理</a:t>
            </a:r>
            <a:endParaRPr lang="en-US" sz="18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10"/>
            </p:custDataLst>
          </p:nvPr>
        </p:nvSpPr>
        <p:spPr>
          <a:xfrm>
            <a:off x="7821497" y="2071935"/>
            <a:ext cx="3215030" cy="141293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tx1"/>
                </a:solidFill>
                <a:cs typeface="Noto Sans SC" panose="020B0200000000000000" charset="-122"/>
              </a:rPr>
              <a:t>需实现connectedCallback、disconnectedCallback等生命周期方法，分别处理元素挂载/卸载时的资源初始化和清理工作。</a:t>
            </a:r>
            <a:endParaRPr lang="en-US" sz="1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2" name="TextBox 22"/>
          <p:cNvSpPr txBox="1"/>
          <p:nvPr>
            <p:custDataLst>
              <p:tags r:id="rId11"/>
            </p:custDataLst>
          </p:nvPr>
        </p:nvSpPr>
        <p:spPr>
          <a:xfrm>
            <a:off x="7821497" y="4365680"/>
            <a:ext cx="2855071" cy="2695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1800" b="1">
                <a:solidFill>
                  <a:schemeClr val="lt1"/>
                </a:solidFill>
                <a:cs typeface="Noto Sans SC" panose="020B0200000000000000" charset="-122"/>
              </a:rPr>
              <a:t>属性观察机制</a:t>
            </a:r>
            <a:endParaRPr lang="en-US" sz="1800" b="1">
              <a:solidFill>
                <a:schemeClr val="lt1"/>
              </a:solidFill>
              <a:cs typeface="Noto Sans SC" panose="020B0200000000000000" charset="-122"/>
            </a:endParaRPr>
          </a:p>
        </p:txBody>
      </p:sp>
      <p:sp>
        <p:nvSpPr>
          <p:cNvPr id="23" name="TextBox 23"/>
          <p:cNvSpPr txBox="1"/>
          <p:nvPr>
            <p:custDataLst>
              <p:tags r:id="rId12"/>
            </p:custDataLst>
          </p:nvPr>
        </p:nvSpPr>
        <p:spPr>
          <a:xfrm>
            <a:off x="7821497" y="4710860"/>
            <a:ext cx="3215030" cy="1412935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>
              <a:lnSpc>
                <a:spcPct val="150000"/>
              </a:lnSpc>
              <a:spcBef>
                <a:spcPts val="375"/>
              </a:spcBef>
            </a:pPr>
            <a:r>
              <a:rPr lang="en-US" sz="1400">
                <a:solidFill>
                  <a:schemeClr val="tx1"/>
                </a:solidFill>
                <a:cs typeface="Noto Sans SC" panose="020B0200000000000000" charset="-122"/>
              </a:rPr>
              <a:t>通过static observedAttributes定义可观察属性列表，配合attributeChangedCallback实现属性变化的响应式更新。</a:t>
            </a:r>
            <a:endParaRPr lang="en-US" sz="14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6" name="标题 25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自定义元素开发规范</a:t>
            </a:r>
            <a:endParaRPr lang="zh-CN" altLang="en-US" smtClean="0"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内容占位符 23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AutoShape 2"/>
          <p:cNvSpPr/>
          <p:nvPr>
            <p:custDataLst>
              <p:tags r:id="rId2"/>
            </p:custDataLst>
          </p:nvPr>
        </p:nvSpPr>
        <p:spPr>
          <a:xfrm rot="5400000">
            <a:off x="5133975" y="3111977"/>
            <a:ext cx="1394901" cy="634046"/>
          </a:xfrm>
          <a:prstGeom prst="triangle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</p:spPr>
      </p:sp>
      <p:sp>
        <p:nvSpPr>
          <p:cNvPr id="3" name="AutoShape 3"/>
          <p:cNvSpPr/>
          <p:nvPr>
            <p:custDataLst>
              <p:tags r:id="rId3"/>
            </p:custDataLst>
          </p:nvPr>
        </p:nvSpPr>
        <p:spPr>
          <a:xfrm>
            <a:off x="0" y="0"/>
            <a:ext cx="551840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6320801" y="2912195"/>
            <a:ext cx="5048887" cy="674827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通过:host伪类定制组件容器样式，:host-context()支持基于外部环境的条件样式应用。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5"/>
            </p:custDataLst>
          </p:nvPr>
        </p:nvSpPr>
        <p:spPr>
          <a:xfrm>
            <a:off x="6320801" y="1552233"/>
            <a:ext cx="5048887" cy="632410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使用attachShadow({mode:'open'})创建隔离DOM树，内部CSS选择器仅作用于组件内部，避免全局样式污染。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6"/>
            </p:custDataLst>
          </p:nvPr>
        </p:nvSpPr>
        <p:spPr>
          <a:xfrm>
            <a:off x="6320801" y="4240817"/>
            <a:ext cx="5048887" cy="660590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CSS自定义属性(--var)和::part()选择器提供可控的样式穿透机制，平衡封装性与主题定制需求。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7"/>
            </p:custDataLst>
          </p:nvPr>
        </p:nvSpPr>
        <p:spPr>
          <a:xfrm>
            <a:off x="6320801" y="5594674"/>
            <a:ext cx="5048887" cy="660590"/>
          </a:xfrm>
          <a:prstGeom prst="rect">
            <a:avLst/>
          </a:prstGeom>
        </p:spPr>
        <p:txBody>
          <a:bodyPr vert="horz" wrap="square" lIns="123825" tIns="57150" rIns="5715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复用静态模板减少DOM操作，采用事件委托降低内存占用，避免在attributeChangedCallback中频繁触发重绘。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cxnSp>
        <p:nvCxnSpPr>
          <p:cNvPr id="9" name="Connector 9"/>
          <p:cNvCxnSpPr/>
          <p:nvPr>
            <p:custDataLst>
              <p:tags r:id="rId8"/>
            </p:custDataLst>
          </p:nvPr>
        </p:nvCxnSpPr>
        <p:spPr>
          <a:xfrm>
            <a:off x="6440470" y="2438060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nector 10"/>
          <p:cNvCxnSpPr/>
          <p:nvPr>
            <p:custDataLst>
              <p:tags r:id="rId9"/>
            </p:custDataLst>
          </p:nvPr>
        </p:nvCxnSpPr>
        <p:spPr>
          <a:xfrm>
            <a:off x="6449960" y="3753923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Connector 11"/>
          <p:cNvCxnSpPr/>
          <p:nvPr>
            <p:custDataLst>
              <p:tags r:id="rId10"/>
            </p:custDataLst>
          </p:nvPr>
        </p:nvCxnSpPr>
        <p:spPr>
          <a:xfrm>
            <a:off x="6449960" y="5081946"/>
            <a:ext cx="4790570" cy="0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2" name="Picture 12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alphaModFix amt="100000"/>
          </a:blip>
          <a:srcRect l="18018" r="18018"/>
          <a:stretch>
            <a:fillRect/>
          </a:stretch>
        </p:blipFill>
        <p:spPr>
          <a:xfrm>
            <a:off x="1317535" y="1990725"/>
            <a:ext cx="2876550" cy="2876550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</p:pic>
      <p:sp>
        <p:nvSpPr>
          <p:cNvPr id="13" name="AutoShape 13"/>
          <p:cNvSpPr/>
          <p:nvPr>
            <p:custDataLst>
              <p:tags r:id="rId13"/>
            </p:custDataLst>
          </p:nvPr>
        </p:nvSpPr>
        <p:spPr>
          <a:xfrm>
            <a:off x="6450879" y="1179728"/>
            <a:ext cx="4282862" cy="4547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1800" b="1">
                <a:solidFill>
                  <a:schemeClr val="accent1"/>
                </a:solidFill>
                <a:cs typeface="Noto Sans SC" panose="020B0200000000000000" charset="-122"/>
              </a:rPr>
              <a:t>样式隔离原理</a:t>
            </a:r>
            <a:endParaRPr lang="en-US" sz="18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4"/>
            </p:custDataLst>
          </p:nvPr>
        </p:nvSpPr>
        <p:spPr>
          <a:xfrm>
            <a:off x="6450879" y="2575756"/>
            <a:ext cx="4282862" cy="4547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1800" b="1">
                <a:solidFill>
                  <a:schemeClr val="accent1"/>
                </a:solidFill>
                <a:cs typeface="Noto Sans SC" panose="020B0200000000000000" charset="-122"/>
              </a:rPr>
              <a:t>宿主元素样式控制</a:t>
            </a:r>
            <a:endParaRPr lang="en-US" sz="18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5"/>
            </p:custDataLst>
          </p:nvPr>
        </p:nvSpPr>
        <p:spPr>
          <a:xfrm>
            <a:off x="6450879" y="3899082"/>
            <a:ext cx="4282862" cy="4547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1800" b="1">
                <a:solidFill>
                  <a:schemeClr val="accent1"/>
                </a:solidFill>
                <a:cs typeface="Noto Sans SC" panose="020B0200000000000000" charset="-122"/>
              </a:rPr>
              <a:t>外部样式穿透方案</a:t>
            </a:r>
            <a:endParaRPr lang="en-US" sz="18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6"/>
            </p:custDataLst>
          </p:nvPr>
        </p:nvSpPr>
        <p:spPr>
          <a:xfrm>
            <a:off x="6450879" y="5195893"/>
            <a:ext cx="4282862" cy="454737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/>
          <a:p>
            <a:pPr algn="l">
              <a:spcBef>
                <a:spcPct val="0"/>
              </a:spcBef>
              <a:defRPr/>
            </a:pPr>
            <a:r>
              <a:rPr lang="en-US" sz="1800" b="1">
                <a:solidFill>
                  <a:schemeClr val="accent1"/>
                </a:solidFill>
                <a:cs typeface="Noto Sans SC" panose="020B0200000000000000" charset="-122"/>
              </a:rPr>
              <a:t>性能优化策略</a:t>
            </a:r>
            <a:endParaRPr lang="en-US" sz="18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22" name="标题 2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Shadow DOM</a:t>
            </a:r>
            <a:r>
              <a:rPr lang="zh-CN" altLang="en-US" smtClean="0">
                <a:sym typeface="+mn-ea"/>
              </a:rPr>
              <a:t>封装技术</a:t>
            </a:r>
            <a:endParaRPr lang="zh-CN" altLang="en-US" smtClean="0">
              <a:sym typeface="+mn-ea"/>
            </a:endParaRPr>
          </a:p>
        </p:txBody>
      </p:sp>
    </p:spTree>
    <p:custDataLst>
      <p:tags r:id="rId18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内容占位符 19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2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31435" r="31435"/>
          <a:stretch>
            <a:fillRect/>
          </a:stretch>
        </p:blipFill>
        <p:spPr>
          <a:xfrm>
            <a:off x="7429610" y="1611840"/>
            <a:ext cx="1905000" cy="4050949"/>
          </a:xfrm>
          <a:prstGeom prst="rect">
            <a:avLst/>
          </a:prstGeom>
        </p:spPr>
      </p:pic>
      <p:sp>
        <p:nvSpPr>
          <p:cNvPr id="3" name="TextBox 3"/>
          <p:cNvSpPr txBox="1"/>
          <p:nvPr>
            <p:custDataLst>
              <p:tags r:id="rId4"/>
            </p:custDataLst>
          </p:nvPr>
        </p:nvSpPr>
        <p:spPr>
          <a:xfrm>
            <a:off x="568048" y="2170513"/>
            <a:ext cx="6288387" cy="89832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将可复用的DOM结构定义为HTML模板，通过content.cloneNode(true)实现高效实例化，提升渲染性能。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5"/>
            </p:custDataLst>
          </p:nvPr>
        </p:nvSpPr>
        <p:spPr>
          <a:xfrm>
            <a:off x="568048" y="1702636"/>
            <a:ext cx="3800986" cy="449970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400" b="1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&lt;template&gt;标签应用</a:t>
            </a:r>
            <a:endParaRPr lang="en-US" sz="2400" b="1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6"/>
            </p:custDataLst>
          </p:nvPr>
        </p:nvSpPr>
        <p:spPr>
          <a:xfrm>
            <a:off x="568048" y="3785618"/>
            <a:ext cx="6288387" cy="884543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使用&lt;slot name="xxx"&gt;定义内容分发点位，配合外部元素的slot属性实现精准内容投射。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7"/>
            </p:custDataLst>
          </p:nvPr>
        </p:nvSpPr>
        <p:spPr>
          <a:xfrm>
            <a:off x="568048" y="3368098"/>
            <a:ext cx="3590416" cy="436189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400" b="1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命名插槽分发</a:t>
            </a:r>
            <a:endParaRPr lang="en-US" sz="2400" b="1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8"/>
            </p:custDataLst>
          </p:nvPr>
        </p:nvSpPr>
        <p:spPr>
          <a:xfrm>
            <a:off x="568048" y="5459662"/>
            <a:ext cx="6288387" cy="89832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未命名的&lt;slot&gt;作为默认内容入口，当外部未提供插槽内容时显示标签内的后备内容。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9"/>
            </p:custDataLst>
          </p:nvPr>
        </p:nvSpPr>
        <p:spPr>
          <a:xfrm>
            <a:off x="568048" y="5014099"/>
            <a:ext cx="3590416" cy="422408"/>
          </a:xfrm>
          <a:prstGeom prst="rect">
            <a:avLst/>
          </a:prstGeom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77000"/>
              </a:lnSpc>
            </a:pPr>
            <a:r>
              <a:rPr lang="en-US" sz="2400" b="1">
                <a:solidFill>
                  <a:schemeClr val="accent1">
                    <a:lumMod val="50000"/>
                  </a:schemeClr>
                </a:solidFill>
                <a:cs typeface="Noto Sans SC" panose="020B0200000000000000" charset="-122"/>
              </a:rPr>
              <a:t>默认插槽与后备内容</a:t>
            </a:r>
            <a:endParaRPr lang="en-US" sz="2400" b="1">
              <a:solidFill>
                <a:schemeClr val="accent1">
                  <a:lumMod val="5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10"/>
            </p:custDataLst>
          </p:nvPr>
        </p:nvSpPr>
        <p:spPr>
          <a:xfrm>
            <a:off x="7429610" y="5662789"/>
            <a:ext cx="1905000" cy="1195211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</p:sp>
      <p:sp>
        <p:nvSpPr>
          <p:cNvPr id="11" name="AutoShape 11"/>
          <p:cNvSpPr/>
          <p:nvPr>
            <p:custDataLst>
              <p:tags r:id="rId11"/>
            </p:custDataLst>
          </p:nvPr>
        </p:nvSpPr>
        <p:spPr>
          <a:xfrm>
            <a:off x="9675697" y="0"/>
            <a:ext cx="1905000" cy="2353933"/>
          </a:xfrm>
          <a:prstGeom prst="rect">
            <a:avLst/>
          </a:prstGeom>
          <a:solidFill>
            <a:schemeClr val="accent1">
              <a:alpha val="17000"/>
            </a:schemeClr>
          </a:solidFill>
        </p:spPr>
      </p:sp>
      <p:pic>
        <p:nvPicPr>
          <p:cNvPr id="12" name="Picture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l="26487" r="26487"/>
          <a:stretch>
            <a:fillRect/>
          </a:stretch>
        </p:blipFill>
        <p:spPr>
          <a:xfrm>
            <a:off x="9675698" y="2353933"/>
            <a:ext cx="1905000" cy="4050949"/>
          </a:xfrm>
          <a:prstGeom prst="rect">
            <a:avLst/>
          </a:prstGeom>
        </p:spPr>
      </p:pic>
      <p:sp>
        <p:nvSpPr>
          <p:cNvPr id="18" name="标题 17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HTML</a:t>
            </a:r>
            <a:r>
              <a:rPr lang="zh-CN" altLang="en-US" smtClean="0">
                <a:sym typeface="+mn-ea"/>
              </a:rPr>
              <a:t>模板与插槽机制</a:t>
            </a:r>
            <a:endParaRPr lang="zh-CN" altLang="en-US" smtClean="0"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3"/>
          <p:cNvSpPr txBox="1"/>
          <p:nvPr>
            <p:custDataLst>
              <p:tags r:id="rId1"/>
            </p:custDataLst>
          </p:nvPr>
        </p:nvSpPr>
        <p:spPr>
          <a:xfrm>
            <a:off x="2031025" y="2341320"/>
            <a:ext cx="8164830" cy="1539240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zh-CN" sz="4125" b="1">
                <a:solidFill>
                  <a:schemeClr val="tx1"/>
                </a:solidFill>
                <a:latin typeface="+mj-lt"/>
                <a:ea typeface="+mj-ea"/>
                <a:cs typeface="Noto Sans SC" panose="020B0200000000000000" charset="-122"/>
              </a:rPr>
              <a:t>性能优化与最佳实践</a:t>
            </a:r>
            <a:endParaRPr lang="zh-CN" sz="4125" b="1">
              <a:solidFill>
                <a:schemeClr val="tx1"/>
              </a:solidFill>
              <a:latin typeface="+mj-lt"/>
              <a:ea typeface="+mj-ea"/>
              <a:cs typeface="Noto Sans SC" panose="020B0200000000000000" charset="-122"/>
            </a:endParaRPr>
          </a:p>
        </p:txBody>
      </p:sp>
      <p:sp>
        <p:nvSpPr>
          <p:cNvPr id="9" name="Text Placeholder 1"/>
          <p:cNvSpPr>
            <a:spLocks noGrp="1" noChangeAspect="1"/>
          </p:cNvSpPr>
          <p:nvPr>
            <p:ph type="body" sz="quarter" idx="13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12</a:t>
            </a:r>
            <a:endParaRPr lang="en-US" altLang="en-US"/>
          </a:p>
        </p:txBody>
      </p:sp>
      <p:sp>
        <p:nvSpPr>
          <p:cNvPr id="10" name="Title 2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5000"/>
              <a:t>12</a:t>
            </a:r>
            <a:endParaRPr lang="en-US" sz="5000"/>
          </a:p>
        </p:txBody>
      </p:sp>
    </p:spTree>
    <p:custDataLst>
      <p:tags r:id="rId4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4316" y="3045252"/>
            <a:ext cx="9429750" cy="1656361"/>
          </a:xfrm>
          <a:prstGeom prst="roundRect">
            <a:avLst>
              <a:gd name="adj" fmla="val 16667"/>
            </a:avLst>
          </a:prstGeom>
          <a:gradFill>
            <a:gsLst>
              <a:gs pos="100000">
                <a:schemeClr val="lt2">
                  <a:alpha val="100000"/>
                </a:schemeClr>
              </a:gs>
              <a:gs pos="0">
                <a:schemeClr val="lt1">
                  <a:alpha val="100000"/>
                </a:schemeClr>
              </a:gs>
            </a:gsLst>
            <a:lin ang="0"/>
          </a:gradFill>
        </p:spPr>
      </p:sp>
      <p:sp>
        <p:nvSpPr>
          <p:cNvPr id="3" name="AutoShape 3"/>
          <p:cNvSpPr/>
          <p:nvPr/>
        </p:nvSpPr>
        <p:spPr>
          <a:xfrm>
            <a:off x="1374316" y="4823279"/>
            <a:ext cx="9429750" cy="165636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2">
                  <a:alpha val="100000"/>
                </a:schemeClr>
              </a:gs>
              <a:gs pos="100000">
                <a:schemeClr val="lt1">
                  <a:alpha val="100000"/>
                </a:schemeClr>
              </a:gs>
            </a:gsLst>
            <a:lin ang="0"/>
          </a:gradFill>
        </p:spPr>
      </p:sp>
      <p:sp>
        <p:nvSpPr>
          <p:cNvPr id="4" name="AutoShape 4"/>
          <p:cNvSpPr/>
          <p:nvPr/>
        </p:nvSpPr>
        <p:spPr>
          <a:xfrm>
            <a:off x="1374316" y="1267225"/>
            <a:ext cx="9429750" cy="165636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lt2">
                  <a:alpha val="100000"/>
                </a:schemeClr>
              </a:gs>
              <a:gs pos="100000">
                <a:schemeClr val="lt1">
                  <a:alpha val="100000"/>
                </a:schemeClr>
              </a:gs>
            </a:gsLst>
            <a:lin ang="0"/>
          </a:gradFill>
        </p:spPr>
      </p:sp>
      <p:sp>
        <p:nvSpPr>
          <p:cNvPr id="5" name="AutoShape 5"/>
          <p:cNvSpPr/>
          <p:nvPr/>
        </p:nvSpPr>
        <p:spPr>
          <a:xfrm>
            <a:off x="987242" y="5246342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6" name="Freeform 6"/>
          <p:cNvSpPr/>
          <p:nvPr/>
        </p:nvSpPr>
        <p:spPr>
          <a:xfrm>
            <a:off x="1115389" y="5374489"/>
            <a:ext cx="553940" cy="55394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033" y="152400"/>
                </a:moveTo>
                <a:cubicBezTo>
                  <a:pt x="190033" y="90992"/>
                  <a:pt x="221771" y="56493"/>
                  <a:pt x="221771" y="56493"/>
                </a:cubicBezTo>
                <a:cubicBezTo>
                  <a:pt x="221771" y="56493"/>
                  <a:pt x="193758" y="33766"/>
                  <a:pt x="151924" y="33766"/>
                </a:cubicBezTo>
                <a:cubicBezTo>
                  <a:pt x="110090" y="33766"/>
                  <a:pt x="82067" y="56512"/>
                  <a:pt x="82067" y="56512"/>
                </a:cubicBezTo>
                <a:cubicBezTo>
                  <a:pt x="82067" y="56512"/>
                  <a:pt x="114376" y="82753"/>
                  <a:pt x="114376" y="152400"/>
                </a:cubicBezTo>
                <a:cubicBezTo>
                  <a:pt x="114376" y="219608"/>
                  <a:pt x="81858" y="248145"/>
                  <a:pt x="81858" y="248145"/>
                </a:cubicBezTo>
                <a:cubicBezTo>
                  <a:pt x="81858" y="248145"/>
                  <a:pt x="115662" y="271034"/>
                  <a:pt x="151924" y="271034"/>
                </a:cubicBezTo>
                <a:cubicBezTo>
                  <a:pt x="189043" y="271034"/>
                  <a:pt x="221799" y="248269"/>
                  <a:pt x="221799" y="248269"/>
                </a:cubicBezTo>
                <a:cubicBezTo>
                  <a:pt x="221799" y="248269"/>
                  <a:pt x="190033" y="218503"/>
                  <a:pt x="190033" y="152400"/>
                </a:cubicBezTo>
                <a:close/>
              </a:path>
              <a:path w="304800" h="304800">
                <a:moveTo>
                  <a:pt x="74095" y="62789"/>
                </a:moveTo>
                <a:cubicBezTo>
                  <a:pt x="74095" y="62789"/>
                  <a:pt x="34633" y="86839"/>
                  <a:pt x="34633" y="152800"/>
                </a:cubicBezTo>
                <a:cubicBezTo>
                  <a:pt x="34633" y="218751"/>
                  <a:pt x="74533" y="240335"/>
                  <a:pt x="74533" y="240335"/>
                </a:cubicBezTo>
                <a:cubicBezTo>
                  <a:pt x="74533" y="240335"/>
                  <a:pt x="103613" y="218742"/>
                  <a:pt x="103613" y="152800"/>
                </a:cubicBezTo>
                <a:cubicBezTo>
                  <a:pt x="103613" y="86839"/>
                  <a:pt x="74095" y="62789"/>
                  <a:pt x="74095" y="62789"/>
                </a:cubicBezTo>
                <a:close/>
              </a:path>
              <a:path w="304800" h="304800">
                <a:moveTo>
                  <a:pt x="229753" y="64570"/>
                </a:moveTo>
                <a:cubicBezTo>
                  <a:pt x="229753" y="64570"/>
                  <a:pt x="200244" y="86839"/>
                  <a:pt x="200244" y="152800"/>
                </a:cubicBezTo>
                <a:cubicBezTo>
                  <a:pt x="200244" y="218751"/>
                  <a:pt x="229305" y="240335"/>
                  <a:pt x="229305" y="240335"/>
                </a:cubicBezTo>
                <a:cubicBezTo>
                  <a:pt x="229305" y="240335"/>
                  <a:pt x="270158" y="218742"/>
                  <a:pt x="270158" y="152800"/>
                </a:cubicBezTo>
                <a:cubicBezTo>
                  <a:pt x="270158" y="86839"/>
                  <a:pt x="229753" y="64570"/>
                  <a:pt x="229753" y="64570"/>
                </a:cubicBez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10373288" y="3468315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/>
        </p:nvSpPr>
        <p:spPr>
          <a:xfrm>
            <a:off x="987242" y="1690288"/>
            <a:ext cx="810236" cy="81023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9" name="Freeform 9"/>
          <p:cNvSpPr/>
          <p:nvPr/>
        </p:nvSpPr>
        <p:spPr>
          <a:xfrm>
            <a:off x="1171659" y="1892749"/>
            <a:ext cx="405314" cy="40531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73841" y="122930"/>
                </a:moveTo>
                <a:cubicBezTo>
                  <a:pt x="179718" y="102937"/>
                  <a:pt x="177232" y="81020"/>
                  <a:pt x="166392" y="62665"/>
                </a:cubicBezTo>
                <a:cubicBezTo>
                  <a:pt x="166630" y="62998"/>
                  <a:pt x="62770" y="167697"/>
                  <a:pt x="62027" y="167040"/>
                </a:cubicBezTo>
                <a:cubicBezTo>
                  <a:pt x="80077" y="177698"/>
                  <a:pt x="101994" y="180699"/>
                  <a:pt x="121720" y="175193"/>
                </a:cubicBezTo>
                <a:cubicBezTo>
                  <a:pt x="121577" y="174689"/>
                  <a:pt x="173422" y="122853"/>
                  <a:pt x="173841" y="122930"/>
                </a:cubicBezTo>
                <a:close/>
              </a:path>
              <a:path w="304800" h="304800">
                <a:moveTo>
                  <a:pt x="155315" y="45968"/>
                </a:moveTo>
                <a:cubicBezTo>
                  <a:pt x="141322" y="32175"/>
                  <a:pt x="121301" y="22822"/>
                  <a:pt x="100127" y="22822"/>
                </a:cubicBezTo>
                <a:cubicBezTo>
                  <a:pt x="57331" y="22822"/>
                  <a:pt x="22631" y="57607"/>
                  <a:pt x="22631" y="100508"/>
                </a:cubicBezTo>
                <a:cubicBezTo>
                  <a:pt x="22631" y="121444"/>
                  <a:pt x="32156" y="141713"/>
                  <a:pt x="45587" y="155686"/>
                </a:cubicBezTo>
                <a:cubicBezTo>
                  <a:pt x="45615" y="155686"/>
                  <a:pt x="154657" y="46863"/>
                  <a:pt x="155315" y="45968"/>
                </a:cubicBezTo>
                <a:close/>
              </a:path>
              <a:path w="304800" h="304800">
                <a:moveTo>
                  <a:pt x="264909" y="252089"/>
                </a:moveTo>
                <a:cubicBezTo>
                  <a:pt x="264909" y="252089"/>
                  <a:pt x="267443" y="230200"/>
                  <a:pt x="261128" y="223885"/>
                </a:cubicBezTo>
                <a:cubicBezTo>
                  <a:pt x="260709" y="223466"/>
                  <a:pt x="188300" y="135065"/>
                  <a:pt x="188300" y="135065"/>
                </a:cubicBezTo>
                <a:lnTo>
                  <a:pt x="134417" y="188947"/>
                </a:lnTo>
                <a:lnTo>
                  <a:pt x="222818" y="262185"/>
                </a:lnTo>
                <a:cubicBezTo>
                  <a:pt x="228714" y="268919"/>
                  <a:pt x="251441" y="265557"/>
                  <a:pt x="251441" y="265557"/>
                </a:cubicBezTo>
                <a:lnTo>
                  <a:pt x="269538" y="281978"/>
                </a:lnTo>
                <a:lnTo>
                  <a:pt x="282169" y="269348"/>
                </a:lnTo>
                <a:lnTo>
                  <a:pt x="264909" y="252089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0" name="Freeform 10"/>
          <p:cNvSpPr/>
          <p:nvPr/>
        </p:nvSpPr>
        <p:spPr>
          <a:xfrm>
            <a:off x="10569897" y="3661311"/>
            <a:ext cx="424244" cy="42424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106680"/>
                </a:moveTo>
                <a:lnTo>
                  <a:pt x="189586" y="139598"/>
                </a:lnTo>
                <a:cubicBezTo>
                  <a:pt x="194310" y="146761"/>
                  <a:pt x="204978" y="152400"/>
                  <a:pt x="213512" y="152400"/>
                </a:cubicBezTo>
                <a:lnTo>
                  <a:pt x="259080" y="152400"/>
                </a:lnTo>
                <a:lnTo>
                  <a:pt x="259080" y="121920"/>
                </a:lnTo>
                <a:lnTo>
                  <a:pt x="213360" y="121920"/>
                </a:lnTo>
                <a:lnTo>
                  <a:pt x="191414" y="89002"/>
                </a:lnTo>
                <a:cubicBezTo>
                  <a:pt x="185452" y="80686"/>
                  <a:pt x="178394" y="73628"/>
                  <a:pt x="170345" y="67847"/>
                </a:cubicBezTo>
                <a:lnTo>
                  <a:pt x="170069" y="67666"/>
                </a:lnTo>
                <a:lnTo>
                  <a:pt x="149952" y="54254"/>
                </a:lnTo>
                <a:cubicBezTo>
                  <a:pt x="146104" y="51911"/>
                  <a:pt x="141446" y="50521"/>
                  <a:pt x="136465" y="50521"/>
                </a:cubicBezTo>
                <a:cubicBezTo>
                  <a:pt x="131912" y="50521"/>
                  <a:pt x="127635" y="51683"/>
                  <a:pt x="123911" y="53721"/>
                </a:cubicBezTo>
                <a:lnTo>
                  <a:pt x="124044" y="53654"/>
                </a:lnTo>
                <a:lnTo>
                  <a:pt x="60950" y="91450"/>
                </a:lnTo>
                <a:lnTo>
                  <a:pt x="60950" y="167650"/>
                </a:lnTo>
                <a:lnTo>
                  <a:pt x="91430" y="167650"/>
                </a:lnTo>
                <a:lnTo>
                  <a:pt x="91430" y="106690"/>
                </a:lnTo>
                <a:lnTo>
                  <a:pt x="121910" y="91450"/>
                </a:lnTo>
                <a:lnTo>
                  <a:pt x="76190" y="304810"/>
                </a:lnTo>
                <a:lnTo>
                  <a:pt x="106670" y="304810"/>
                </a:lnTo>
                <a:lnTo>
                  <a:pt x="142484" y="188224"/>
                </a:lnTo>
                <a:lnTo>
                  <a:pt x="167630" y="213370"/>
                </a:lnTo>
                <a:lnTo>
                  <a:pt x="167630" y="304810"/>
                </a:lnTo>
                <a:lnTo>
                  <a:pt x="198110" y="304810"/>
                </a:lnTo>
                <a:lnTo>
                  <a:pt x="198110" y="182890"/>
                </a:lnTo>
                <a:lnTo>
                  <a:pt x="156962" y="141742"/>
                </a:lnTo>
                <a:lnTo>
                  <a:pt x="167630" y="106690"/>
                </a:lnTo>
                <a:close/>
              </a:path>
              <a:path w="304800" h="304800">
                <a:moveTo>
                  <a:pt x="182880" y="60960"/>
                </a:moveTo>
                <a:cubicBezTo>
                  <a:pt x="199711" y="60960"/>
                  <a:pt x="213360" y="47311"/>
                  <a:pt x="213360" y="30480"/>
                </a:cubicBezTo>
                <a:cubicBezTo>
                  <a:pt x="213360" y="13649"/>
                  <a:pt x="199711" y="0"/>
                  <a:pt x="182880" y="0"/>
                </a:cubicBezTo>
                <a:lnTo>
                  <a:pt x="182880" y="0"/>
                </a:lnTo>
                <a:cubicBezTo>
                  <a:pt x="166049" y="0"/>
                  <a:pt x="152400" y="13649"/>
                  <a:pt x="152400" y="30480"/>
                </a:cubicBezTo>
                <a:cubicBezTo>
                  <a:pt x="152400" y="47311"/>
                  <a:pt x="166049" y="60960"/>
                  <a:pt x="182880" y="60960"/>
                </a:cubicBezTo>
                <a:lnTo>
                  <a:pt x="182880" y="6096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sp>
        <p:nvSpPr>
          <p:cNvPr id="12" name="TextBox 12"/>
          <p:cNvSpPr txBox="1"/>
          <p:nvPr>
            <p:custDataLst>
              <p:tags r:id="rId1"/>
            </p:custDataLst>
          </p:nvPr>
        </p:nvSpPr>
        <p:spPr>
          <a:xfrm>
            <a:off x="1986545" y="1423391"/>
            <a:ext cx="8201025" cy="5715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资源压缩与合并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2"/>
            </p:custDataLst>
          </p:nvPr>
        </p:nvSpPr>
        <p:spPr>
          <a:xfrm>
            <a:off x="1986545" y="1881734"/>
            <a:ext cx="8201025" cy="78105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使用Gzip压缩文本资源，合并CSS/JS文件减少HTTP请求次数，通过工具如Webpack实现自动化处理。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3"/>
            </p:custDataLst>
          </p:nvPr>
        </p:nvSpPr>
        <p:spPr>
          <a:xfrm>
            <a:off x="1931680" y="3229780"/>
            <a:ext cx="8201025" cy="5715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延迟加载与非关键资源异步加载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4"/>
            </p:custDataLst>
          </p:nvPr>
        </p:nvSpPr>
        <p:spPr>
          <a:xfrm>
            <a:off x="1931680" y="3688123"/>
            <a:ext cx="8201025" cy="78105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对图片使用`loading="lazy"`属性，将非渲染关键JS脚本标记为`async`或`defer`，优先保障首屏内容快速呈现。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5"/>
            </p:custDataLst>
          </p:nvPr>
        </p:nvSpPr>
        <p:spPr>
          <a:xfrm>
            <a:off x="1931680" y="4882435"/>
            <a:ext cx="8201025" cy="57150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浏览器缓存策略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6"/>
            </p:custDataLst>
          </p:nvPr>
        </p:nvSpPr>
        <p:spPr>
          <a:xfrm>
            <a:off x="1931680" y="5340777"/>
            <a:ext cx="8201025" cy="781050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配置强缓存（Cache-Control）与协商缓存（ETag），对静态资源设置长期缓存指纹（hash值），减少重复传输。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20" name="标题 19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页面加载性能优化策略</a:t>
            </a:r>
            <a:endParaRPr lang="zh-CN" altLang="en-US" smtClean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内容占位符 2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0">
            <a:off x="0" y="2312276"/>
            <a:ext cx="6862887" cy="3143250"/>
            <a:chOff x="0" y="2312276"/>
            <a:chExt cx="6862887" cy="3143250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0" y="2312276"/>
              <a:ext cx="5391969" cy="3143250"/>
            </a:xfrm>
            <a:prstGeom prst="roundRect">
              <a:avLst>
                <a:gd name="adj" fmla="val 0"/>
              </a:avLst>
            </a:prstGeom>
            <a:solidFill>
              <a:schemeClr val="accent2">
                <a:alpha val="100000"/>
              </a:schemeClr>
            </a:solidFill>
          </p:spPr>
          <p:txBody>
            <a:bodyPr vert="horz" wrap="square" rtlCol="0" anchor="ctr" anchorCtr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375"/>
                </a:spcBef>
                <a:defRPr/>
              </a:pPr>
              <a:endParaRPr lang="en-US" sz="1100">
                <a:solidFill>
                  <a:schemeClr val="tx1"/>
                </a:solidFill>
              </a:endParaRPr>
            </a:p>
          </p:txBody>
        </p:sp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3719637" y="2312276"/>
              <a:ext cx="3143250" cy="3143250"/>
            </a:xfrm>
            <a:prstGeom prst="ellipse">
              <a:avLst/>
            </a:prstGeom>
            <a:solidFill>
              <a:schemeClr val="accent2">
                <a:alpha val="100000"/>
              </a:schemeClr>
            </a:solidFill>
          </p:spPr>
        </p:sp>
      </p:grp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7530691" y="1447065"/>
            <a:ext cx="3690456" cy="141146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采用模块化设计（ES Modules）封装作用域，利用IIFE或块级作用域限制变量生存周期，防止意外内存驻留。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>
            <p:custDataLst>
              <p:tags r:id="rId5"/>
            </p:custDataLst>
          </p:nvPr>
        </p:nvSpPr>
        <p:spPr>
          <a:xfrm rot="10800000">
            <a:off x="7058808" y="3724782"/>
            <a:ext cx="628565" cy="400981"/>
          </a:xfrm>
          <a:prstGeom prst="leftArrow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 rot="9103272">
            <a:off x="6575971" y="2126142"/>
            <a:ext cx="628565" cy="400981"/>
          </a:xfrm>
          <a:prstGeom prst="leftArrow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 rot="-8905300" flipV="1">
            <a:off x="6576947" y="5374256"/>
            <a:ext cx="628565" cy="400981"/>
          </a:xfrm>
          <a:prstGeom prst="leftArrow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9" name="TextBox 9"/>
          <p:cNvSpPr txBox="1"/>
          <p:nvPr>
            <p:custDataLst>
              <p:tags r:id="rId8"/>
            </p:custDataLst>
          </p:nvPr>
        </p:nvSpPr>
        <p:spPr>
          <a:xfrm>
            <a:off x="7452351" y="5297792"/>
            <a:ext cx="3690456" cy="141146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对高频操作的数据采用TypedArray替代传统数组，减少动态类型转换开销；对象池技术复用复杂对象，降低GC触发频率。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9"/>
            </p:custDataLst>
          </p:nvPr>
        </p:nvSpPr>
        <p:spPr>
          <a:xfrm>
            <a:off x="7911312" y="3381201"/>
            <a:ext cx="3690456" cy="1411461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en-US" sz="1500">
                <a:solidFill>
                  <a:schemeClr val="tx1"/>
                </a:solidFill>
                <a:cs typeface="Noto Sans SC" panose="020B0200000000000000" charset="-122"/>
              </a:rPr>
              <a:t>移除废弃节点时同步清除相关事件监听器，使用WeakMap存储DOM关联数据，避免因循环引用导致的内存泄漏。</a:t>
            </a:r>
            <a:endParaRPr lang="en-US" sz="150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10"/>
            </p:custDataLst>
          </p:nvPr>
        </p:nvSpPr>
        <p:spPr>
          <a:xfrm>
            <a:off x="7530691" y="1143824"/>
            <a:ext cx="3533775" cy="40957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 fontScale="90000"/>
          </a:bodyPr>
          <a:lstStyle/>
          <a:p>
            <a:pPr>
              <a:lnSpc>
                <a:spcPct val="77000"/>
              </a:lnSpc>
            </a:pPr>
            <a:r>
              <a:rPr lang="en-US" sz="2025" b="1">
                <a:solidFill>
                  <a:schemeClr val="accent1"/>
                </a:solidFill>
                <a:cs typeface="Noto Sans SC" panose="020B0200000000000000" charset="-122"/>
              </a:rPr>
              <a:t>减少全局变量污染</a:t>
            </a:r>
            <a:endParaRPr lang="en-US" sz="2025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11"/>
            </p:custDataLst>
          </p:nvPr>
        </p:nvSpPr>
        <p:spPr>
          <a:xfrm>
            <a:off x="7911312" y="3119263"/>
            <a:ext cx="3533775" cy="40957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 fontScale="90000"/>
          </a:bodyPr>
          <a:lstStyle/>
          <a:p>
            <a:pPr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及时释放DOM引用</a:t>
            </a:r>
            <a:endParaRPr lang="en-US" sz="2025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12"/>
            </p:custDataLst>
          </p:nvPr>
        </p:nvSpPr>
        <p:spPr>
          <a:xfrm>
            <a:off x="7452351" y="5007126"/>
            <a:ext cx="3533775" cy="409575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 fontScale="90000"/>
          </a:bodyPr>
          <a:lstStyle/>
          <a:p>
            <a:pPr>
              <a:lnSpc>
                <a:spcPct val="77000"/>
              </a:lnSpc>
            </a:pPr>
            <a:r>
              <a:rPr lang="en-US" sz="2025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优化数据结构</a:t>
            </a:r>
            <a:endParaRPr lang="en-US" sz="2025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14" name="TextBox 14"/>
          <p:cNvSpPr txBox="1"/>
          <p:nvPr>
            <p:custDataLst>
              <p:tags r:id="rId13"/>
            </p:custDataLst>
          </p:nvPr>
        </p:nvSpPr>
        <p:spPr>
          <a:xfrm>
            <a:off x="353535" y="2528436"/>
            <a:ext cx="5742466" cy="2710929"/>
          </a:xfrm>
          <a:prstGeom prst="rect">
            <a:avLst/>
          </a:prstGeom>
        </p:spPr>
        <p:txBody>
          <a:bodyPr vert="horz" wrap="square" lIns="114300" tIns="57150" rIns="114300" bIns="57150" rtlCol="0" anchor="ctr" anchorCtr="1">
            <a:norm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875">
                <a:solidFill>
                  <a:schemeClr val="bg1"/>
                </a:solidFill>
                <a:cs typeface="Noto Sans SC" panose="020B0200000000000000" charset="-122"/>
              </a:rPr>
              <a:t>高效的内存管理是保障Web应用流畅运行的核心，需避免内存泄漏和频繁垃圾回收导致的性能抖动，通过合理设计对象生命周期和事件监听机制实现稳定内存占用。</a:t>
            </a:r>
            <a:endParaRPr lang="en-US" sz="1875">
              <a:solidFill>
                <a:schemeClr val="bg1"/>
              </a:solidFill>
              <a:cs typeface="Noto Sans SC" panose="020B0200000000000000" charset="-122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内存管理与垃圾回收</a:t>
            </a:r>
            <a:endParaRPr lang="zh-CN" altLang="en-US" smtClean="0">
              <a:sym typeface="+mn-ea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3829" y="1569374"/>
            <a:ext cx="230516" cy="23051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" name="TextBox 3"/>
          <p:cNvSpPr txBox="1"/>
          <p:nvPr>
            <p:custDataLst>
              <p:tags r:id="rId1"/>
            </p:custDataLst>
          </p:nvPr>
        </p:nvSpPr>
        <p:spPr>
          <a:xfrm>
            <a:off x="678104" y="1880144"/>
            <a:ext cx="10937202" cy="1040419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通过Service Worker拦截网络请求，结合Cache API缓存核心静态资源（HTML/CSS/JS），实现离线访问能力，支持Stale-While-Revalidate策略平衡实时性与可用性。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使用Workbox库简化缓存规则配置，自动处理版本更新和缓存清理，确保用户始终获取最新版本资源。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4" name="TextBox 4"/>
          <p:cNvSpPr txBox="1"/>
          <p:nvPr>
            <p:custDataLst>
              <p:tags r:id="rId2"/>
            </p:custDataLst>
          </p:nvPr>
        </p:nvSpPr>
        <p:spPr>
          <a:xfrm>
            <a:off x="994345" y="1415196"/>
            <a:ext cx="4078642" cy="538873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/>
                </a:solidFill>
                <a:cs typeface="Noto Sans SC" panose="020B0200000000000000" charset="-122"/>
              </a:rPr>
              <a:t>离线缓存策略</a:t>
            </a:r>
            <a:endParaRPr lang="en-US" sz="2400" b="1">
              <a:solidFill>
                <a:schemeClr val="accent1"/>
              </a:solidFill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678104" y="3609741"/>
            <a:ext cx="11037419" cy="1013281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采用App Shell模型分离UI框架与内容，预缓存壳资源（导航栏/骨架屏），实现毫秒级首屏渲染，后续通过AJAX动态填充数据。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利用IndexedDB存储结构化数据，支持离线编辑和同步冲突解决，提升复杂交互场景下的用户体验一致性。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4"/>
            </p:custDataLst>
          </p:nvPr>
        </p:nvSpPr>
        <p:spPr>
          <a:xfrm>
            <a:off x="994345" y="3160943"/>
            <a:ext cx="4078642" cy="49753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应用壳架构优化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5"/>
            </p:custDataLst>
          </p:nvPr>
        </p:nvSpPr>
        <p:spPr>
          <a:xfrm>
            <a:off x="678104" y="5346136"/>
            <a:ext cx="11037419" cy="1073264"/>
          </a:xfrm>
          <a:prstGeom prst="rect">
            <a:avLst/>
          </a:prstGeom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集成Lighthouse自动化测试工具，定期检测首次内容绘制（FCP）、交互准备就绪时间（TTI）等核心指标，针对性优化关键路径。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  <a:p>
            <a:pPr marL="228600" lvl="1" indent="-228600" algn="l">
              <a:lnSpc>
                <a:spcPct val="140000"/>
              </a:lnSpc>
              <a:buFont typeface="Arial" panose="020B0604020202020204"/>
              <a:buChar char="•"/>
            </a:pPr>
            <a:r>
              <a:rPr lang="en-US" sz="1350">
                <a:solidFill>
                  <a:schemeClr val="tx1"/>
                </a:solidFill>
                <a:cs typeface="Noto Sans SC" panose="020B0200000000000000" charset="-122"/>
              </a:rPr>
              <a:t>使用navigator.connectionAPI识别网络环境，动态调整资源加载策略（如4G下预加载视频，2G仅加载缩略图）。</a:t>
            </a:r>
            <a:endParaRPr lang="en-US" sz="1350">
              <a:solidFill>
                <a:schemeClr val="tx1"/>
              </a:solidFill>
              <a:cs typeface="Noto Sans SC" panose="020B0200000000000000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6"/>
            </p:custDataLst>
          </p:nvPr>
        </p:nvSpPr>
        <p:spPr>
          <a:xfrm>
            <a:off x="994345" y="4927239"/>
            <a:ext cx="4078642" cy="49753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cs typeface="Noto Sans SC" panose="020B0200000000000000" charset="-122"/>
              </a:rPr>
              <a:t>性能监测与调优</a:t>
            </a:r>
            <a:endParaRPr lang="en-US" sz="2400" b="1">
              <a:solidFill>
                <a:schemeClr val="accent1">
                  <a:alpha val="100000"/>
                </a:schemeClr>
              </a:solidFill>
              <a:cs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3829" y="3294450"/>
            <a:ext cx="230516" cy="23051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763829" y="5060746"/>
            <a:ext cx="230516" cy="230516"/>
          </a:xfrm>
          <a:prstGeom prst="ellipse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14" name="标题 13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p>
            <a:pPr lvl="0" algn="l">
              <a:buClrTx/>
              <a:buSzTx/>
              <a:buFontTx/>
            </a:pPr>
            <a:r>
              <a:rPr lang="zh-CN" altLang="en-US" smtClean="0">
                <a:sym typeface="+mn-ea"/>
              </a:rPr>
              <a:t>渐进式</a:t>
            </a:r>
            <a:r>
              <a:rPr lang="zh-CN" altLang="en-US" smtClean="0">
                <a:sym typeface="+mn-ea"/>
              </a:rPr>
              <a:t>Web</a:t>
            </a:r>
            <a:r>
              <a:rPr lang="zh-CN" altLang="en-US" smtClean="0">
                <a:sym typeface="+mn-ea"/>
              </a:rPr>
              <a:t>应用</a:t>
            </a:r>
            <a:r>
              <a:rPr lang="zh-CN" altLang="en-US" smtClean="0">
                <a:sym typeface="+mn-ea"/>
              </a:rPr>
              <a:t>(PWA)</a:t>
            </a:r>
            <a:r>
              <a:rPr lang="zh-CN" altLang="en-US" smtClean="0">
                <a:sym typeface="+mn-ea"/>
              </a:rPr>
              <a:t>开发</a:t>
            </a:r>
            <a:endParaRPr lang="zh-CN" altLang="en-US" smtClean="0"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/>
          <p:cNvSpPr>
            <a:spLocks noGrp="1"/>
          </p:cNvSpPr>
          <p:nvPr/>
        </p:nvSpPr>
        <p:spPr>
          <a:xfrm>
            <a:off x="3562269" y="2676265"/>
            <a:ext cx="6988435" cy="1649151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96000"/>
              </a:lnSpc>
              <a:spcBef>
                <a:spcPct val="0"/>
              </a:spcBef>
              <a:buClrTx/>
              <a:buSzTx/>
              <a:buFontTx/>
              <a:buNone/>
              <a:defRPr kumimoji="0" lang="en-US" altLang="en-US" sz="8850" b="1" i="0" u="none" strike="noStrike" kern="1200" cap="none" spc="0" normalizeH="0" baseline="0" noProof="1">
                <a:solidFill>
                  <a:srgbClr val="000000">
                    <a:alpha val="100000"/>
                  </a:srgbClr>
                </a:solidFill>
                <a:latin typeface="+mj-lt"/>
                <a:ea typeface="+mj-ea"/>
                <a:cs typeface="Noto Sans SC" panose="020B0200000000000000" charset="-122"/>
              </a:defRPr>
            </a:lvl1pPr>
          </a:lstStyle>
          <a:p>
            <a:pPr algn="l">
              <a:buNone/>
            </a:pPr>
            <a:r>
              <a:rPr altLang="en-US">
                <a:solidFill>
                  <a:schemeClr val="tx1"/>
                </a:solidFill>
              </a:rPr>
              <a:t>THANKS</a:t>
            </a:r>
            <a:endParaRPr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LayoutZOrder" val="7"/>
  <p:tag name="KSO_WM_UNIT_ID" val="_1**"/>
  <p:tag name="KSO_WM_UNIT_LAYERLEVEL" val="1"/>
  <p:tag name="KSO_WM_TEMPLATE_CATEGORY" val="custom"/>
  <p:tag name="KSO_WM_TEMPLATE_USER_THEME" val="1"/>
</p:tagLst>
</file>

<file path=ppt/tags/tag2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LayoutZOrder" val="8"/>
  <p:tag name="KSO_WM_UNIT_ID" val="_1**"/>
  <p:tag name="KSO_WM_UNIT_LAYERLEVEL" val="1"/>
  <p:tag name="KSO_WM_TEMPLATE_CATEGORY" val="custom"/>
  <p:tag name="KSO_WM_TEMPLATE_USER_THEME" val="1"/>
</p:tagLst>
</file>

<file path=ppt/tags/tag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LayoutZOrder" val="9"/>
  <p:tag name="KSO_WM_UNIT_ID" val="_1**"/>
  <p:tag name="KSO_WM_UNIT_LAYERLEVEL" val="1"/>
  <p:tag name="KSO_WM_TEMPLATE_CATEGORY" val="custom"/>
  <p:tag name="KSO_WM_TEMPLATE_USER_THEME" val="1"/>
</p:tagLst>
</file>

<file path=ppt/tags/tag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LayoutZOrder" val="10"/>
  <p:tag name="KSO_WM_UNIT_ID" val="_1**"/>
  <p:tag name="KSO_WM_UNIT_LAYERLEVEL" val="1"/>
  <p:tag name="KSO_WM_TEMPLATE_CATEGORY" val="custom"/>
  <p:tag name="KSO_WM_TEMPLATE_USER_THEME" val="1"/>
</p:tagLst>
</file>

<file path=ppt/tags/tag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LayoutZOrder" val="11"/>
  <p:tag name="KSO_WM_UNIT_ID" val="_1**"/>
  <p:tag name="KSO_WM_UNIT_LAYERLEVEL" val="1"/>
  <p:tag name="KSO_WM_TEMPLATE_CATEGORY" val="custom"/>
  <p:tag name="KSO_WM_TEMPLATE_USER_THEME" val="1"/>
</p:tagLst>
</file>

<file path=ppt/tags/tag6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LayoutZOrder" val="12"/>
  <p:tag name="KSO_WM_UNIT_ID" val="_1**"/>
  <p:tag name="KSO_WM_UNIT_LAYERLEVEL" val="1"/>
  <p:tag name="KSO_WM_TEMPLATE_CATEGORY" val="custom"/>
  <p:tag name="KSO_WM_TEMPLATE_USER_THEME" val="1"/>
</p:tagLst>
</file>

<file path=ppt/tags/tag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LayoutZOrder" val="13"/>
  <p:tag name="KSO_WM_UNIT_ID" val="_1**"/>
  <p:tag name="KSO_WM_UNIT_LAYERLEVEL" val="1"/>
  <p:tag name="KSO_WM_TEMPLATE_CATEGORY" val="custom"/>
  <p:tag name="KSO_WM_TEMPLATE_USER_THEME" val="1"/>
</p:tagLst>
</file>

<file path=ppt/tags/tag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LayoutZOrder" val="14"/>
  <p:tag name="KSO_WM_UNIT_ID" val="_1**"/>
  <p:tag name="KSO_WM_UNIT_LAYERLEVEL" val="1"/>
  <p:tag name="KSO_WM_TEMPLATE_CATEGORY" val="custom"/>
  <p:tag name="KSO_WM_TEMPLATE_USER_THEME" val="1"/>
</p:tagLst>
</file>

<file path=ppt/tags/tag9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LayoutZOrder" val="15"/>
  <p:tag name="KSO_WM_UNIT_ID" val="_1**"/>
  <p:tag name="KSO_WM_UNIT_LAYERLEVEL" val="1"/>
  <p:tag name="KSO_WM_TEMPLATE_CATEGORY" val="custom"/>
  <p:tag name="KSO_WM_TEMPLATE_USER_THEME" val="1"/>
</p:tagLst>
</file>

<file path=ppt/tags/tag1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LayoutZOrder" val="16"/>
  <p:tag name="KSO_WM_UNIT_ID" val="_1**"/>
  <p:tag name="KSO_WM_UNIT_LAYERLEVEL" val="1"/>
  <p:tag name="KSO_WM_TEMPLATE_CATEGORY" val="custom"/>
  <p:tag name="KSO_WM_TEMPLATE_USER_THEME" val="1"/>
</p:tagLst>
</file>

<file path=ppt/tags/tag1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LayoutZOrder" val="17"/>
  <p:tag name="KSO_WM_UNIT_ID" val="_1**"/>
  <p:tag name="KSO_WM_UNIT_LAYERLEVEL" val="1"/>
  <p:tag name="KSO_WM_TEMPLATE_CATEGORY" val="custom"/>
  <p:tag name="KSO_WM_TEMPLATE_USER_THEME" val="1"/>
</p:tagLst>
</file>

<file path=ppt/tags/tag1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LayoutZOrder" val="18"/>
  <p:tag name="KSO_WM_UNIT_ID" val="_1**"/>
  <p:tag name="KSO_WM_UNIT_LAYERLEVEL" val="1"/>
  <p:tag name="KSO_WM_TEMPLATE_CATEGORY" val="custom"/>
  <p:tag name="KSO_WM_TEMPLATE_USER_THEME" val="1"/>
</p:tagLst>
</file>

<file path=ppt/tags/tag1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LayoutZOrder" val="19"/>
  <p:tag name="KSO_WM_UNIT_ID" val="_1**"/>
  <p:tag name="KSO_WM_UNIT_LAYERLEVEL" val="1"/>
  <p:tag name="KSO_WM_TEMPLATE_CATEGORY" val="custom"/>
  <p:tag name="KSO_WM_TEMPLATE_USER_THEME" val="1"/>
</p:tagLst>
</file>

<file path=ppt/tags/tag14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LayoutZOrder" val="20"/>
  <p:tag name="KSO_WM_UNIT_ID" val="_1**"/>
  <p:tag name="KSO_WM_UNIT_LAYERLEVEL" val="1"/>
  <p:tag name="KSO_WM_TEMPLATE_CATEGORY" val="custom"/>
  <p:tag name="KSO_WM_TEMPLATE_USER_THEME" val="1"/>
</p:tagLst>
</file>

<file path=ppt/tags/tag1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LayoutZOrder" val="21"/>
  <p:tag name="KSO_WM_UNIT_ID" val="_1**"/>
  <p:tag name="KSO_WM_UNIT_LAYERLEVEL" val="1"/>
  <p:tag name="KSO_WM_TEMPLATE_CATEGORY" val="custom"/>
  <p:tag name="KSO_WM_TEMPLATE_USER_THEME" val="1"/>
</p:tagLst>
</file>

<file path=ppt/tags/tag1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LayoutZOrder" val="22"/>
  <p:tag name="KSO_WM_UNIT_ID" val="_1**"/>
  <p:tag name="KSO_WM_UNIT_LAYERLEVEL" val="1"/>
  <p:tag name="KSO_WM_TEMPLATE_CATEGORY" val="custom"/>
  <p:tag name="KSO_WM_TEMPLATE_USER_THEME" val="1"/>
</p:tagLst>
</file>

<file path=ppt/tags/tag17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LayoutZOrder" val="23"/>
  <p:tag name="KSO_WM_UNIT_ID" val="_1**"/>
  <p:tag name="KSO_WM_UNIT_LAYERLEVEL" val="1"/>
  <p:tag name="KSO_WM_TEMPLATE_CATEGORY" val="custom"/>
  <p:tag name="KSO_WM_TEMPLATE_USER_THEME" val="1"/>
</p:tagLst>
</file>

<file path=ppt/tags/tag18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LayoutZOrder" val="24"/>
  <p:tag name="KSO_WM_UNIT_ID" val="_1**"/>
  <p:tag name="KSO_WM_UNIT_LAYERLEVEL" val="1"/>
  <p:tag name="KSO_WM_TEMPLATE_CATEGORY" val="custom"/>
  <p:tag name="KSO_WM_TEMPLATE_USER_THEME" val="1"/>
</p:tagLst>
</file>

<file path=ppt/tags/tag1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LayoutZOrder" val="25"/>
  <p:tag name="KSO_WM_UNIT_ID" val="_1**"/>
  <p:tag name="KSO_WM_UNIT_LAYERLEVEL" val="1"/>
  <p:tag name="KSO_WM_TEMPLATE_CATEGORY" val="custom"/>
  <p:tag name="KSO_WM_TEMPLATE_USER_THEME" val="1"/>
</p:tagLst>
</file>

<file path=ppt/tags/tag20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LayoutZOrder" val="26"/>
  <p:tag name="KSO_WM_UNIT_ID" val="_1**"/>
  <p:tag name="KSO_WM_UNIT_LAYERLEVEL" val="1"/>
  <p:tag name="KSO_WM_TEMPLATE_CATEGORY" val="custom"/>
  <p:tag name="KSO_WM_TEMPLATE_USER_THEME" val="1"/>
</p:tagLst>
</file>

<file path=ppt/tags/tag21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LayoutZOrder" val="27"/>
  <p:tag name="KSO_WM_UNIT_ID" val="_1**"/>
  <p:tag name="KSO_WM_UNIT_LAYERLEVEL" val="1"/>
  <p:tag name="KSO_WM_TEMPLATE_CATEGORY" val="custom"/>
  <p:tag name="KSO_WM_TEMPLATE_USER_THEME" val="1"/>
</p:tagLst>
</file>

<file path=ppt/tags/tag22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LayoutZOrder" val="28"/>
  <p:tag name="KSO_WM_UNIT_ID" val="_1**"/>
  <p:tag name="KSO_WM_UNIT_LAYERLEVEL" val="1"/>
  <p:tag name="KSO_WM_TEMPLATE_CATEGORY" val="custom"/>
  <p:tag name="KSO_WM_TEMPLATE_USER_THEME" val="1"/>
</p:tagLst>
</file>

<file path=ppt/tags/tag23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LayoutZOrder" val="29"/>
  <p:tag name="KSO_WM_UNIT_ID" val="_1**"/>
  <p:tag name="KSO_WM_UNIT_LAYERLEVEL" val="1"/>
  <p:tag name="KSO_WM_TEMPLATE_CATEGORY" val="custom"/>
  <p:tag name="KSO_WM_TEMPLATE_USER_THEME" val="1"/>
</p:tagLst>
</file>

<file path=ppt/tags/tag24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LayoutZOrder" val="30"/>
  <p:tag name="KSO_WM_UNIT_ID" val="_1**"/>
  <p:tag name="KSO_WM_UNIT_LAYERLEVEL" val="1"/>
  <p:tag name="KSO_WM_TEMPLATE_CATEGORY" val="custom"/>
  <p:tag name="KSO_WM_TEMPLATE_USER_THEME" val="1"/>
</p:tagLst>
</file>

<file path=ppt/tags/tag25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LayoutZOrder" val="31"/>
  <p:tag name="KSO_WM_UNIT_ID" val="_1**"/>
  <p:tag name="KSO_WM_UNIT_LAYERLEVEL" val="1"/>
  <p:tag name="KSO_WM_TEMPLATE_CATEGORY" val="custom"/>
  <p:tag name="KSO_WM_TEMPLATE_USER_THEME" val="1"/>
</p:tagLst>
</file>

<file path=ppt/tags/tag26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LayoutZOrder" val="32"/>
  <p:tag name="KSO_WM_UNIT_ID" val="_1**"/>
  <p:tag name="KSO_WM_UNIT_LAYERLEVEL" val="1"/>
  <p:tag name="KSO_WM_TEMPLATE_CATEGORY" val="custom"/>
  <p:tag name="KSO_WM_TEMPLATE_USER_THEME" val="1"/>
</p:tagLst>
</file>

<file path=ppt/tags/tag2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3"/>
  <p:tag name="KSO_WM_UNIT_ID" val="_1**"/>
  <p:tag name="KSO_WM_UNIT_LAYERLEVEL" val="1"/>
  <p:tag name="KSO_WM_TEMPLATE_CATEGORY" val="custom"/>
  <p:tag name="KSO_WM_TEMPLATE_USER_THEME" val="1"/>
</p:tagLst>
</file>

<file path=ppt/tags/tag2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34"/>
  <p:tag name="KSO_WM_UNIT_ID" val="_1**"/>
  <p:tag name="KSO_WM_UNIT_LAYERLEVEL" val="1"/>
  <p:tag name="KSO_WM_TEMPLATE_CATEGORY" val="custom"/>
  <p:tag name="KSO_WM_TEMPLATE_USER_THEME" val="1"/>
</p:tagLst>
</file>

<file path=ppt/tags/tag2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35"/>
  <p:tag name="KSO_WM_UNIT_ID" val="_1**"/>
  <p:tag name="KSO_WM_UNIT_LAYERLEVEL" val="1"/>
  <p:tag name="KSO_WM_TEMPLATE_CATEGORY" val="custom"/>
  <p:tag name="KSO_WM_TEMPLATE_USER_THEME" val="1"/>
</p:tagLst>
</file>

<file path=ppt/tags/tag3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36"/>
  <p:tag name="KSO_WM_UNIT_ID" val="_1**"/>
  <p:tag name="KSO_WM_UNIT_LAYERLEVEL" val="1"/>
  <p:tag name="KSO_WM_TEMPLATE_CATEGORY" val="custom"/>
  <p:tag name="KSO_WM_TEMPLATE_USER_THEME" val="1"/>
</p:tagLst>
</file>

<file path=ppt/tags/tag3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37"/>
  <p:tag name="KSO_WM_UNIT_ID" val="_1**"/>
  <p:tag name="KSO_WM_UNIT_LAYERLEVEL" val="1"/>
  <p:tag name="KSO_WM_TEMPLATE_CATEGORY" val="custom"/>
  <p:tag name="KSO_WM_TEMPLATE_USER_THEME" val="1"/>
</p:tagLst>
</file>

<file path=ppt/tags/tag3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LayoutZOrder" val="38"/>
  <p:tag name="KSO_WM_UNIT_ID" val="_1**"/>
  <p:tag name="KSO_WM_UNIT_LAYERLEVEL" val="1"/>
  <p:tag name="KSO_WM_TEMPLATE_CATEGORY" val="custom"/>
  <p:tag name="KSO_WM_TEMPLATE_USER_THEME" val="1"/>
</p:tagLst>
</file>

<file path=ppt/tags/tag3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39"/>
  <p:tag name="KSO_WM_UNIT_ID" val="_1**"/>
  <p:tag name="KSO_WM_UNIT_LAYERLEVEL" val="1"/>
  <p:tag name="KSO_WM_TEMPLATE_CATEGORY" val="custom"/>
  <p:tag name="KSO_WM_TEMPLATE_USER_THEME" val="1"/>
</p:tagLst>
</file>

<file path=ppt/tags/tag3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0"/>
  <p:tag name="KSO_WM_UNIT_ID" val="_1**"/>
  <p:tag name="KSO_WM_UNIT_LAYERLEVEL" val="1"/>
  <p:tag name="KSO_WM_TEMPLATE_CATEGORY" val="custom"/>
  <p:tag name="KSO_WM_TEMPLATE_USER_THEME" val="1"/>
</p:tagLst>
</file>

<file path=ppt/tags/tag3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1"/>
  <p:tag name="KSO_WM_UNIT_ID" val="_1**"/>
  <p:tag name="KSO_WM_UNIT_LAYERLEVEL" val="1"/>
  <p:tag name="KSO_WM_TEMPLATE_CATEGORY" val="custom"/>
  <p:tag name="KSO_WM_TEMPLATE_USER_THEME" val="1"/>
</p:tagLst>
</file>

<file path=ppt/tags/tag3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42"/>
  <p:tag name="KSO_WM_UNIT_ID" val="_1**"/>
  <p:tag name="KSO_WM_UNIT_LAYERLEVEL" val="1"/>
  <p:tag name="KSO_WM_TEMPLATE_CATEGORY" val="custom"/>
  <p:tag name="KSO_WM_TEMPLATE_USER_THEME" val="1"/>
</p:tagLst>
</file>

<file path=ppt/tags/tag3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43"/>
  <p:tag name="KSO_WM_UNIT_ID" val="_1**"/>
  <p:tag name="KSO_WM_UNIT_LAYERLEVEL" val="1"/>
  <p:tag name="KSO_WM_TEMPLATE_CATEGORY" val="custom"/>
  <p:tag name="KSO_WM_TEMPLATE_USER_THEME" val="1"/>
</p:tagLst>
</file>

<file path=ppt/tags/tag38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LayoutZOrder" val="44"/>
  <p:tag name="KSO_WM_UNIT_ID" val="_1**"/>
  <p:tag name="KSO_WM_UNIT_LAYERLEVEL" val="1"/>
  <p:tag name="KSO_WM_TEMPLATE_CATEGORY" val="custom"/>
  <p:tag name="KSO_WM_TEMPLATE_USER_THEME" val="1"/>
</p:tagLst>
</file>

<file path=ppt/tags/tag3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LayoutZOrder" val="45"/>
  <p:tag name="KSO_WM_UNIT_ID" val="_1**"/>
  <p:tag name="KSO_WM_UNIT_LAYERLEVEL" val="1"/>
  <p:tag name="KSO_WM_TEMPLATE_CATEGORY" val="custom"/>
  <p:tag name="KSO_WM_TEMPLATE_USER_THEME" val="1"/>
</p:tagLst>
</file>

<file path=ppt/tags/tag4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LayoutZOrder" val="46"/>
  <p:tag name="KSO_WM_UNIT_ID" val="_1**"/>
  <p:tag name="KSO_WM_UNIT_LAYERLEVEL" val="1"/>
  <p:tag name="KSO_WM_TEMPLATE_CATEGORY" val="custom"/>
  <p:tag name="KSO_WM_TEMPLATE_USER_THEME" val="1"/>
</p:tagLst>
</file>

<file path=ppt/tags/tag4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LayoutZOrder" val="47"/>
  <p:tag name="KSO_WM_UNIT_ID" val="_1**"/>
  <p:tag name="KSO_WM_UNIT_LAYERLEVEL" val="1"/>
  <p:tag name="KSO_WM_TEMPLATE_CATEGORY" val="custom"/>
  <p:tag name="KSO_WM_TEMPLATE_USER_THEME" val="1"/>
</p:tagLst>
</file>

<file path=ppt/tags/tag4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LayoutZOrder" val="48"/>
  <p:tag name="KSO_WM_UNIT_ID" val="_1**"/>
  <p:tag name="KSO_WM_UNIT_LAYERLEVEL" val="1"/>
  <p:tag name="KSO_WM_TEMPLATE_CATEGORY" val="custom"/>
  <p:tag name="KSO_WM_TEMPLATE_USER_THEME" val="1"/>
</p:tagLst>
</file>

<file path=ppt/tags/tag43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LayoutZOrder" val="49"/>
  <p:tag name="KSO_WM_UNIT_ID" val="_1**"/>
  <p:tag name="KSO_WM_UNIT_LAYERLEVEL" val="1"/>
  <p:tag name="KSO_WM_TEMPLATE_CATEGORY" val="custom"/>
  <p:tag name="KSO_WM_TEMPLATE_USER_THEME" val="1"/>
</p:tagLst>
</file>

<file path=ppt/tags/tag4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LayoutZOrder" val="50"/>
  <p:tag name="KSO_WM_UNIT_ID" val="_1**"/>
  <p:tag name="KSO_WM_UNIT_LAYERLEVEL" val="1"/>
  <p:tag name="KSO_WM_TEMPLATE_CATEGORY" val="custom"/>
  <p:tag name="KSO_WM_TEMPLATE_USER_THEME" val="1"/>
</p:tagLst>
</file>

<file path=ppt/tags/tag4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LayoutZOrder" val="51"/>
  <p:tag name="KSO_WM_UNIT_ID" val="_1**"/>
  <p:tag name="KSO_WM_UNIT_LAYERLEVEL" val="1"/>
  <p:tag name="KSO_WM_TEMPLATE_CATEGORY" val="custom"/>
  <p:tag name="KSO_WM_TEMPLATE_USER_THEME" val="1"/>
</p:tagLst>
</file>

<file path=ppt/tags/tag4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2"/>
  <p:tag name="KSO_WM_UNIT_ID" val="_1**"/>
  <p:tag name="KSO_WM_UNIT_LAYERLEVEL" val="1"/>
  <p:tag name="KSO_WM_TEMPLATE_CATEGORY" val="custom"/>
  <p:tag name="KSO_WM_TEMPLATE_USER_THEME" val="1"/>
</p:tagLst>
</file>

<file path=ppt/tags/tag4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53"/>
  <p:tag name="KSO_WM_UNIT_ID" val="_1**"/>
  <p:tag name="KSO_WM_UNIT_LAYERLEVEL" val="1"/>
  <p:tag name="KSO_WM_TEMPLATE_CATEGORY" val="custom"/>
  <p:tag name="KSO_WM_TEMPLATE_USER_THEME" val="1"/>
</p:tagLst>
</file>

<file path=ppt/tags/tag4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54"/>
  <p:tag name="KSO_WM_UNIT_ID" val="_1**"/>
  <p:tag name="KSO_WM_UNIT_LAYERLEVEL" val="1"/>
  <p:tag name="KSO_WM_TEMPLATE_CATEGORY" val="custom"/>
  <p:tag name="KSO_WM_TEMPLATE_USER_THEME" val="1"/>
</p:tagLst>
</file>

<file path=ppt/tags/tag4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55"/>
  <p:tag name="KSO_WM_UNIT_ID" val="_1**"/>
  <p:tag name="KSO_WM_UNIT_LAYERLEVEL" val="1"/>
  <p:tag name="KSO_WM_TEMPLATE_CATEGORY" val="custom"/>
  <p:tag name="KSO_WM_TEMPLATE_USER_THEME" val="1"/>
</p:tagLst>
</file>

<file path=ppt/tags/tag5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56"/>
  <p:tag name="KSO_WM_UNIT_ID" val="_1**"/>
  <p:tag name="KSO_WM_UNIT_LAYERLEVEL" val="1"/>
  <p:tag name="KSO_WM_TEMPLATE_CATEGORY" val="custom"/>
  <p:tag name="KSO_WM_TEMPLATE_USER_THEME" val="1"/>
</p:tagLst>
</file>

<file path=ppt/tags/tag5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57"/>
  <p:tag name="KSO_WM_UNIT_ID" val="_1**"/>
  <p:tag name="KSO_WM_UNIT_LAYERLEVEL" val="1"/>
  <p:tag name="KSO_WM_TEMPLATE_CATEGORY" val="custom"/>
  <p:tag name="KSO_WM_TEMPLATE_USER_THEME" val="1"/>
</p:tagLst>
</file>

<file path=ppt/tags/tag5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LayoutZOrder" val="58"/>
  <p:tag name="KSO_WM_UNIT_ID" val="_1**"/>
  <p:tag name="KSO_WM_UNIT_LAYERLEVEL" val="1"/>
  <p:tag name="KSO_WM_TEMPLATE_CATEGORY" val="custom"/>
  <p:tag name="KSO_WM_TEMPLATE_USER_THEME" val="1"/>
</p:tagLst>
</file>

<file path=ppt/tags/tag5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LayoutZOrder" val="59"/>
  <p:tag name="KSO_WM_UNIT_ID" val="_1**"/>
  <p:tag name="KSO_WM_UNIT_LAYERLEVEL" val="1"/>
  <p:tag name="KSO_WM_TEMPLATE_CATEGORY" val="custom"/>
  <p:tag name="KSO_WM_TEMPLATE_USER_THEME" val="1"/>
</p:tagLst>
</file>

<file path=ppt/tags/tag5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60"/>
  <p:tag name="KSO_WM_UNIT_ID" val="_1**"/>
  <p:tag name="KSO_WM_UNIT_LAYERLEVEL" val="1"/>
  <p:tag name="KSO_WM_TEMPLATE_CATEGORY" val="custom"/>
  <p:tag name="KSO_WM_TEMPLATE_USER_THEME" val="1"/>
</p:tagLst>
</file>

<file path=ppt/tags/tag5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LayoutZOrder" val="61"/>
  <p:tag name="KSO_WM_UNIT_ID" val="_1**"/>
  <p:tag name="KSO_WM_UNIT_LAYERLEVEL" val="1"/>
  <p:tag name="KSO_WM_TEMPLATE_CATEGORY" val="custom"/>
  <p:tag name="KSO_WM_TEMPLATE_USER_THEME" val="1"/>
</p:tagLst>
</file>

<file path=ppt/tags/tag5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62"/>
  <p:tag name="KSO_WM_UNIT_ID" val="_1**"/>
  <p:tag name="KSO_WM_UNIT_LAYERLEVEL" val="1"/>
  <p:tag name="KSO_WM_TEMPLATE_CATEGORY" val="custom"/>
  <p:tag name="KSO_WM_TEMPLATE_USER_THEME" val="1"/>
</p:tagLst>
</file>

<file path=ppt/tags/tag57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63"/>
  <p:tag name="KSO_WM_UNIT_ID" val="_1**"/>
  <p:tag name="KSO_WM_UNIT_LAYERLEVEL" val="1"/>
  <p:tag name="KSO_WM_TEMPLATE_CATEGORY" val="custom"/>
  <p:tag name="KSO_WM_TEMPLATE_USER_THEME" val="1"/>
</p:tagLst>
</file>

<file path=ppt/tags/tag5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64"/>
  <p:tag name="KSO_WM_UNIT_ID" val="_1**"/>
  <p:tag name="KSO_WM_UNIT_LAYERLEVEL" val="1"/>
  <p:tag name="KSO_WM_TEMPLATE_CATEGORY" val="custom"/>
  <p:tag name="KSO_WM_TEMPLATE_USER_THEME" val="1"/>
</p:tagLst>
</file>

<file path=ppt/tags/tag5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65"/>
  <p:tag name="KSO_WM_UNIT_ID" val="_1**"/>
  <p:tag name="KSO_WM_UNIT_LAYERLEVEL" val="1"/>
  <p:tag name="KSO_WM_TEMPLATE_CATEGORY" val="custom"/>
  <p:tag name="KSO_WM_TEMPLATE_USER_THEME" val="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TEMPLATE_CATEGORY" val="custom"/>
  <p:tag name="KSO_WM_TEMPLATE_USER_THEME" val="1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  <p:tag name="KSO_WM_TEMPLATE_CATEGORY" val="custom"/>
  <p:tag name="KSO_WM_TEMPLATE_USER_THEME" val="1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</p:tagLst>
</file>

<file path=ppt/tags/tag63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4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5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6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7.xml><?xml version="1.0" encoding="utf-8"?>
<p:tagLst xmlns:p="http://schemas.openxmlformats.org/presentationml/2006/main">
  <p:tag name="KSO_WM_UNIT_TYPE" val="a"/>
  <p:tag name="KSO_WM_UNIT_INDEX" val="1"/>
  <p:tag name="KSO_WM_UNIT_ID" val="_2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8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LayoutZOrder" val="10"/>
  <p:tag name="KSO_WM_UNIT_ID" val="_3**"/>
  <p:tag name="KSO_WM_UNIT_LAYERLEVEL" val="1"/>
  <p:tag name="KSO_WM_TEMPLATE_CATEGORY" val="custom"/>
  <p:tag name="KSO_WM_TEMPLATE_USER_THEME" val="1"/>
</p:tagLst>
</file>

<file path=ppt/tags/tag69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LayoutZOrder" val="11"/>
  <p:tag name="KSO_WM_UNIT_ID" val="_3**"/>
  <p:tag name="KSO_WM_UNIT_LAYERLEVEL" val="1"/>
  <p:tag name="KSO_WM_TEMPLATE_CATEGORY" val="custom"/>
  <p:tag name="KSO_WM_TEMPLATE_USER_THEME" val="1"/>
</p:tagLst>
</file>

<file path=ppt/tags/tag7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LayoutZOrder" val="12"/>
  <p:tag name="KSO_WM_UNIT_ID" val="_3**"/>
  <p:tag name="KSO_WM_UNIT_LAYERLEVEL" val="1"/>
  <p:tag name="KSO_WM_TEMPLATE_CATEGORY" val="custom"/>
  <p:tag name="KSO_WM_TEMPLATE_USER_THEME" val="1"/>
</p:tagLst>
</file>

<file path=ppt/tags/tag71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LayoutZOrder" val="13"/>
  <p:tag name="KSO_WM_UNIT_ID" val="_3**"/>
  <p:tag name="KSO_WM_UNIT_LAYERLEVEL" val="1"/>
  <p:tag name="KSO_WM_TEMPLATE_CATEGORY" val="custom"/>
  <p:tag name="KSO_WM_TEMPLATE_USER_THEME" val="1"/>
</p:tagLst>
</file>

<file path=ppt/tags/tag7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LayoutZOrder" val="14"/>
  <p:tag name="KSO_WM_UNIT_ID" val="_3**"/>
  <p:tag name="KSO_WM_UNIT_LAYERLEVEL" val="1"/>
  <p:tag name="KSO_WM_TEMPLATE_CATEGORY" val="custom"/>
  <p:tag name="KSO_WM_TEMPLATE_USER_THEME" val="1"/>
</p:tagLst>
</file>

<file path=ppt/tags/tag73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LayoutZOrder" val="15"/>
  <p:tag name="KSO_WM_UNIT_ID" val="_3**"/>
  <p:tag name="KSO_WM_UNIT_LAYERLEVEL" val="1"/>
  <p:tag name="KSO_WM_TEMPLATE_CATEGORY" val="custom"/>
  <p:tag name="KSO_WM_TEMPLATE_USER_THEME" val="1"/>
</p:tagLst>
</file>

<file path=ppt/tags/tag7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LayoutZOrder" val="16"/>
  <p:tag name="KSO_WM_UNIT_ID" val="_3**"/>
  <p:tag name="KSO_WM_UNIT_LAYERLEVEL" val="1"/>
  <p:tag name="KSO_WM_TEMPLATE_CATEGORY" val="custom"/>
  <p:tag name="KSO_WM_TEMPLATE_USER_THEME" val="1"/>
</p:tagLst>
</file>

<file path=ppt/tags/tag75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LayoutZOrder" val="17"/>
  <p:tag name="KSO_WM_UNIT_ID" val="_3**"/>
  <p:tag name="KSO_WM_UNIT_LAYERLEVEL" val="1"/>
  <p:tag name="KSO_WM_TEMPLATE_CATEGORY" val="custom"/>
  <p:tag name="KSO_WM_TEMPLATE_USER_THEME" val="1"/>
</p:tagLst>
</file>

<file path=ppt/tags/tag76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LayoutZOrder" val="18"/>
  <p:tag name="KSO_WM_UNIT_ID" val="_3**"/>
  <p:tag name="KSO_WM_UNIT_LAYERLEVEL" val="1"/>
  <p:tag name="KSO_WM_TEMPLATE_CATEGORY" val="custom"/>
  <p:tag name="KSO_WM_TEMPLATE_USER_THEME" val="1"/>
</p:tagLst>
</file>

<file path=ppt/tags/tag7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LayoutZOrder" val="19"/>
  <p:tag name="KSO_WM_UNIT_ID" val="_3**"/>
  <p:tag name="KSO_WM_UNIT_LAYERLEVEL" val="1"/>
  <p:tag name="KSO_WM_TEMPLATE_CATEGORY" val="custom"/>
  <p:tag name="KSO_WM_TEMPLATE_USER_THEME" val="1"/>
</p:tagLst>
</file>

<file path=ppt/tags/tag7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LayoutZOrder" val="20"/>
  <p:tag name="KSO_WM_UNIT_ID" val="_3**"/>
  <p:tag name="KSO_WM_UNIT_LAYERLEVEL" val="1"/>
  <p:tag name="KSO_WM_TEMPLATE_CATEGORY" val="custom"/>
  <p:tag name="KSO_WM_TEMPLATE_USER_THEME" val="1"/>
</p:tagLst>
</file>

<file path=ppt/tags/tag7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LayoutZOrder" val="21"/>
  <p:tag name="KSO_WM_UNIT_ID" val="_3**"/>
  <p:tag name="KSO_WM_UNIT_LAYERLEVEL" val="1"/>
  <p:tag name="KSO_WM_TEMPLATE_CATEGORY" val="custom"/>
  <p:tag name="KSO_WM_TEMPLATE_USER_THEME" val="1"/>
</p:tagLst>
</file>

<file path=ppt/tags/tag80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LayoutZOrder" val="22"/>
  <p:tag name="KSO_WM_UNIT_ID" val="_3**"/>
  <p:tag name="KSO_WM_UNIT_LAYERLEVEL" val="1"/>
  <p:tag name="KSO_WM_TEMPLATE_CATEGORY" val="custom"/>
  <p:tag name="KSO_WM_TEMPLATE_USER_THEME" val="1"/>
</p:tagLst>
</file>

<file path=ppt/tags/tag81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LayoutZOrder" val="23"/>
  <p:tag name="KSO_WM_UNIT_ID" val="_3**"/>
  <p:tag name="KSO_WM_UNIT_LAYERLEVEL" val="1"/>
  <p:tag name="KSO_WM_TEMPLATE_CATEGORY" val="custom"/>
  <p:tag name="KSO_WM_TEMPLATE_USER_THEME" val="1"/>
</p:tagLst>
</file>

<file path=ppt/tags/tag8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LayoutZOrder" val="24"/>
  <p:tag name="KSO_WM_UNIT_ID" val="_3**"/>
  <p:tag name="KSO_WM_UNIT_LAYERLEVEL" val="1"/>
  <p:tag name="KSO_WM_TEMPLATE_CATEGORY" val="custom"/>
  <p:tag name="KSO_WM_TEMPLATE_USER_THEME" val="1"/>
</p:tagLst>
</file>

<file path=ppt/tags/tag83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LayoutZOrder" val="25"/>
  <p:tag name="KSO_WM_UNIT_ID" val="_3**"/>
  <p:tag name="KSO_WM_UNIT_LAYERLEVEL" val="1"/>
  <p:tag name="KSO_WM_TEMPLATE_CATEGORY" val="custom"/>
  <p:tag name="KSO_WM_TEMPLATE_USER_THEME" val="1"/>
</p:tagLst>
</file>

<file path=ppt/tags/tag84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LayoutZOrder" val="26"/>
  <p:tag name="KSO_WM_UNIT_ID" val="_3**"/>
  <p:tag name="KSO_WM_UNIT_LAYERLEVEL" val="1"/>
  <p:tag name="KSO_WM_TEMPLATE_CATEGORY" val="custom"/>
  <p:tag name="KSO_WM_TEMPLATE_USER_THEME" val="1"/>
</p:tagLst>
</file>

<file path=ppt/tags/tag85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LayoutZOrder" val="27"/>
  <p:tag name="KSO_WM_UNIT_ID" val="_3**"/>
  <p:tag name="KSO_WM_UNIT_LAYERLEVEL" val="1"/>
  <p:tag name="KSO_WM_TEMPLATE_CATEGORY" val="custom"/>
  <p:tag name="KSO_WM_TEMPLATE_USER_THEME" val="1"/>
</p:tagLst>
</file>

<file path=ppt/tags/tag86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LayoutZOrder" val="28"/>
  <p:tag name="KSO_WM_UNIT_ID" val="_3**"/>
  <p:tag name="KSO_WM_UNIT_LAYERLEVEL" val="1"/>
  <p:tag name="KSO_WM_TEMPLATE_CATEGORY" val="custom"/>
  <p:tag name="KSO_WM_TEMPLATE_USER_THEME" val="1"/>
</p:tagLst>
</file>

<file path=ppt/tags/tag87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LayoutZOrder" val="29"/>
  <p:tag name="KSO_WM_UNIT_ID" val="_3**"/>
  <p:tag name="KSO_WM_UNIT_LAYERLEVEL" val="1"/>
  <p:tag name="KSO_WM_TEMPLATE_CATEGORY" val="custom"/>
  <p:tag name="KSO_WM_TEMPLATE_USER_THEME" val="1"/>
</p:tagLst>
</file>

<file path=ppt/tags/tag88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LayoutZOrder" val="30"/>
  <p:tag name="KSO_WM_UNIT_ID" val="_3**"/>
  <p:tag name="KSO_WM_UNIT_LAYERLEVEL" val="1"/>
  <p:tag name="KSO_WM_TEMPLATE_CATEGORY" val="custom"/>
  <p:tag name="KSO_WM_TEMPLATE_USER_THEME" val="1"/>
</p:tagLst>
</file>

<file path=ppt/tags/tag8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LayoutZOrder" val="31"/>
  <p:tag name="KSO_WM_UNIT_ID" val="_3**"/>
  <p:tag name="KSO_WM_UNIT_LAYERLEVEL" val="1"/>
  <p:tag name="KSO_WM_TEMPLATE_CATEGORY" val="custom"/>
  <p:tag name="KSO_WM_TEMPLATE_USER_THEME" val="1"/>
</p:tagLst>
</file>

<file path=ppt/tags/tag90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LayoutZOrder" val="32"/>
  <p:tag name="KSO_WM_UNIT_ID" val="_3**"/>
  <p:tag name="KSO_WM_UNIT_LAYERLEVEL" val="1"/>
  <p:tag name="KSO_WM_TEMPLATE_CATEGORY" val="custom"/>
  <p:tag name="KSO_WM_TEMPLATE_USER_THEME" val="1"/>
</p:tagLst>
</file>

<file path=ppt/tags/tag91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LayoutZOrder" val="33"/>
  <p:tag name="KSO_WM_UNIT_ID" val="_3**"/>
  <p:tag name="KSO_WM_UNIT_LAYERLEVEL" val="1"/>
  <p:tag name="KSO_WM_TEMPLATE_CATEGORY" val="custom"/>
  <p:tag name="KSO_WM_TEMPLATE_USER_THEME" val="1"/>
</p:tagLst>
</file>

<file path=ppt/tags/tag92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LayoutZOrder" val="34"/>
  <p:tag name="KSO_WM_UNIT_ID" val="_3**"/>
  <p:tag name="KSO_WM_UNIT_LAYERLEVEL" val="1"/>
  <p:tag name="KSO_WM_TEMPLATE_CATEGORY" val="custom"/>
  <p:tag name="KSO_WM_TEMPLATE_USER_THEME" val="1"/>
</p:tagLst>
</file>

<file path=ppt/tags/tag93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LayoutZOrder" val="35"/>
  <p:tag name="KSO_WM_UNIT_ID" val="_3**"/>
  <p:tag name="KSO_WM_UNIT_LAYERLEVEL" val="1"/>
  <p:tag name="KSO_WM_TEMPLATE_CATEGORY" val="custom"/>
  <p:tag name="KSO_WM_TEMPLATE_USER_THEME" val="1"/>
</p:tagLst>
</file>

<file path=ppt/tags/tag94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6"/>
  <p:tag name="KSO_WM_UNIT_ID" val="_3**"/>
  <p:tag name="KSO_WM_UNIT_LAYERLEVEL" val="1"/>
  <p:tag name="KSO_WM_TEMPLATE_CATEGORY" val="custom"/>
  <p:tag name="KSO_WM_TEMPLATE_USER_THEME" val="1"/>
</p:tagLst>
</file>

<file path=ppt/tags/tag95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37"/>
  <p:tag name="KSO_WM_UNIT_ID" val="_3**"/>
  <p:tag name="KSO_WM_UNIT_LAYERLEVEL" val="1"/>
  <p:tag name="KSO_WM_TEMPLATE_CATEGORY" val="custom"/>
  <p:tag name="KSO_WM_TEMPLATE_USER_THEME" val="1"/>
</p:tagLst>
</file>

<file path=ppt/tags/tag9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38"/>
  <p:tag name="KSO_WM_UNIT_ID" val="_3**"/>
  <p:tag name="KSO_WM_UNIT_LAYERLEVEL" val="1"/>
  <p:tag name="KSO_WM_TEMPLATE_CATEGORY" val="custom"/>
  <p:tag name="KSO_WM_TEMPLATE_USER_THEME" val="1"/>
</p:tagLst>
</file>

<file path=ppt/tags/tag9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39"/>
  <p:tag name="KSO_WM_UNIT_ID" val="_3**"/>
  <p:tag name="KSO_WM_UNIT_LAYERLEVEL" val="1"/>
  <p:tag name="KSO_WM_TEMPLATE_CATEGORY" val="custom"/>
  <p:tag name="KSO_WM_TEMPLATE_USER_THEME" val="1"/>
</p:tagLst>
</file>

<file path=ppt/tags/tag9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40"/>
  <p:tag name="KSO_WM_UNIT_ID" val="_3**"/>
  <p:tag name="KSO_WM_UNIT_LAYERLEVEL" val="1"/>
  <p:tag name="KSO_WM_TEMPLATE_CATEGORY" val="custom"/>
  <p:tag name="KSO_WM_TEMPLATE_USER_THEME" val="1"/>
</p:tagLst>
</file>

<file path=ppt/tags/tag9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LayoutZOrder" val="41"/>
  <p:tag name="KSO_WM_UNIT_ID" val="_3**"/>
  <p:tag name="KSO_WM_UNIT_LAYERLEVEL" val="1"/>
  <p:tag name="KSO_WM_TEMPLATE_CATEGORY" val="custom"/>
  <p:tag name="KSO_WM_TEMPLATE_USER_THEME" val="1"/>
</p:tagLst>
</file>

<file path=ppt/tags/tag10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42"/>
  <p:tag name="KSO_WM_UNIT_ID" val="_3**"/>
  <p:tag name="KSO_WM_UNIT_LAYERLEVEL" val="1"/>
  <p:tag name="KSO_WM_TEMPLATE_CATEGORY" val="custom"/>
  <p:tag name="KSO_WM_TEMPLATE_USER_THEME" val="1"/>
</p:tagLst>
</file>

<file path=ppt/tags/tag10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3"/>
  <p:tag name="KSO_WM_UNIT_ID" val="_3**"/>
  <p:tag name="KSO_WM_UNIT_LAYERLEVEL" val="1"/>
  <p:tag name="KSO_WM_TEMPLATE_CATEGORY" val="custom"/>
  <p:tag name="KSO_WM_TEMPLATE_USER_THEME" val="1"/>
</p:tagLst>
</file>

<file path=ppt/tags/tag10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4"/>
  <p:tag name="KSO_WM_UNIT_ID" val="_3**"/>
  <p:tag name="KSO_WM_UNIT_LAYERLEVEL" val="1"/>
  <p:tag name="KSO_WM_TEMPLATE_CATEGORY" val="custom"/>
  <p:tag name="KSO_WM_TEMPLATE_USER_THEME" val="1"/>
</p:tagLst>
</file>

<file path=ppt/tags/tag10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45"/>
  <p:tag name="KSO_WM_UNIT_ID" val="_3**"/>
  <p:tag name="KSO_WM_UNIT_LAYERLEVEL" val="1"/>
  <p:tag name="KSO_WM_TEMPLATE_CATEGORY" val="custom"/>
  <p:tag name="KSO_WM_TEMPLATE_USER_THEME" val="1"/>
</p:tagLst>
</file>

<file path=ppt/tags/tag10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46"/>
  <p:tag name="KSO_WM_UNIT_ID" val="_3**"/>
  <p:tag name="KSO_WM_UNIT_LAYERLEVEL" val="1"/>
  <p:tag name="KSO_WM_TEMPLATE_CATEGORY" val="custom"/>
  <p:tag name="KSO_WM_TEMPLATE_USER_THEME" val="1"/>
</p:tagLst>
</file>

<file path=ppt/tags/tag105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LayoutZOrder" val="47"/>
  <p:tag name="KSO_WM_UNIT_ID" val="_3**"/>
  <p:tag name="KSO_WM_UNIT_LAYERLEVEL" val="1"/>
  <p:tag name="KSO_WM_TEMPLATE_CATEGORY" val="custom"/>
  <p:tag name="KSO_WM_TEMPLATE_USER_THEME" val="1"/>
</p:tagLst>
</file>

<file path=ppt/tags/tag1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LayoutZOrder" val="48"/>
  <p:tag name="KSO_WM_UNIT_ID" val="_3**"/>
  <p:tag name="KSO_WM_UNIT_LAYERLEVEL" val="1"/>
  <p:tag name="KSO_WM_TEMPLATE_CATEGORY" val="custom"/>
  <p:tag name="KSO_WM_TEMPLATE_USER_THEME" val="1"/>
</p:tagLst>
</file>

<file path=ppt/tags/tag107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LayoutZOrder" val="49"/>
  <p:tag name="KSO_WM_UNIT_ID" val="_3**"/>
  <p:tag name="KSO_WM_UNIT_LAYERLEVEL" val="1"/>
  <p:tag name="KSO_WM_TEMPLATE_CATEGORY" val="custom"/>
  <p:tag name="KSO_WM_TEMPLATE_USER_THEME" val="1"/>
</p:tagLst>
</file>

<file path=ppt/tags/tag10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LayoutZOrder" val="50"/>
  <p:tag name="KSO_WM_UNIT_ID" val="_3**"/>
  <p:tag name="KSO_WM_UNIT_LAYERLEVEL" val="1"/>
  <p:tag name="KSO_WM_TEMPLATE_CATEGORY" val="custom"/>
  <p:tag name="KSO_WM_TEMPLATE_USER_THEME" val="1"/>
</p:tagLst>
</file>

<file path=ppt/tags/tag10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LayoutZOrder" val="51"/>
  <p:tag name="KSO_WM_UNIT_ID" val="_3**"/>
  <p:tag name="KSO_WM_UNIT_LAYERLEVEL" val="1"/>
  <p:tag name="KSO_WM_TEMPLATE_CATEGORY" val="custom"/>
  <p:tag name="KSO_WM_TEMPLATE_USER_THEME" val="1"/>
</p:tagLst>
</file>

<file path=ppt/tags/tag110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LayoutZOrder" val="52"/>
  <p:tag name="KSO_WM_UNIT_ID" val="_3**"/>
  <p:tag name="KSO_WM_UNIT_LAYERLEVEL" val="1"/>
  <p:tag name="KSO_WM_TEMPLATE_CATEGORY" val="custom"/>
  <p:tag name="KSO_WM_TEMPLATE_USER_THEME" val="1"/>
</p:tagLst>
</file>

<file path=ppt/tags/tag11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LayoutZOrder" val="53"/>
  <p:tag name="KSO_WM_UNIT_ID" val="_3**"/>
  <p:tag name="KSO_WM_UNIT_LAYERLEVEL" val="1"/>
  <p:tag name="KSO_WM_TEMPLATE_CATEGORY" val="custom"/>
  <p:tag name="KSO_WM_TEMPLATE_USER_THEME" val="1"/>
</p:tagLst>
</file>

<file path=ppt/tags/tag112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LayoutZOrder" val="54"/>
  <p:tag name="KSO_WM_UNIT_ID" val="_3**"/>
  <p:tag name="KSO_WM_UNIT_LAYERLEVEL" val="1"/>
  <p:tag name="KSO_WM_TEMPLATE_CATEGORY" val="custom"/>
  <p:tag name="KSO_WM_TEMPLATE_USER_THEME" val="1"/>
</p:tagLst>
</file>

<file path=ppt/tags/tag11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5"/>
  <p:tag name="KSO_WM_UNIT_ID" val="_3**"/>
  <p:tag name="KSO_WM_UNIT_LAYERLEVEL" val="1"/>
  <p:tag name="KSO_WM_TEMPLATE_CATEGORY" val="custom"/>
  <p:tag name="KSO_WM_TEMPLATE_USER_THEME" val="1"/>
</p:tagLst>
</file>

<file path=ppt/tags/tag1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56"/>
  <p:tag name="KSO_WM_UNIT_ID" val="_3**"/>
  <p:tag name="KSO_WM_UNIT_LAYERLEVEL" val="1"/>
  <p:tag name="KSO_WM_TEMPLATE_CATEGORY" val="custom"/>
  <p:tag name="KSO_WM_TEMPLATE_USER_THEME" val="1"/>
</p:tagLst>
</file>

<file path=ppt/tags/tag11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57"/>
  <p:tag name="KSO_WM_UNIT_ID" val="_3**"/>
  <p:tag name="KSO_WM_UNIT_LAYERLEVEL" val="1"/>
  <p:tag name="KSO_WM_TEMPLATE_CATEGORY" val="custom"/>
  <p:tag name="KSO_WM_TEMPLATE_USER_THEME" val="1"/>
</p:tagLst>
</file>

<file path=ppt/tags/tag11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58"/>
  <p:tag name="KSO_WM_UNIT_ID" val="_3**"/>
  <p:tag name="KSO_WM_UNIT_LAYERLEVEL" val="1"/>
  <p:tag name="KSO_WM_TEMPLATE_CATEGORY" val="custom"/>
  <p:tag name="KSO_WM_TEMPLATE_USER_THEME" val="1"/>
</p:tagLst>
</file>

<file path=ppt/tags/tag11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59"/>
  <p:tag name="KSO_WM_UNIT_ID" val="_3**"/>
  <p:tag name="KSO_WM_UNIT_LAYERLEVEL" val="1"/>
  <p:tag name="KSO_WM_TEMPLATE_CATEGORY" val="custom"/>
  <p:tag name="KSO_WM_TEMPLATE_USER_THEME" val="1"/>
</p:tagLst>
</file>

<file path=ppt/tags/tag11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60"/>
  <p:tag name="KSO_WM_UNIT_ID" val="_3**"/>
  <p:tag name="KSO_WM_UNIT_LAYERLEVEL" val="1"/>
  <p:tag name="KSO_WM_TEMPLATE_CATEGORY" val="custom"/>
  <p:tag name="KSO_WM_TEMPLATE_USER_THEME" val="1"/>
</p:tagLst>
</file>

<file path=ppt/tags/tag11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LayoutZOrder" val="61"/>
  <p:tag name="KSO_WM_UNIT_ID" val="_3**"/>
  <p:tag name="KSO_WM_UNIT_LAYERLEVEL" val="1"/>
  <p:tag name="KSO_WM_TEMPLATE_CATEGORY" val="custom"/>
  <p:tag name="KSO_WM_TEMPLATE_USER_THEME" val="1"/>
</p:tagLst>
</file>

<file path=ppt/tags/tag12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LayoutZOrder" val="62"/>
  <p:tag name="KSO_WM_UNIT_ID" val="_3**"/>
  <p:tag name="KSO_WM_UNIT_LAYERLEVEL" val="1"/>
  <p:tag name="KSO_WM_TEMPLATE_CATEGORY" val="custom"/>
  <p:tag name="KSO_WM_TEMPLATE_USER_THEME" val="1"/>
</p:tagLst>
</file>

<file path=ppt/tags/tag121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63"/>
  <p:tag name="KSO_WM_UNIT_ID" val="_3**"/>
  <p:tag name="KSO_WM_UNIT_LAYERLEVEL" val="1"/>
  <p:tag name="KSO_WM_TEMPLATE_CATEGORY" val="custom"/>
  <p:tag name="KSO_WM_TEMPLATE_USER_THEME" val="1"/>
</p:tagLst>
</file>

<file path=ppt/tags/tag12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LayoutZOrder" val="64"/>
  <p:tag name="KSO_WM_UNIT_ID" val="_3**"/>
  <p:tag name="KSO_WM_UNIT_LAYERLEVEL" val="1"/>
  <p:tag name="KSO_WM_TEMPLATE_CATEGORY" val="custom"/>
  <p:tag name="KSO_WM_TEMPLATE_USER_THEME" val="1"/>
</p:tagLst>
</file>

<file path=ppt/tags/tag12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65"/>
  <p:tag name="KSO_WM_UNIT_ID" val="_3**"/>
  <p:tag name="KSO_WM_UNIT_LAYERLEVEL" val="1"/>
  <p:tag name="KSO_WM_TEMPLATE_CATEGORY" val="custom"/>
  <p:tag name="KSO_WM_TEMPLATE_USER_THEME" val="1"/>
</p:tagLst>
</file>

<file path=ppt/tags/tag124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66"/>
  <p:tag name="KSO_WM_UNIT_ID" val="_3**"/>
  <p:tag name="KSO_WM_UNIT_LAYERLEVEL" val="1"/>
  <p:tag name="KSO_WM_TEMPLATE_CATEGORY" val="custom"/>
  <p:tag name="KSO_WM_TEMPLATE_USER_THEME" val="1"/>
</p:tagLst>
</file>

<file path=ppt/tags/tag12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67"/>
  <p:tag name="KSO_WM_UNIT_ID" val="_3**"/>
  <p:tag name="KSO_WM_UNIT_LAYERLEVEL" val="1"/>
  <p:tag name="KSO_WM_TEMPLATE_CATEGORY" val="custom"/>
  <p:tag name="KSO_WM_TEMPLATE_USER_THEME" val="1"/>
</p:tagLst>
</file>

<file path=ppt/tags/tag12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68"/>
  <p:tag name="KSO_WM_UNIT_ID" val="_3**"/>
  <p:tag name="KSO_WM_UNIT_LAYERLEVEL" val="1"/>
  <p:tag name="KSO_WM_TEMPLATE_CATEGORY" val="custom"/>
  <p:tag name="KSO_WM_TEMPLATE_USER_THEME" val="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31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LayoutZOrder" val="10"/>
  <p:tag name="KSO_WM_UNIT_ID" val="_4**"/>
  <p:tag name="KSO_WM_UNIT_LAYERLEVEL" val="1"/>
  <p:tag name="KSO_WM_TEMPLATE_CATEGORY" val="custom"/>
  <p:tag name="KSO_WM_TEMPLATE_USER_THEME" val="1"/>
</p:tagLst>
</file>

<file path=ppt/tags/tag132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LayoutZOrder" val="11"/>
  <p:tag name="KSO_WM_UNIT_ID" val="_4**"/>
  <p:tag name="KSO_WM_UNIT_LAYERLEVEL" val="1"/>
  <p:tag name="KSO_WM_TEMPLATE_CATEGORY" val="custom"/>
  <p:tag name="KSO_WM_TEMPLATE_USER_THEME" val="1"/>
</p:tagLst>
</file>

<file path=ppt/tags/tag13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LayoutZOrder" val="12"/>
  <p:tag name="KSO_WM_UNIT_ID" val="_4**"/>
  <p:tag name="KSO_WM_UNIT_LAYERLEVEL" val="1"/>
  <p:tag name="KSO_WM_TEMPLATE_CATEGORY" val="custom"/>
  <p:tag name="KSO_WM_TEMPLATE_USER_THEME" val="1"/>
</p:tagLst>
</file>

<file path=ppt/tags/tag134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LayoutZOrder" val="13"/>
  <p:tag name="KSO_WM_UNIT_ID" val="_4**"/>
  <p:tag name="KSO_WM_UNIT_LAYERLEVEL" val="1"/>
  <p:tag name="KSO_WM_TEMPLATE_CATEGORY" val="custom"/>
  <p:tag name="KSO_WM_TEMPLATE_USER_THEME" val="1"/>
</p:tagLst>
</file>

<file path=ppt/tags/tag135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LayoutZOrder" val="14"/>
  <p:tag name="KSO_WM_UNIT_ID" val="_4**"/>
  <p:tag name="KSO_WM_UNIT_LAYERLEVEL" val="1"/>
  <p:tag name="KSO_WM_TEMPLATE_CATEGORY" val="custom"/>
  <p:tag name="KSO_WM_TEMPLATE_USER_THEME" val="1"/>
</p:tagLst>
</file>

<file path=ppt/tags/tag136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LayoutZOrder" val="15"/>
  <p:tag name="KSO_WM_UNIT_ID" val="_4**"/>
  <p:tag name="KSO_WM_UNIT_LAYERLEVEL" val="1"/>
  <p:tag name="KSO_WM_TEMPLATE_CATEGORY" val="custom"/>
  <p:tag name="KSO_WM_TEMPLATE_USER_THEME" val="1"/>
</p:tagLst>
</file>

<file path=ppt/tags/tag13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LayoutZOrder" val="16"/>
  <p:tag name="KSO_WM_UNIT_ID" val="_4**"/>
  <p:tag name="KSO_WM_UNIT_LAYERLEVEL" val="1"/>
  <p:tag name="KSO_WM_TEMPLATE_CATEGORY" val="custom"/>
  <p:tag name="KSO_WM_TEMPLATE_USER_THEME" val="1"/>
</p:tagLst>
</file>

<file path=ppt/tags/tag138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LayoutZOrder" val="17"/>
  <p:tag name="KSO_WM_UNIT_ID" val="_4**"/>
  <p:tag name="KSO_WM_UNIT_LAYERLEVEL" val="1"/>
  <p:tag name="KSO_WM_TEMPLATE_CATEGORY" val="custom"/>
  <p:tag name="KSO_WM_TEMPLATE_USER_THEME" val="1"/>
</p:tagLst>
</file>

<file path=ppt/tags/tag139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LayoutZOrder" val="18"/>
  <p:tag name="KSO_WM_UNIT_ID" val="_4**"/>
  <p:tag name="KSO_WM_UNIT_LAYERLEVEL" val="1"/>
  <p:tag name="KSO_WM_TEMPLATE_CATEGORY" val="custom"/>
  <p:tag name="KSO_WM_TEMPLATE_USER_THEME" val="1"/>
</p:tagLst>
</file>

<file path=ppt/tags/tag14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LayoutZOrder" val="19"/>
  <p:tag name="KSO_WM_UNIT_ID" val="_4**"/>
  <p:tag name="KSO_WM_UNIT_LAYERLEVEL" val="1"/>
  <p:tag name="KSO_WM_TEMPLATE_CATEGORY" val="custom"/>
  <p:tag name="KSO_WM_TEMPLATE_USER_THEME" val="1"/>
</p:tagLst>
</file>

<file path=ppt/tags/tag14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LayoutZOrder" val="20"/>
  <p:tag name="KSO_WM_UNIT_ID" val="_4**"/>
  <p:tag name="KSO_WM_UNIT_LAYERLEVEL" val="1"/>
  <p:tag name="KSO_WM_TEMPLATE_CATEGORY" val="custom"/>
  <p:tag name="KSO_WM_TEMPLATE_USER_THEME" val="1"/>
</p:tagLst>
</file>

<file path=ppt/tags/tag14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LayoutZOrder" val="21"/>
  <p:tag name="KSO_WM_UNIT_ID" val="_4**"/>
  <p:tag name="KSO_WM_UNIT_LAYERLEVEL" val="1"/>
  <p:tag name="KSO_WM_TEMPLATE_CATEGORY" val="custom"/>
  <p:tag name="KSO_WM_TEMPLATE_USER_THEME" val="1"/>
</p:tagLst>
</file>

<file path=ppt/tags/tag143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LayoutZOrder" val="22"/>
  <p:tag name="KSO_WM_UNIT_ID" val="_4**"/>
  <p:tag name="KSO_WM_UNIT_LAYERLEVEL" val="1"/>
  <p:tag name="KSO_WM_TEMPLATE_CATEGORY" val="custom"/>
  <p:tag name="KSO_WM_TEMPLATE_USER_THEME" val="1"/>
</p:tagLst>
</file>

<file path=ppt/tags/tag144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LayoutZOrder" val="23"/>
  <p:tag name="KSO_WM_UNIT_ID" val="_4**"/>
  <p:tag name="KSO_WM_UNIT_LAYERLEVEL" val="1"/>
  <p:tag name="KSO_WM_TEMPLATE_CATEGORY" val="custom"/>
  <p:tag name="KSO_WM_TEMPLATE_USER_THEME" val="1"/>
</p:tagLst>
</file>

<file path=ppt/tags/tag14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LayoutZOrder" val="24"/>
  <p:tag name="KSO_WM_UNIT_ID" val="_4**"/>
  <p:tag name="KSO_WM_UNIT_LAYERLEVEL" val="1"/>
  <p:tag name="KSO_WM_TEMPLATE_CATEGORY" val="custom"/>
  <p:tag name="KSO_WM_TEMPLATE_USER_THEME" val="1"/>
</p:tagLst>
</file>

<file path=ppt/tags/tag146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LayoutZOrder" val="25"/>
  <p:tag name="KSO_WM_UNIT_ID" val="_4**"/>
  <p:tag name="KSO_WM_UNIT_LAYERLEVEL" val="1"/>
  <p:tag name="KSO_WM_TEMPLATE_CATEGORY" val="custom"/>
  <p:tag name="KSO_WM_TEMPLATE_USER_THEME" val="1"/>
</p:tagLst>
</file>

<file path=ppt/tags/tag147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LayoutZOrder" val="26"/>
  <p:tag name="KSO_WM_UNIT_ID" val="_4**"/>
  <p:tag name="KSO_WM_UNIT_LAYERLEVEL" val="1"/>
  <p:tag name="KSO_WM_TEMPLATE_CATEGORY" val="custom"/>
  <p:tag name="KSO_WM_TEMPLATE_USER_THEME" val="1"/>
</p:tagLst>
</file>

<file path=ppt/tags/tag148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LayoutZOrder" val="27"/>
  <p:tag name="KSO_WM_UNIT_ID" val="_4**"/>
  <p:tag name="KSO_WM_UNIT_LAYERLEVEL" val="1"/>
  <p:tag name="KSO_WM_TEMPLATE_CATEGORY" val="custom"/>
  <p:tag name="KSO_WM_TEMPLATE_USER_THEME" val="1"/>
</p:tagLst>
</file>

<file path=ppt/tags/tag14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LayoutZOrder" val="28"/>
  <p:tag name="KSO_WM_UNIT_ID" val="_4**"/>
  <p:tag name="KSO_WM_UNIT_LAYERLEVEL" val="1"/>
  <p:tag name="KSO_WM_TEMPLATE_CATEGORY" val="custom"/>
  <p:tag name="KSO_WM_TEMPLATE_USER_THEME" val="1"/>
</p:tagLst>
</file>

<file path=ppt/tags/tag150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LayoutZOrder" val="29"/>
  <p:tag name="KSO_WM_UNIT_ID" val="_4**"/>
  <p:tag name="KSO_WM_UNIT_LAYERLEVEL" val="1"/>
  <p:tag name="KSO_WM_TEMPLATE_CATEGORY" val="custom"/>
  <p:tag name="KSO_WM_TEMPLATE_USER_THEME" val="1"/>
</p:tagLst>
</file>

<file path=ppt/tags/tag151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LayoutZOrder" val="30"/>
  <p:tag name="KSO_WM_UNIT_ID" val="_4**"/>
  <p:tag name="KSO_WM_UNIT_LAYERLEVEL" val="1"/>
  <p:tag name="KSO_WM_TEMPLATE_CATEGORY" val="custom"/>
  <p:tag name="KSO_WM_TEMPLATE_USER_THEME" val="1"/>
</p:tagLst>
</file>

<file path=ppt/tags/tag152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LayoutZOrder" val="31"/>
  <p:tag name="KSO_WM_UNIT_ID" val="_4**"/>
  <p:tag name="KSO_WM_UNIT_LAYERLEVEL" val="1"/>
  <p:tag name="KSO_WM_TEMPLATE_CATEGORY" val="custom"/>
  <p:tag name="KSO_WM_TEMPLATE_USER_THEME" val="1"/>
</p:tagLst>
</file>

<file path=ppt/tags/tag153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LayoutZOrder" val="32"/>
  <p:tag name="KSO_WM_UNIT_ID" val="_4**"/>
  <p:tag name="KSO_WM_UNIT_LAYERLEVEL" val="1"/>
  <p:tag name="KSO_WM_TEMPLATE_CATEGORY" val="custom"/>
  <p:tag name="KSO_WM_TEMPLATE_USER_THEME" val="1"/>
</p:tagLst>
</file>

<file path=ppt/tags/tag154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LayoutZOrder" val="33"/>
  <p:tag name="KSO_WM_UNIT_ID" val="_4**"/>
  <p:tag name="KSO_WM_UNIT_LAYERLEVEL" val="1"/>
  <p:tag name="KSO_WM_TEMPLATE_CATEGORY" val="custom"/>
  <p:tag name="KSO_WM_TEMPLATE_USER_THEME" val="1"/>
</p:tagLst>
</file>

<file path=ppt/tags/tag155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LayoutZOrder" val="34"/>
  <p:tag name="KSO_WM_UNIT_ID" val="_4**"/>
  <p:tag name="KSO_WM_UNIT_LAYERLEVEL" val="1"/>
  <p:tag name="KSO_WM_TEMPLATE_CATEGORY" val="custom"/>
  <p:tag name="KSO_WM_TEMPLATE_USER_THEME" val="1"/>
</p:tagLst>
</file>

<file path=ppt/tags/tag156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LayoutZOrder" val="35"/>
  <p:tag name="KSO_WM_UNIT_ID" val="_4**"/>
  <p:tag name="KSO_WM_UNIT_LAYERLEVEL" val="1"/>
  <p:tag name="KSO_WM_TEMPLATE_CATEGORY" val="custom"/>
  <p:tag name="KSO_WM_TEMPLATE_USER_THEME" val="1"/>
</p:tagLst>
</file>

<file path=ppt/tags/tag15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6"/>
  <p:tag name="KSO_WM_UNIT_ID" val="_4**"/>
  <p:tag name="KSO_WM_UNIT_LAYERLEVEL" val="1"/>
  <p:tag name="KSO_WM_TEMPLATE_CATEGORY" val="custom"/>
  <p:tag name="KSO_WM_TEMPLATE_USER_THEME" val="1"/>
</p:tagLst>
</file>

<file path=ppt/tags/tag158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37"/>
  <p:tag name="KSO_WM_UNIT_ID" val="_4**"/>
  <p:tag name="KSO_WM_UNIT_LAYERLEVEL" val="1"/>
  <p:tag name="KSO_WM_TEMPLATE_CATEGORY" val="custom"/>
  <p:tag name="KSO_WM_TEMPLATE_USER_THEME" val="1"/>
</p:tagLst>
</file>

<file path=ppt/tags/tag15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38"/>
  <p:tag name="KSO_WM_UNIT_ID" val="_4**"/>
  <p:tag name="KSO_WM_UNIT_LAYERLEVEL" val="1"/>
  <p:tag name="KSO_WM_TEMPLATE_CATEGORY" val="custom"/>
  <p:tag name="KSO_WM_TEMPLATE_USER_THEME" val="1"/>
</p:tagLst>
</file>

<file path=ppt/tags/tag16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39"/>
  <p:tag name="KSO_WM_UNIT_ID" val="_4**"/>
  <p:tag name="KSO_WM_UNIT_LAYERLEVEL" val="1"/>
  <p:tag name="KSO_WM_TEMPLATE_CATEGORY" val="custom"/>
  <p:tag name="KSO_WM_TEMPLATE_USER_THEME" val="1"/>
</p:tagLst>
</file>

<file path=ppt/tags/tag16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40"/>
  <p:tag name="KSO_WM_UNIT_ID" val="_4**"/>
  <p:tag name="KSO_WM_UNIT_LAYERLEVEL" val="1"/>
  <p:tag name="KSO_WM_TEMPLATE_CATEGORY" val="custom"/>
  <p:tag name="KSO_WM_TEMPLATE_USER_THEME" val="1"/>
</p:tagLst>
</file>

<file path=ppt/tags/tag162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LayoutZOrder" val="41"/>
  <p:tag name="KSO_WM_UNIT_ID" val="_4**"/>
  <p:tag name="KSO_WM_UNIT_LAYERLEVEL" val="1"/>
  <p:tag name="KSO_WM_TEMPLATE_CATEGORY" val="custom"/>
  <p:tag name="KSO_WM_TEMPLATE_USER_THEME" val="1"/>
</p:tagLst>
</file>

<file path=ppt/tags/tag16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42"/>
  <p:tag name="KSO_WM_UNIT_ID" val="_4**"/>
  <p:tag name="KSO_WM_UNIT_LAYERLEVEL" val="1"/>
  <p:tag name="KSO_WM_TEMPLATE_CATEGORY" val="custom"/>
  <p:tag name="KSO_WM_TEMPLATE_USER_THEME" val="1"/>
</p:tagLst>
</file>

<file path=ppt/tags/tag16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3"/>
  <p:tag name="KSO_WM_UNIT_ID" val="_4**"/>
  <p:tag name="KSO_WM_UNIT_LAYERLEVEL" val="1"/>
  <p:tag name="KSO_WM_TEMPLATE_CATEGORY" val="custom"/>
  <p:tag name="KSO_WM_TEMPLATE_USER_THEME" val="1"/>
</p:tagLst>
</file>

<file path=ppt/tags/tag16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4"/>
  <p:tag name="KSO_WM_UNIT_ID" val="_4**"/>
  <p:tag name="KSO_WM_UNIT_LAYERLEVEL" val="1"/>
  <p:tag name="KSO_WM_TEMPLATE_CATEGORY" val="custom"/>
  <p:tag name="KSO_WM_TEMPLATE_USER_THEME" val="1"/>
</p:tagLst>
</file>

<file path=ppt/tags/tag16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45"/>
  <p:tag name="KSO_WM_UNIT_ID" val="_4**"/>
  <p:tag name="KSO_WM_UNIT_LAYERLEVEL" val="1"/>
  <p:tag name="KSO_WM_TEMPLATE_CATEGORY" val="custom"/>
  <p:tag name="KSO_WM_TEMPLATE_USER_THEME" val="1"/>
</p:tagLst>
</file>

<file path=ppt/tags/tag167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46"/>
  <p:tag name="KSO_WM_UNIT_ID" val="_4**"/>
  <p:tag name="KSO_WM_UNIT_LAYERLEVEL" val="1"/>
  <p:tag name="KSO_WM_TEMPLATE_CATEGORY" val="custom"/>
  <p:tag name="KSO_WM_TEMPLATE_USER_THEME" val="1"/>
</p:tagLst>
</file>

<file path=ppt/tags/tag168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LayoutZOrder" val="47"/>
  <p:tag name="KSO_WM_UNIT_ID" val="_4**"/>
  <p:tag name="KSO_WM_UNIT_LAYERLEVEL" val="1"/>
  <p:tag name="KSO_WM_TEMPLATE_CATEGORY" val="custom"/>
  <p:tag name="KSO_WM_TEMPLATE_USER_THEME" val="1"/>
</p:tagLst>
</file>

<file path=ppt/tags/tag16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LayoutZOrder" val="48"/>
  <p:tag name="KSO_WM_UNIT_ID" val="_4**"/>
  <p:tag name="KSO_WM_UNIT_LAYERLEVEL" val="1"/>
  <p:tag name="KSO_WM_TEMPLATE_CATEGORY" val="custom"/>
  <p:tag name="KSO_WM_TEMPLATE_USER_THEME" val="1"/>
</p:tagLst>
</file>

<file path=ppt/tags/tag170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LayoutZOrder" val="49"/>
  <p:tag name="KSO_WM_UNIT_ID" val="_4**"/>
  <p:tag name="KSO_WM_UNIT_LAYERLEVEL" val="1"/>
  <p:tag name="KSO_WM_TEMPLATE_CATEGORY" val="custom"/>
  <p:tag name="KSO_WM_TEMPLATE_USER_THEME" val="1"/>
</p:tagLst>
</file>

<file path=ppt/tags/tag17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LayoutZOrder" val="50"/>
  <p:tag name="KSO_WM_UNIT_ID" val="_4**"/>
  <p:tag name="KSO_WM_UNIT_LAYERLEVEL" val="1"/>
  <p:tag name="KSO_WM_TEMPLATE_CATEGORY" val="custom"/>
  <p:tag name="KSO_WM_TEMPLATE_USER_THEME" val="1"/>
</p:tagLst>
</file>

<file path=ppt/tags/tag17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LayoutZOrder" val="51"/>
  <p:tag name="KSO_WM_UNIT_ID" val="_4**"/>
  <p:tag name="KSO_WM_UNIT_LAYERLEVEL" val="1"/>
  <p:tag name="KSO_WM_TEMPLATE_CATEGORY" val="custom"/>
  <p:tag name="KSO_WM_TEMPLATE_USER_THEME" val="1"/>
</p:tagLst>
</file>

<file path=ppt/tags/tag173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LayoutZOrder" val="52"/>
  <p:tag name="KSO_WM_UNIT_ID" val="_4**"/>
  <p:tag name="KSO_WM_UNIT_LAYERLEVEL" val="1"/>
  <p:tag name="KSO_WM_TEMPLATE_CATEGORY" val="custom"/>
  <p:tag name="KSO_WM_TEMPLATE_USER_THEME" val="1"/>
</p:tagLst>
</file>

<file path=ppt/tags/tag17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LayoutZOrder" val="53"/>
  <p:tag name="KSO_WM_UNIT_ID" val="_4**"/>
  <p:tag name="KSO_WM_UNIT_LAYERLEVEL" val="1"/>
  <p:tag name="KSO_WM_TEMPLATE_CATEGORY" val="custom"/>
  <p:tag name="KSO_WM_TEMPLATE_USER_THEME" val="1"/>
</p:tagLst>
</file>

<file path=ppt/tags/tag175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LayoutZOrder" val="54"/>
  <p:tag name="KSO_WM_UNIT_ID" val="_4**"/>
  <p:tag name="KSO_WM_UNIT_LAYERLEVEL" val="1"/>
  <p:tag name="KSO_WM_TEMPLATE_CATEGORY" val="custom"/>
  <p:tag name="KSO_WM_TEMPLATE_USER_THEME" val="1"/>
</p:tagLst>
</file>

<file path=ppt/tags/tag17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5"/>
  <p:tag name="KSO_WM_UNIT_ID" val="_4**"/>
  <p:tag name="KSO_WM_UNIT_LAYERLEVEL" val="1"/>
  <p:tag name="KSO_WM_TEMPLATE_CATEGORY" val="custom"/>
  <p:tag name="KSO_WM_TEMPLATE_USER_THEME" val="1"/>
</p:tagLst>
</file>

<file path=ppt/tags/tag17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56"/>
  <p:tag name="KSO_WM_UNIT_ID" val="_4**"/>
  <p:tag name="KSO_WM_UNIT_LAYERLEVEL" val="1"/>
  <p:tag name="KSO_WM_TEMPLATE_CATEGORY" val="custom"/>
  <p:tag name="KSO_WM_TEMPLATE_USER_THEME" val="1"/>
</p:tagLst>
</file>

<file path=ppt/tags/tag1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57"/>
  <p:tag name="KSO_WM_UNIT_ID" val="_4**"/>
  <p:tag name="KSO_WM_UNIT_LAYERLEVEL" val="1"/>
  <p:tag name="KSO_WM_TEMPLATE_CATEGORY" val="custom"/>
  <p:tag name="KSO_WM_TEMPLATE_USER_THEME" val="1"/>
</p:tagLst>
</file>

<file path=ppt/tags/tag17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58"/>
  <p:tag name="KSO_WM_UNIT_ID" val="_4**"/>
  <p:tag name="KSO_WM_UNIT_LAYERLEVEL" val="1"/>
  <p:tag name="KSO_WM_TEMPLATE_CATEGORY" val="custom"/>
  <p:tag name="KSO_WM_TEMPLATE_USER_THEME" val="1"/>
</p:tagLst>
</file>

<file path=ppt/tags/tag18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59"/>
  <p:tag name="KSO_WM_UNIT_ID" val="_4**"/>
  <p:tag name="KSO_WM_UNIT_LAYERLEVEL" val="1"/>
  <p:tag name="KSO_WM_TEMPLATE_CATEGORY" val="custom"/>
  <p:tag name="KSO_WM_TEMPLATE_USER_THEME" val="1"/>
</p:tagLst>
</file>

<file path=ppt/tags/tag18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60"/>
  <p:tag name="KSO_WM_UNIT_ID" val="_4**"/>
  <p:tag name="KSO_WM_UNIT_LAYERLEVEL" val="1"/>
  <p:tag name="KSO_WM_TEMPLATE_CATEGORY" val="custom"/>
  <p:tag name="KSO_WM_TEMPLATE_USER_THEME" val="1"/>
</p:tagLst>
</file>

<file path=ppt/tags/tag18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LayoutZOrder" val="61"/>
  <p:tag name="KSO_WM_UNIT_ID" val="_4**"/>
  <p:tag name="KSO_WM_UNIT_LAYERLEVEL" val="1"/>
  <p:tag name="KSO_WM_TEMPLATE_CATEGORY" val="custom"/>
  <p:tag name="KSO_WM_TEMPLATE_USER_THEME" val="1"/>
</p:tagLst>
</file>

<file path=ppt/tags/tag18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LayoutZOrder" val="62"/>
  <p:tag name="KSO_WM_UNIT_ID" val="_4**"/>
  <p:tag name="KSO_WM_UNIT_LAYERLEVEL" val="1"/>
  <p:tag name="KSO_WM_TEMPLATE_CATEGORY" val="custom"/>
  <p:tag name="KSO_WM_TEMPLATE_USER_THEME" val="1"/>
</p:tagLst>
</file>

<file path=ppt/tags/tag18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63"/>
  <p:tag name="KSO_WM_UNIT_ID" val="_4**"/>
  <p:tag name="KSO_WM_UNIT_LAYERLEVEL" val="1"/>
  <p:tag name="KSO_WM_TEMPLATE_CATEGORY" val="custom"/>
  <p:tag name="KSO_WM_TEMPLATE_USER_THEME" val="1"/>
</p:tagLst>
</file>

<file path=ppt/tags/tag18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LayoutZOrder" val="64"/>
  <p:tag name="KSO_WM_UNIT_ID" val="_4**"/>
  <p:tag name="KSO_WM_UNIT_LAYERLEVEL" val="1"/>
  <p:tag name="KSO_WM_TEMPLATE_CATEGORY" val="custom"/>
  <p:tag name="KSO_WM_TEMPLATE_USER_THEME" val="1"/>
</p:tagLst>
</file>

<file path=ppt/tags/tag18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65"/>
  <p:tag name="KSO_WM_UNIT_ID" val="_4**"/>
  <p:tag name="KSO_WM_UNIT_LAYERLEVEL" val="1"/>
  <p:tag name="KSO_WM_TEMPLATE_CATEGORY" val="custom"/>
  <p:tag name="KSO_WM_TEMPLATE_USER_THEME" val="1"/>
</p:tagLst>
</file>

<file path=ppt/tags/tag187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66"/>
  <p:tag name="KSO_WM_UNIT_ID" val="_4**"/>
  <p:tag name="KSO_WM_UNIT_LAYERLEVEL" val="1"/>
  <p:tag name="KSO_WM_TEMPLATE_CATEGORY" val="custom"/>
  <p:tag name="KSO_WM_TEMPLATE_USER_THEME" val="1"/>
</p:tagLst>
</file>

<file path=ppt/tags/tag18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67"/>
  <p:tag name="KSO_WM_UNIT_ID" val="_4**"/>
  <p:tag name="KSO_WM_UNIT_LAYERLEVEL" val="1"/>
  <p:tag name="KSO_WM_TEMPLATE_CATEGORY" val="custom"/>
  <p:tag name="KSO_WM_TEMPLATE_USER_THEME" val="1"/>
</p:tagLst>
</file>

<file path=ppt/tags/tag18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68"/>
  <p:tag name="KSO_WM_UNIT_ID" val="_4**"/>
  <p:tag name="KSO_WM_UNIT_LAYERLEVEL" val="1"/>
  <p:tag name="KSO_WM_TEMPLATE_CATEGORY" val="custom"/>
  <p:tag name="KSO_WM_TEMPLATE_USER_THEME" val="1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  <p:tag name="KSO_WM_TEMPLATE_CATEGORY" val="custom"/>
  <p:tag name="KSO_WM_TEMPLATE_USER_THEME" val="1"/>
</p:tagLst>
</file>

<file path=ppt/tags/tag194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  <p:tag name="KSO_WM_TEMPLATE_CATEGORY" val="custom"/>
  <p:tag name="KSO_WM_TEMPLATE_USER_THEME" val="1"/>
</p:tagLst>
</file>

<file path=ppt/tags/tag195.xml><?xml version="1.0" encoding="utf-8"?>
<p:tagLst xmlns:p="http://schemas.openxmlformats.org/presentationml/2006/main">
  <p:tag name="KSO_WM_UNIT_TYPE" val="f"/>
  <p:tag name="KSO_WM_UNIT_INDEX" val="1"/>
  <p:tag name="KSO_WM_UNIT_ID" val="_5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6.xml><?xml version="1.0" encoding="utf-8"?>
<p:tagLst xmlns:p="http://schemas.openxmlformats.org/presentationml/2006/main">
  <p:tag name="KSO_WM_UNIT_TYPE" val="f"/>
  <p:tag name="KSO_WM_UNIT_INDEX" val="2"/>
  <p:tag name="KSO_WM_UNIT_ID" val="_5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0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1.xml><?xml version="1.0" encoding="utf-8"?>
<p:tagLst xmlns:p="http://schemas.openxmlformats.org/presentationml/2006/main">
  <p:tag name="KSO_WM_UNIT_TYPE" val="f"/>
  <p:tag name="KSO_WM_UNIT_INDEX" val="1"/>
  <p:tag name="KSO_WM_UNIT_ID" val="_6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2.xml><?xml version="1.0" encoding="utf-8"?>
<p:tagLst xmlns:p="http://schemas.openxmlformats.org/presentationml/2006/main">
  <p:tag name="KSO_WM_UNIT_TYPE" val="f"/>
  <p:tag name="KSO_WM_UNIT_INDEX" val="2"/>
  <p:tag name="KSO_WM_UNIT_ID" val="_6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3.xml><?xml version="1.0" encoding="utf-8"?>
<p:tagLst xmlns:p="http://schemas.openxmlformats.org/presentationml/2006/main">
  <p:tag name="KSO_WM_UNIT_TYPE" val="f"/>
  <p:tag name="KSO_WM_UNIT_INDEX" val="3"/>
  <p:tag name="KSO_WM_UNIT_ID" val="_6*f*3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4.xml><?xml version="1.0" encoding="utf-8"?>
<p:tagLst xmlns:p="http://schemas.openxmlformats.org/presentationml/2006/main">
  <p:tag name="KSO_WM_UNIT_TYPE" val="f"/>
  <p:tag name="KSO_WM_UNIT_INDEX" val="4"/>
  <p:tag name="KSO_WM_UNIT_ID" val="_6*f*4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6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7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8.xml><?xml version="1.0" encoding="utf-8"?>
<p:tagLst xmlns:p="http://schemas.openxmlformats.org/presentationml/2006/main">
  <p:tag name="KSO_WM_UNIT_TYPE" val="a"/>
  <p:tag name="KSO_WM_UNIT_INDEX" val="1"/>
  <p:tag name="KSO_WM_UNIT_ID" val="_6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0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1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2.xml><?xml version="1.0" encoding="utf-8"?>
<p:tagLst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4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5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6.xml><?xml version="1.0" encoding="utf-8"?>
<p:tagLst xmlns:p="http://schemas.openxmlformats.org/presentationml/2006/main">
  <p:tag name="KSO_WM_UNIT_TYPE" val="f"/>
  <p:tag name="KSO_WM_UNIT_INDEX" val="1"/>
  <p:tag name="KSO_WM_UNIT_ID" val="_9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7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8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2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2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2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23.xml><?xml version="1.0" encoding="utf-8"?>
<p:tagLst xmlns:p="http://schemas.openxmlformats.org/presentationml/2006/main">
  <p:tag name="KSO_WM_UNIT_TYPE" val="f"/>
  <p:tag name="KSO_WM_UNIT_INDEX" val="1"/>
  <p:tag name="KSO_WM_UNIT_ID" val="_10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24.xml><?xml version="1.0" encoding="utf-8"?>
<p:tagLst xmlns:p="http://schemas.openxmlformats.org/presentationml/2006/main">
  <p:tag name="KSO_WM_UNIT_TYPE" val="a"/>
  <p:tag name="KSO_WM_UNIT_INDEX" val="1"/>
  <p:tag name="KSO_WM_UNIT_ID" val="_10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25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LayoutZOrder" val="7"/>
  <p:tag name="KSO_WM_UNIT_ID" val="_11**"/>
  <p:tag name="KSO_WM_UNIT_LAYERLEVEL" val="1"/>
  <p:tag name="KSO_WM_TEMPLATE_CATEGORY" val="custom"/>
  <p:tag name="KSO_WM_TEMPLATE_USER_THEME" val="1"/>
</p:tagLst>
</file>

<file path=ppt/tags/tag226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LayoutZOrder" val="8"/>
  <p:tag name="KSO_WM_UNIT_ID" val="_11**"/>
  <p:tag name="KSO_WM_UNIT_LAYERLEVEL" val="1"/>
  <p:tag name="KSO_WM_TEMPLATE_CATEGORY" val="custom"/>
  <p:tag name="KSO_WM_TEMPLATE_USER_THEME" val="1"/>
</p:tagLst>
</file>

<file path=ppt/tags/tag22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LayoutZOrder" val="9"/>
  <p:tag name="KSO_WM_UNIT_ID" val="_11**"/>
  <p:tag name="KSO_WM_UNIT_LAYERLEVEL" val="1"/>
  <p:tag name="KSO_WM_TEMPLATE_CATEGORY" val="custom"/>
  <p:tag name="KSO_WM_TEMPLATE_USER_THEME" val="1"/>
</p:tagLst>
</file>

<file path=ppt/tags/tag22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LayoutZOrder" val="10"/>
  <p:tag name="KSO_WM_UNIT_ID" val="_11**"/>
  <p:tag name="KSO_WM_UNIT_LAYERLEVEL" val="1"/>
  <p:tag name="KSO_WM_TEMPLATE_CATEGORY" val="custom"/>
  <p:tag name="KSO_WM_TEMPLATE_USER_THEME" val="1"/>
</p:tagLst>
</file>

<file path=ppt/tags/tag229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LayoutZOrder" val="11"/>
  <p:tag name="KSO_WM_UNIT_ID" val="_11**"/>
  <p:tag name="KSO_WM_UNIT_LAYERLEVEL" val="1"/>
  <p:tag name="KSO_WM_TEMPLATE_CATEGORY" val="custom"/>
  <p:tag name="KSO_WM_TEMPLATE_USER_THEME" val="1"/>
</p:tagLst>
</file>

<file path=ppt/tags/tag230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LayoutZOrder" val="12"/>
  <p:tag name="KSO_WM_UNIT_ID" val="_11**"/>
  <p:tag name="KSO_WM_UNIT_LAYERLEVEL" val="1"/>
  <p:tag name="KSO_WM_TEMPLATE_CATEGORY" val="custom"/>
  <p:tag name="KSO_WM_TEMPLATE_USER_THEME" val="1"/>
</p:tagLst>
</file>

<file path=ppt/tags/tag23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LayoutZOrder" val="13"/>
  <p:tag name="KSO_WM_UNIT_ID" val="_11**"/>
  <p:tag name="KSO_WM_UNIT_LAYERLEVEL" val="1"/>
  <p:tag name="KSO_WM_TEMPLATE_CATEGORY" val="custom"/>
  <p:tag name="KSO_WM_TEMPLATE_USER_THEME" val="1"/>
</p:tagLst>
</file>

<file path=ppt/tags/tag232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LayoutZOrder" val="14"/>
  <p:tag name="KSO_WM_UNIT_ID" val="_11**"/>
  <p:tag name="KSO_WM_UNIT_LAYERLEVEL" val="1"/>
  <p:tag name="KSO_WM_TEMPLATE_CATEGORY" val="custom"/>
  <p:tag name="KSO_WM_TEMPLATE_USER_THEME" val="1"/>
</p:tagLst>
</file>

<file path=ppt/tags/tag233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LayoutZOrder" val="15"/>
  <p:tag name="KSO_WM_UNIT_ID" val="_11**"/>
  <p:tag name="KSO_WM_UNIT_LAYERLEVEL" val="1"/>
  <p:tag name="KSO_WM_TEMPLATE_CATEGORY" val="custom"/>
  <p:tag name="KSO_WM_TEMPLATE_USER_THEME" val="1"/>
</p:tagLst>
</file>

<file path=ppt/tags/tag23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LayoutZOrder" val="16"/>
  <p:tag name="KSO_WM_UNIT_ID" val="_11**"/>
  <p:tag name="KSO_WM_UNIT_LAYERLEVEL" val="1"/>
  <p:tag name="KSO_WM_TEMPLATE_CATEGORY" val="custom"/>
  <p:tag name="KSO_WM_TEMPLATE_USER_THEME" val="1"/>
</p:tagLst>
</file>

<file path=ppt/tags/tag235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LayoutZOrder" val="17"/>
  <p:tag name="KSO_WM_UNIT_ID" val="_11**"/>
  <p:tag name="KSO_WM_UNIT_LAYERLEVEL" val="1"/>
  <p:tag name="KSO_WM_TEMPLATE_CATEGORY" val="custom"/>
  <p:tag name="KSO_WM_TEMPLATE_USER_THEME" val="1"/>
</p:tagLst>
</file>

<file path=ppt/tags/tag23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LayoutZOrder" val="18"/>
  <p:tag name="KSO_WM_UNIT_ID" val="_11**"/>
  <p:tag name="KSO_WM_UNIT_LAYERLEVEL" val="1"/>
  <p:tag name="KSO_WM_TEMPLATE_CATEGORY" val="custom"/>
  <p:tag name="KSO_WM_TEMPLATE_USER_THEME" val="1"/>
</p:tagLst>
</file>

<file path=ppt/tags/tag237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LayoutZOrder" val="19"/>
  <p:tag name="KSO_WM_UNIT_ID" val="_11**"/>
  <p:tag name="KSO_WM_UNIT_LAYERLEVEL" val="1"/>
  <p:tag name="KSO_WM_TEMPLATE_CATEGORY" val="custom"/>
  <p:tag name="KSO_WM_TEMPLATE_USER_THEME" val="1"/>
</p:tagLst>
</file>

<file path=ppt/tags/tag23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LayoutZOrder" val="20"/>
  <p:tag name="KSO_WM_UNIT_ID" val="_11**"/>
  <p:tag name="KSO_WM_UNIT_LAYERLEVEL" val="1"/>
  <p:tag name="KSO_WM_TEMPLATE_CATEGORY" val="custom"/>
  <p:tag name="KSO_WM_TEMPLATE_USER_THEME" val="1"/>
</p:tagLst>
</file>

<file path=ppt/tags/tag23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LayoutZOrder" val="21"/>
  <p:tag name="KSO_WM_UNIT_ID" val="_11**"/>
  <p:tag name="KSO_WM_UNIT_LAYERLEVEL" val="1"/>
  <p:tag name="KSO_WM_TEMPLATE_CATEGORY" val="custom"/>
  <p:tag name="KSO_WM_TEMPLATE_USER_THEME" val="1"/>
</p:tagLst>
</file>

<file path=ppt/tags/tag24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LayoutZOrder" val="22"/>
  <p:tag name="KSO_WM_UNIT_ID" val="_11**"/>
  <p:tag name="KSO_WM_UNIT_LAYERLEVEL" val="1"/>
  <p:tag name="KSO_WM_TEMPLATE_CATEGORY" val="custom"/>
  <p:tag name="KSO_WM_TEMPLATE_USER_THEME" val="1"/>
</p:tagLst>
</file>

<file path=ppt/tags/tag241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LayoutZOrder" val="23"/>
  <p:tag name="KSO_WM_UNIT_ID" val="_11**"/>
  <p:tag name="KSO_WM_UNIT_LAYERLEVEL" val="1"/>
  <p:tag name="KSO_WM_TEMPLATE_CATEGORY" val="custom"/>
  <p:tag name="KSO_WM_TEMPLATE_USER_THEME" val="1"/>
</p:tagLst>
</file>

<file path=ppt/tags/tag242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LayoutZOrder" val="24"/>
  <p:tag name="KSO_WM_UNIT_ID" val="_11**"/>
  <p:tag name="KSO_WM_UNIT_LAYERLEVEL" val="1"/>
  <p:tag name="KSO_WM_TEMPLATE_CATEGORY" val="custom"/>
  <p:tag name="KSO_WM_TEMPLATE_USER_THEME" val="1"/>
</p:tagLst>
</file>

<file path=ppt/tags/tag24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LayoutZOrder" val="25"/>
  <p:tag name="KSO_WM_UNIT_ID" val="_11**"/>
  <p:tag name="KSO_WM_UNIT_LAYERLEVEL" val="1"/>
  <p:tag name="KSO_WM_TEMPLATE_CATEGORY" val="custom"/>
  <p:tag name="KSO_WM_TEMPLATE_USER_THEME" val="1"/>
</p:tagLst>
</file>

<file path=ppt/tags/tag244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LayoutZOrder" val="26"/>
  <p:tag name="KSO_WM_UNIT_ID" val="_11**"/>
  <p:tag name="KSO_WM_UNIT_LAYERLEVEL" val="1"/>
  <p:tag name="KSO_WM_TEMPLATE_CATEGORY" val="custom"/>
  <p:tag name="KSO_WM_TEMPLATE_USER_THEME" val="1"/>
</p:tagLst>
</file>

<file path=ppt/tags/tag245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LayoutZOrder" val="27"/>
  <p:tag name="KSO_WM_UNIT_ID" val="_11**"/>
  <p:tag name="KSO_WM_UNIT_LAYERLEVEL" val="1"/>
  <p:tag name="KSO_WM_TEMPLATE_CATEGORY" val="custom"/>
  <p:tag name="KSO_WM_TEMPLATE_USER_THEME" val="1"/>
</p:tagLst>
</file>

<file path=ppt/tags/tag246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LayoutZOrder" val="28"/>
  <p:tag name="KSO_WM_UNIT_ID" val="_11**"/>
  <p:tag name="KSO_WM_UNIT_LAYERLEVEL" val="1"/>
  <p:tag name="KSO_WM_TEMPLATE_CATEGORY" val="custom"/>
  <p:tag name="KSO_WM_TEMPLATE_USER_THEME" val="1"/>
</p:tagLst>
</file>

<file path=ppt/tags/tag247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LayoutZOrder" val="29"/>
  <p:tag name="KSO_WM_UNIT_ID" val="_11**"/>
  <p:tag name="KSO_WM_UNIT_LAYERLEVEL" val="1"/>
  <p:tag name="KSO_WM_TEMPLATE_CATEGORY" val="custom"/>
  <p:tag name="KSO_WM_TEMPLATE_USER_THEME" val="1"/>
</p:tagLst>
</file>

<file path=ppt/tags/tag248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LayoutZOrder" val="30"/>
  <p:tag name="KSO_WM_UNIT_ID" val="_11**"/>
  <p:tag name="KSO_WM_UNIT_LAYERLEVEL" val="1"/>
  <p:tag name="KSO_WM_TEMPLATE_CATEGORY" val="custom"/>
  <p:tag name="KSO_WM_TEMPLATE_USER_THEME" val="1"/>
</p:tagLst>
</file>

<file path=ppt/tags/tag249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LayoutZOrder" val="31"/>
  <p:tag name="KSO_WM_UNIT_ID" val="_11**"/>
  <p:tag name="KSO_WM_UNIT_LAYERLEVEL" val="1"/>
  <p:tag name="KSO_WM_TEMPLATE_CATEGORY" val="custom"/>
  <p:tag name="KSO_WM_TEMPLATE_USER_THEME" val="1"/>
</p:tagLst>
</file>

<file path=ppt/tags/tag250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LayoutZOrder" val="32"/>
  <p:tag name="KSO_WM_UNIT_ID" val="_11**"/>
  <p:tag name="KSO_WM_UNIT_LAYERLEVEL" val="1"/>
  <p:tag name="KSO_WM_TEMPLATE_CATEGORY" val="custom"/>
  <p:tag name="KSO_WM_TEMPLATE_USER_THEME" val="1"/>
</p:tagLst>
</file>

<file path=ppt/tags/tag25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33"/>
  <p:tag name="KSO_WM_UNIT_ID" val="_11**"/>
  <p:tag name="KSO_WM_UNIT_LAYERLEVEL" val="1"/>
  <p:tag name="KSO_WM_TEMPLATE_CATEGORY" val="custom"/>
  <p:tag name="KSO_WM_TEMPLATE_USER_THEME" val="1"/>
</p:tagLst>
</file>

<file path=ppt/tags/tag25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LayoutZOrder" val="34"/>
  <p:tag name="KSO_WM_UNIT_ID" val="_11**"/>
  <p:tag name="KSO_WM_UNIT_LAYERLEVEL" val="1"/>
  <p:tag name="KSO_WM_TEMPLATE_CATEGORY" val="custom"/>
  <p:tag name="KSO_WM_TEMPLATE_USER_THEME" val="1"/>
</p:tagLst>
</file>

<file path=ppt/tags/tag25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LayoutZOrder" val="35"/>
  <p:tag name="KSO_WM_UNIT_ID" val="_11**"/>
  <p:tag name="KSO_WM_UNIT_LAYERLEVEL" val="1"/>
  <p:tag name="KSO_WM_TEMPLATE_CATEGORY" val="custom"/>
  <p:tag name="KSO_WM_TEMPLATE_USER_THEME" val="1"/>
</p:tagLst>
</file>

<file path=ppt/tags/tag25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36"/>
  <p:tag name="KSO_WM_UNIT_ID" val="_11**"/>
  <p:tag name="KSO_WM_UNIT_LAYERLEVEL" val="1"/>
  <p:tag name="KSO_WM_TEMPLATE_CATEGORY" val="custom"/>
  <p:tag name="KSO_WM_TEMPLATE_USER_THEME" val="1"/>
</p:tagLst>
</file>

<file path=ppt/tags/tag25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LayoutZOrder" val="37"/>
  <p:tag name="KSO_WM_UNIT_ID" val="_11**"/>
  <p:tag name="KSO_WM_UNIT_LAYERLEVEL" val="1"/>
  <p:tag name="KSO_WM_TEMPLATE_CATEGORY" val="custom"/>
  <p:tag name="KSO_WM_TEMPLATE_USER_THEME" val="1"/>
</p:tagLst>
</file>

<file path=ppt/tags/tag25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LayoutZOrder" val="38"/>
  <p:tag name="KSO_WM_UNIT_ID" val="_11**"/>
  <p:tag name="KSO_WM_UNIT_LAYERLEVEL" val="1"/>
  <p:tag name="KSO_WM_TEMPLATE_CATEGORY" val="custom"/>
  <p:tag name="KSO_WM_TEMPLATE_USER_THEME" val="1"/>
</p:tagLst>
</file>

<file path=ppt/tags/tag2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39"/>
  <p:tag name="KSO_WM_UNIT_ID" val="_11**"/>
  <p:tag name="KSO_WM_UNIT_LAYERLEVEL" val="1"/>
  <p:tag name="KSO_WM_TEMPLATE_CATEGORY" val="custom"/>
  <p:tag name="KSO_WM_TEMPLATE_USER_THEME" val="1"/>
</p:tagLst>
</file>

<file path=ppt/tags/tag25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40"/>
  <p:tag name="KSO_WM_UNIT_ID" val="_11**"/>
  <p:tag name="KSO_WM_UNIT_LAYERLEVEL" val="1"/>
  <p:tag name="KSO_WM_TEMPLATE_CATEGORY" val="custom"/>
  <p:tag name="KSO_WM_TEMPLATE_USER_THEME" val="1"/>
</p:tagLst>
</file>

<file path=ppt/tags/tag25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1"/>
  <p:tag name="KSO_WM_UNIT_ID" val="_11**"/>
  <p:tag name="KSO_WM_UNIT_LAYERLEVEL" val="1"/>
  <p:tag name="KSO_WM_TEMPLATE_CATEGORY" val="custom"/>
  <p:tag name="KSO_WM_TEMPLATE_USER_THEME" val="1"/>
</p:tagLst>
</file>

<file path=ppt/tags/tag26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LayoutZOrder" val="42"/>
  <p:tag name="KSO_WM_UNIT_ID" val="_11**"/>
  <p:tag name="KSO_WM_UNIT_LAYERLEVEL" val="1"/>
  <p:tag name="KSO_WM_TEMPLATE_CATEGORY" val="custom"/>
  <p:tag name="KSO_WM_TEMPLATE_USER_THEME" val="1"/>
</p:tagLst>
</file>

<file path=ppt/tags/tag26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LayoutZOrder" val="43"/>
  <p:tag name="KSO_WM_UNIT_ID" val="_11**"/>
  <p:tag name="KSO_WM_UNIT_LAYERLEVEL" val="1"/>
  <p:tag name="KSO_WM_TEMPLATE_CATEGORY" val="custom"/>
  <p:tag name="KSO_WM_TEMPLATE_USER_THEME" val="1"/>
</p:tagLst>
</file>

<file path=ppt/tags/tag262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LayoutZOrder" val="44"/>
  <p:tag name="KSO_WM_UNIT_ID" val="_11**"/>
  <p:tag name="KSO_WM_UNIT_LAYERLEVEL" val="1"/>
  <p:tag name="KSO_WM_TEMPLATE_CATEGORY" val="custom"/>
  <p:tag name="KSO_WM_TEMPLATE_USER_THEME" val="1"/>
</p:tagLst>
</file>

<file path=ppt/tags/tag26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LayoutZOrder" val="45"/>
  <p:tag name="KSO_WM_UNIT_ID" val="_11**"/>
  <p:tag name="KSO_WM_UNIT_LAYERLEVEL" val="1"/>
  <p:tag name="KSO_WM_TEMPLATE_CATEGORY" val="custom"/>
  <p:tag name="KSO_WM_TEMPLATE_USER_THEME" val="1"/>
</p:tagLst>
</file>

<file path=ppt/tags/tag26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LayoutZOrder" val="46"/>
  <p:tag name="KSO_WM_UNIT_ID" val="_11**"/>
  <p:tag name="KSO_WM_UNIT_LAYERLEVEL" val="1"/>
  <p:tag name="KSO_WM_TEMPLATE_CATEGORY" val="custom"/>
  <p:tag name="KSO_WM_TEMPLATE_USER_THEME" val="1"/>
</p:tagLst>
</file>

<file path=ppt/tags/tag26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LayoutZOrder" val="47"/>
  <p:tag name="KSO_WM_UNIT_ID" val="_11**"/>
  <p:tag name="KSO_WM_UNIT_LAYERLEVEL" val="1"/>
  <p:tag name="KSO_WM_TEMPLATE_CATEGORY" val="custom"/>
  <p:tag name="KSO_WM_TEMPLATE_USER_THEME" val="1"/>
</p:tagLst>
</file>

<file path=ppt/tags/tag266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LayoutZOrder" val="48"/>
  <p:tag name="KSO_WM_UNIT_ID" val="_11**"/>
  <p:tag name="KSO_WM_UNIT_LAYERLEVEL" val="1"/>
  <p:tag name="KSO_WM_TEMPLATE_CATEGORY" val="custom"/>
  <p:tag name="KSO_WM_TEMPLATE_USER_THEME" val="1"/>
</p:tagLst>
</file>

<file path=ppt/tags/tag267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LayoutZOrder" val="49"/>
  <p:tag name="KSO_WM_UNIT_ID" val="_11**"/>
  <p:tag name="KSO_WM_UNIT_LAYERLEVEL" val="1"/>
  <p:tag name="KSO_WM_TEMPLATE_CATEGORY" val="custom"/>
  <p:tag name="KSO_WM_TEMPLATE_USER_THEME" val="1"/>
</p:tagLst>
</file>

<file path=ppt/tags/tag26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LayoutZOrder" val="50"/>
  <p:tag name="KSO_WM_UNIT_ID" val="_11**"/>
  <p:tag name="KSO_WM_UNIT_LAYERLEVEL" val="1"/>
  <p:tag name="KSO_WM_TEMPLATE_CATEGORY" val="custom"/>
  <p:tag name="KSO_WM_TEMPLATE_USER_THEME" val="1"/>
</p:tagLst>
</file>

<file path=ppt/tags/tag269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LayoutZOrder" val="51"/>
  <p:tag name="KSO_WM_UNIT_ID" val="_11**"/>
  <p:tag name="KSO_WM_UNIT_LAYERLEVEL" val="1"/>
  <p:tag name="KSO_WM_TEMPLATE_CATEGORY" val="custom"/>
  <p:tag name="KSO_WM_TEMPLATE_USER_THEME" val="1"/>
</p:tagLst>
</file>

<file path=ppt/tags/tag27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52"/>
  <p:tag name="KSO_WM_UNIT_ID" val="_11**"/>
  <p:tag name="KSO_WM_UNIT_LAYERLEVEL" val="1"/>
  <p:tag name="KSO_WM_TEMPLATE_CATEGORY" val="custom"/>
  <p:tag name="KSO_WM_TEMPLATE_USER_THEME" val="1"/>
</p:tagLst>
</file>

<file path=ppt/tags/tag27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LayoutZOrder" val="53"/>
  <p:tag name="KSO_WM_UNIT_ID" val="_11**"/>
  <p:tag name="KSO_WM_UNIT_LAYERLEVEL" val="1"/>
  <p:tag name="KSO_WM_TEMPLATE_CATEGORY" val="custom"/>
  <p:tag name="KSO_WM_TEMPLATE_USER_THEME" val="1"/>
</p:tagLst>
</file>

<file path=ppt/tags/tag2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54"/>
  <p:tag name="KSO_WM_UNIT_ID" val="_11**"/>
  <p:tag name="KSO_WM_UNIT_LAYERLEVEL" val="1"/>
  <p:tag name="KSO_WM_TEMPLATE_CATEGORY" val="custom"/>
  <p:tag name="KSO_WM_TEMPLATE_USER_THEME" val="1"/>
</p:tagLst>
</file>

<file path=ppt/tags/tag27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55"/>
  <p:tag name="KSO_WM_UNIT_ID" val="_11**"/>
  <p:tag name="KSO_WM_UNIT_LAYERLEVEL" val="1"/>
  <p:tag name="KSO_WM_TEMPLATE_CATEGORY" val="custom"/>
  <p:tag name="KSO_WM_TEMPLATE_USER_THEME" val="1"/>
</p:tagLst>
</file>

<file path=ppt/tags/tag27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56"/>
  <p:tag name="KSO_WM_UNIT_ID" val="_11**"/>
  <p:tag name="KSO_WM_UNIT_LAYERLEVEL" val="1"/>
  <p:tag name="KSO_WM_TEMPLATE_CATEGORY" val="custom"/>
  <p:tag name="KSO_WM_TEMPLATE_USER_THEME" val="1"/>
</p:tagLst>
</file>

<file path=ppt/tags/tag27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LayoutZOrder" val="57"/>
  <p:tag name="KSO_WM_UNIT_ID" val="_11**"/>
  <p:tag name="KSO_WM_UNIT_LAYERLEVEL" val="1"/>
  <p:tag name="KSO_WM_TEMPLATE_CATEGORY" val="custom"/>
  <p:tag name="KSO_WM_TEMPLATE_USER_THEME" val="1"/>
</p:tagLst>
</file>

<file path=ppt/tags/tag27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LayoutZOrder" val="58"/>
  <p:tag name="KSO_WM_UNIT_ID" val="_11**"/>
  <p:tag name="KSO_WM_UNIT_LAYERLEVEL" val="1"/>
  <p:tag name="KSO_WM_TEMPLATE_CATEGORY" val="custom"/>
  <p:tag name="KSO_WM_TEMPLATE_USER_THEME" val="1"/>
</p:tagLst>
</file>

<file path=ppt/tags/tag27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LayoutZOrder" val="59"/>
  <p:tag name="KSO_WM_UNIT_ID" val="_11**"/>
  <p:tag name="KSO_WM_UNIT_LAYERLEVEL" val="1"/>
  <p:tag name="KSO_WM_TEMPLATE_CATEGORY" val="custom"/>
  <p:tag name="KSO_WM_TEMPLATE_USER_THEME" val="1"/>
</p:tagLst>
</file>

<file path=ppt/tags/tag27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LayoutZOrder" val="60"/>
  <p:tag name="KSO_WM_UNIT_ID" val="_11**"/>
  <p:tag name="KSO_WM_UNIT_LAYERLEVEL" val="1"/>
  <p:tag name="KSO_WM_TEMPLATE_CATEGORY" val="custom"/>
  <p:tag name="KSO_WM_TEMPLATE_USER_THEME" val="1"/>
</p:tagLst>
</file>

<file path=ppt/tags/tag279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LayoutZOrder" val="61"/>
  <p:tag name="KSO_WM_UNIT_ID" val="_11**"/>
  <p:tag name="KSO_WM_UNIT_LAYERLEVEL" val="1"/>
  <p:tag name="KSO_WM_TEMPLATE_CATEGORY" val="custom"/>
  <p:tag name="KSO_WM_TEMPLATE_USER_THEME" val="1"/>
</p:tagLst>
</file>

<file path=ppt/tags/tag28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LayoutZOrder" val="62"/>
  <p:tag name="KSO_WM_UNIT_ID" val="_11**"/>
  <p:tag name="KSO_WM_UNIT_LAYERLEVEL" val="1"/>
  <p:tag name="KSO_WM_TEMPLATE_CATEGORY" val="custom"/>
  <p:tag name="KSO_WM_TEMPLATE_USER_THEME" val="1"/>
</p:tagLst>
</file>

<file path=ppt/tags/tag281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LayoutZOrder" val="63"/>
  <p:tag name="KSO_WM_UNIT_ID" val="_11**"/>
  <p:tag name="KSO_WM_UNIT_LAYERLEVEL" val="1"/>
  <p:tag name="KSO_WM_TEMPLATE_CATEGORY" val="custom"/>
  <p:tag name="KSO_WM_TEMPLATE_USER_THEME" val="1"/>
</p:tagLst>
</file>

<file path=ppt/tags/tag28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LayoutZOrder" val="64"/>
  <p:tag name="KSO_WM_UNIT_ID" val="_11**"/>
  <p:tag name="KSO_WM_UNIT_LAYERLEVEL" val="1"/>
  <p:tag name="KSO_WM_TEMPLATE_CATEGORY" val="custom"/>
  <p:tag name="KSO_WM_TEMPLATE_USER_THEME" val="1"/>
</p:tagLst>
</file>

<file path=ppt/tags/tag283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LayoutZOrder" val="65"/>
  <p:tag name="KSO_WM_UNIT_ID" val="_11**"/>
  <p:tag name="KSO_WM_UNIT_LAYERLEVEL" val="1"/>
  <p:tag name="KSO_WM_TEMPLATE_CATEGORY" val="custom"/>
  <p:tag name="KSO_WM_TEMPLATE_USER_THEME" val="1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TEMPLATE_CATEGORY" val="custom"/>
  <p:tag name="KSO_WM_TEMPLATE_USER_THEME" val="1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</p:tagLst>
</file>

<file path=ppt/tags/tag28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CATEGORY" val="custom"/>
  <p:tag name="KSO_WM_TEMPLATE_USER_THEME" val="1"/>
</p:tagLst>
</file>

<file path=ppt/tags/tag28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LAYERLEVEL" val="1"/>
  <p:tag name="KSO_WM_TEMPLATE_CATEGORY" val="custom"/>
  <p:tag name="KSO_WM_TEMPLATE_USER_THEME" val="1"/>
</p:tagLst>
</file>

<file path=ppt/tags/tag288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LAYERLEVEL" val="1"/>
  <p:tag name="KSO_WM_TEMPLATE_CATEGORY" val="custom"/>
  <p:tag name="KSO_WM_TEMPLATE_USER_THEME" val="1"/>
</p:tagLst>
</file>

<file path=ppt/tags/tag28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LAYERLEVEL" val="1"/>
  <p:tag name="KSO_WM_TEMPLATE_CATEGORY" val="custom"/>
  <p:tag name="KSO_WM_TEMPLATE_USER_THEME" val="1"/>
</p:tagLst>
</file>

<file path=ppt/tags/tag29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LAYERLEVEL" val="1"/>
  <p:tag name="KSO_WM_TEMPLATE_CATEGORY" val="custom"/>
  <p:tag name="KSO_WM_TEMPLATE_USER_THEME" val="1"/>
</p:tagLst>
</file>

<file path=ppt/tags/tag29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LAYERLEVEL" val="1"/>
  <p:tag name="KSO_WM_TEMPLATE_CATEGORY" val="custom"/>
  <p:tag name="KSO_WM_TEMPLATE_USER_THEME" val="1"/>
</p:tagLst>
</file>

<file path=ppt/tags/tag29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LAYERLEVEL" val="1"/>
  <p:tag name="KSO_WM_TEMPLATE_CATEGORY" val="custom"/>
  <p:tag name="KSO_WM_TEMPLATE_USER_THEME" val="1"/>
</p:tagLst>
</file>

<file path=ppt/tags/tag29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0*i*8"/>
  <p:tag name="KSO_WM_UNIT_LAYERLEVEL" val="1"/>
  <p:tag name="KSO_WM_TEMPLATE_CATEGORY" val="custom"/>
  <p:tag name="KSO_WM_TEMPLATE_USER_THEME" val="1"/>
</p:tagLst>
</file>

<file path=ppt/tags/tag294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0*i*9"/>
  <p:tag name="KSO_WM_UNIT_LAYERLEVEL" val="1"/>
  <p:tag name="KSO_WM_TEMPLATE_CATEGORY" val="custom"/>
  <p:tag name="KSO_WM_TEMPLATE_USER_THEME" val="1"/>
</p:tagLst>
</file>

<file path=ppt/tags/tag29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0*i*10"/>
  <p:tag name="KSO_WM_UNIT_LAYERLEVEL" val="1"/>
  <p:tag name="KSO_WM_TEMPLATE_CATEGORY" val="custom"/>
  <p:tag name="KSO_WM_TEMPLATE_USER_THEME" val="1"/>
</p:tagLst>
</file>

<file path=ppt/tags/tag296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0*i*11"/>
  <p:tag name="KSO_WM_UNIT_LAYERLEVEL" val="1"/>
  <p:tag name="KSO_WM_TEMPLATE_CATEGORY" val="custom"/>
  <p:tag name="KSO_WM_TEMPLATE_USER_THEME" val="1"/>
</p:tagLst>
</file>

<file path=ppt/tags/tag29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0*i*12"/>
  <p:tag name="KSO_WM_UNIT_LAYERLEVEL" val="1"/>
  <p:tag name="KSO_WM_TEMPLATE_CATEGORY" val="custom"/>
  <p:tag name="KSO_WM_TEMPLATE_USER_THEME" val="1"/>
</p:tagLst>
</file>

<file path=ppt/tags/tag29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0*i*13"/>
  <p:tag name="KSO_WM_UNIT_LAYERLEVEL" val="1"/>
  <p:tag name="KSO_WM_TEMPLATE_CATEGORY" val="custom"/>
  <p:tag name="KSO_WM_TEMPLATE_USER_THEME" val="1"/>
</p:tagLst>
</file>

<file path=ppt/tags/tag29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0*i*14"/>
  <p:tag name="KSO_WM_UNIT_LAYERLEVEL" val="1"/>
  <p:tag name="KSO_WM_TEMPLATE_CATEGORY" val="custom"/>
  <p:tag name="KSO_WM_TEMPLATE_USER_THEME" val="1"/>
</p:tagLst>
</file>

<file path=ppt/tags/tag300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0*i*15"/>
  <p:tag name="KSO_WM_UNIT_LAYERLEVEL" val="1"/>
  <p:tag name="KSO_WM_TEMPLATE_CATEGORY" val="custom"/>
  <p:tag name="KSO_WM_TEMPLATE_USER_THEME" val="1"/>
</p:tagLst>
</file>

<file path=ppt/tags/tag30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0*i*16"/>
  <p:tag name="KSO_WM_UNIT_LAYERLEVEL" val="1"/>
  <p:tag name="KSO_WM_TEMPLATE_CATEGORY" val="custom"/>
  <p:tag name="KSO_WM_TEMPLATE_USER_THEME" val="1"/>
</p:tagLst>
</file>

<file path=ppt/tags/tag302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0*i*17"/>
  <p:tag name="KSO_WM_UNIT_LAYERLEVEL" val="1"/>
  <p:tag name="KSO_WM_TEMPLATE_CATEGORY" val="custom"/>
  <p:tag name="KSO_WM_TEMPLATE_USER_THEME" val="1"/>
</p:tagLst>
</file>

<file path=ppt/tags/tag30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0*i*18"/>
  <p:tag name="KSO_WM_UNIT_LAYERLEVEL" val="1"/>
  <p:tag name="KSO_WM_TEMPLATE_CATEGORY" val="custom"/>
  <p:tag name="KSO_WM_TEMPLATE_USER_THEME" val="1"/>
</p:tagLst>
</file>

<file path=ppt/tags/tag304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0*i*19"/>
  <p:tag name="KSO_WM_UNIT_LAYERLEVEL" val="1"/>
  <p:tag name="KSO_WM_TEMPLATE_CATEGORY" val="custom"/>
  <p:tag name="KSO_WM_TEMPLATE_USER_THEME" val="1"/>
</p:tagLst>
</file>

<file path=ppt/tags/tag30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0*i*20"/>
  <p:tag name="KSO_WM_UNIT_LAYERLEVEL" val="1"/>
  <p:tag name="KSO_WM_TEMPLATE_CATEGORY" val="custom"/>
  <p:tag name="KSO_WM_TEMPLATE_USER_THEME" val="1"/>
</p:tagLst>
</file>

<file path=ppt/tags/tag306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0*i*21"/>
  <p:tag name="KSO_WM_UNIT_LAYERLEVEL" val="1"/>
  <p:tag name="KSO_WM_TEMPLATE_CATEGORY" val="custom"/>
  <p:tag name="KSO_WM_TEMPLATE_USER_THEME" val="1"/>
</p:tagLst>
</file>

<file path=ppt/tags/tag30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0*i*22"/>
  <p:tag name="KSO_WM_UNIT_LAYERLEVEL" val="1"/>
  <p:tag name="KSO_WM_TEMPLATE_CATEGORY" val="custom"/>
  <p:tag name="KSO_WM_TEMPLATE_USER_THEME" val="1"/>
</p:tagLst>
</file>

<file path=ppt/tags/tag308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0*i*23"/>
  <p:tag name="KSO_WM_UNIT_LAYERLEVEL" val="1"/>
  <p:tag name="KSO_WM_TEMPLATE_CATEGORY" val="custom"/>
  <p:tag name="KSO_WM_TEMPLATE_USER_THEME" val="1"/>
</p:tagLst>
</file>

<file path=ppt/tags/tag30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0*i*24"/>
  <p:tag name="KSO_WM_UNIT_LAYERLEVEL" val="1"/>
  <p:tag name="KSO_WM_TEMPLATE_CATEGORY" val="custom"/>
  <p:tag name="KSO_WM_TEMPLATE_USER_THEME" val="1"/>
</p:tagLst>
</file>

<file path=ppt/tags/tag310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0*i*25"/>
  <p:tag name="KSO_WM_UNIT_LAYERLEVEL" val="1"/>
  <p:tag name="KSO_WM_TEMPLATE_CATEGORY" val="custom"/>
  <p:tag name="KSO_WM_TEMPLATE_USER_THEME" val="1"/>
</p:tagLst>
</file>

<file path=ppt/tags/tag31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0*i*26"/>
  <p:tag name="KSO_WM_UNIT_LAYERLEVEL" val="1"/>
  <p:tag name="KSO_WM_TEMPLATE_CATEGORY" val="custom"/>
  <p:tag name="KSO_WM_TEMPLATE_USER_THEME" val="1"/>
</p:tagLst>
</file>

<file path=ppt/tags/tag312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0*i*27"/>
  <p:tag name="KSO_WM_UNIT_LAYERLEVEL" val="1"/>
  <p:tag name="KSO_WM_TEMPLATE_CATEGORY" val="custom"/>
  <p:tag name="KSO_WM_TEMPLATE_USER_THEME" val="1"/>
</p:tagLst>
</file>

<file path=ppt/tags/tag3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0*i*28"/>
  <p:tag name="KSO_WM_UNIT_LAYERLEVEL" val="1"/>
  <p:tag name="KSO_WM_TEMPLATE_CATEGORY" val="custom"/>
  <p:tag name="KSO_WM_TEMPLATE_USER_THEME" val="1"/>
</p:tagLst>
</file>

<file path=ppt/tags/tag314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0*i*29"/>
  <p:tag name="KSO_WM_UNIT_LAYERLEVEL" val="1"/>
  <p:tag name="KSO_WM_TEMPLATE_CATEGORY" val="custom"/>
  <p:tag name="KSO_WM_TEMPLATE_USER_THEME" val="1"/>
</p:tagLst>
</file>

<file path=ppt/tags/tag31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0*i*30"/>
  <p:tag name="KSO_WM_UNIT_LAYERLEVEL" val="1"/>
  <p:tag name="KSO_WM_TEMPLATE_CATEGORY" val="custom"/>
  <p:tag name="KSO_WM_TEMPLATE_USER_THEME" val="1"/>
</p:tagLst>
</file>

<file path=ppt/tags/tag316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0*i*31"/>
  <p:tag name="KSO_WM_UNIT_LAYERLEVEL" val="1"/>
  <p:tag name="KSO_WM_TEMPLATE_CATEGORY" val="custom"/>
  <p:tag name="KSO_WM_TEMPLATE_USER_THEME" val="1"/>
</p:tagLst>
</file>

<file path=ppt/tags/tag31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0*i*32"/>
  <p:tag name="KSO_WM_UNIT_LAYERLEVEL" val="1"/>
  <p:tag name="KSO_WM_TEMPLATE_CATEGORY" val="custom"/>
  <p:tag name="KSO_WM_TEMPLATE_USER_THEME" val="1"/>
</p:tagLst>
</file>

<file path=ppt/tags/tag318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0*i*33"/>
  <p:tag name="KSO_WM_UNIT_LAYERLEVEL" val="1"/>
  <p:tag name="KSO_WM_TEMPLATE_CATEGORY" val="custom"/>
  <p:tag name="KSO_WM_TEMPLATE_USER_THEME" val="1"/>
</p:tagLst>
</file>

<file path=ppt/tags/tag31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0*i*34"/>
  <p:tag name="KSO_WM_UNIT_LAYERLEVEL" val="1"/>
  <p:tag name="KSO_WM_TEMPLATE_CATEGORY" val="custom"/>
  <p:tag name="KSO_WM_TEMPLATE_USER_THEME" val="1"/>
</p:tagLst>
</file>

<file path=ppt/tags/tag320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0*i*35"/>
  <p:tag name="KSO_WM_UNIT_LAYERLEVEL" val="1"/>
  <p:tag name="KSO_WM_TEMPLATE_CATEGORY" val="custom"/>
  <p:tag name="KSO_WM_TEMPLATE_USER_THEME" val="1"/>
</p:tagLst>
</file>

<file path=ppt/tags/tag32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0*i*36"/>
  <p:tag name="KSO_WM_UNIT_LAYERLEVEL" val="1"/>
  <p:tag name="KSO_WM_TEMPLATE_CATEGORY" val="custom"/>
  <p:tag name="KSO_WM_TEMPLATE_USER_THEME" val="1"/>
</p:tagLst>
</file>

<file path=ppt/tags/tag322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0*i*37"/>
  <p:tag name="KSO_WM_UNIT_LAYERLEVEL" val="1"/>
  <p:tag name="KSO_WM_TEMPLATE_CATEGORY" val="custom"/>
  <p:tag name="KSO_WM_TEMPLATE_USER_THEME" val="1"/>
</p:tagLst>
</file>

<file path=ppt/tags/tag32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0*i*38"/>
  <p:tag name="KSO_WM_UNIT_LAYERLEVEL" val="1"/>
  <p:tag name="KSO_WM_TEMPLATE_CATEGORY" val="custom"/>
  <p:tag name="KSO_WM_TEMPLATE_USER_THEME" val="1"/>
</p:tagLst>
</file>

<file path=ppt/tags/tag324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0*i*39"/>
  <p:tag name="KSO_WM_UNIT_LAYERLEVEL" val="1"/>
  <p:tag name="KSO_WM_TEMPLATE_CATEGORY" val="custom"/>
  <p:tag name="KSO_WM_TEMPLATE_USER_THEME" val="1"/>
</p:tagLst>
</file>

<file path=ppt/tags/tag325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0*i*40"/>
  <p:tag name="KSO_WM_UNIT_LAYERLEVEL" val="1"/>
  <p:tag name="KSO_WM_TEMPLATE_CATEGORY" val="custom"/>
  <p:tag name="KSO_WM_TEMPLATE_USER_THEME" val="1"/>
</p:tagLst>
</file>

<file path=ppt/tags/tag326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0*i*41"/>
  <p:tag name="KSO_WM_UNIT_LAYERLEVEL" val="1"/>
  <p:tag name="KSO_WM_TEMPLATE_CATEGORY" val="custom"/>
  <p:tag name="KSO_WM_TEMPLATE_USER_THEME" val="1"/>
</p:tagLst>
</file>

<file path=ppt/tags/tag32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0*i*42"/>
  <p:tag name="KSO_WM_UNIT_LAYERLEVEL" val="1"/>
  <p:tag name="KSO_WM_TEMPLATE_CATEGORY" val="custom"/>
  <p:tag name="KSO_WM_TEMPLATE_USER_THEME" val="1"/>
</p:tagLst>
</file>

<file path=ppt/tags/tag328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0*i*43"/>
  <p:tag name="KSO_WM_UNIT_LAYERLEVEL" val="1"/>
  <p:tag name="KSO_WM_TEMPLATE_CATEGORY" val="custom"/>
  <p:tag name="KSO_WM_TEMPLATE_USER_THEME" val="1"/>
</p:tagLst>
</file>

<file path=ppt/tags/tag329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0*i*44"/>
  <p:tag name="KSO_WM_UNIT_LAYERLEVEL" val="1"/>
  <p:tag name="KSO_WM_TEMPLATE_CATEGORY" val="custom"/>
  <p:tag name="KSO_WM_TEMPLATE_USER_THEME" val="1"/>
</p:tagLst>
</file>

<file path=ppt/tags/tag330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0*i*45"/>
  <p:tag name="KSO_WM_UNIT_LAYERLEVEL" val="1"/>
  <p:tag name="KSO_WM_TEMPLATE_CATEGORY" val="custom"/>
  <p:tag name="KSO_WM_TEMPLATE_USER_THEME" val="1"/>
</p:tagLst>
</file>

<file path=ppt/tags/tag33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0*i*46"/>
  <p:tag name="KSO_WM_UNIT_LAYERLEVEL" val="1"/>
  <p:tag name="KSO_WM_TEMPLATE_CATEGORY" val="custom"/>
  <p:tag name="KSO_WM_TEMPLATE_USER_THEME" val="1"/>
</p:tagLst>
</file>

<file path=ppt/tags/tag332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0*i*47"/>
  <p:tag name="KSO_WM_UNIT_LAYERLEVEL" val="1"/>
  <p:tag name="KSO_WM_TEMPLATE_CATEGORY" val="custom"/>
  <p:tag name="KSO_WM_TEMPLATE_USER_THEME" val="1"/>
</p:tagLst>
</file>

<file path=ppt/tags/tag33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0*i*48"/>
  <p:tag name="KSO_WM_UNIT_LAYERLEVEL" val="1"/>
  <p:tag name="KSO_WM_TEMPLATE_CATEGORY" val="custom"/>
  <p:tag name="KSO_WM_TEMPLATE_USER_THEME" val="1"/>
</p:tagLst>
</file>

<file path=ppt/tags/tag334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0*i*49"/>
  <p:tag name="KSO_WM_UNIT_LAYERLEVEL" val="1"/>
  <p:tag name="KSO_WM_TEMPLATE_CATEGORY" val="custom"/>
  <p:tag name="KSO_WM_TEMPLATE_USER_THEME" val="1"/>
</p:tagLst>
</file>

<file path=ppt/tags/tag335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0*i*50"/>
  <p:tag name="KSO_WM_UNIT_LAYERLEVEL" val="1"/>
  <p:tag name="KSO_WM_TEMPLATE_CATEGORY" val="custom"/>
  <p:tag name="KSO_WM_TEMPLATE_USER_THEME" val="1"/>
</p:tagLst>
</file>

<file path=ppt/tags/tag336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0*i*51"/>
  <p:tag name="KSO_WM_UNIT_LAYERLEVEL" val="1"/>
  <p:tag name="KSO_WM_TEMPLATE_CATEGORY" val="custom"/>
  <p:tag name="KSO_WM_TEMPLATE_USER_THEME" val="1"/>
</p:tagLst>
</file>

<file path=ppt/tags/tag337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0*i*52"/>
  <p:tag name="KSO_WM_UNIT_LAYERLEVEL" val="1"/>
  <p:tag name="KSO_WM_TEMPLATE_CATEGORY" val="custom"/>
  <p:tag name="KSO_WM_TEMPLATE_USER_THEME" val="1"/>
</p:tagLst>
</file>

<file path=ppt/tags/tag338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0*i*53"/>
  <p:tag name="KSO_WM_UNIT_LAYERLEVEL" val="1"/>
  <p:tag name="KSO_WM_TEMPLATE_CATEGORY" val="custom"/>
  <p:tag name="KSO_WM_TEMPLATE_USER_THEME" val="1"/>
</p:tagLst>
</file>

<file path=ppt/tags/tag339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0*i*54"/>
  <p:tag name="KSO_WM_UNIT_LAYERLEVEL" val="1"/>
  <p:tag name="KSO_WM_TEMPLATE_CATEGORY" val="custom"/>
  <p:tag name="KSO_WM_TEMPLATE_USER_THEME" val="1"/>
</p:tagLst>
</file>

<file path=ppt/tags/tag340.xml><?xml version="1.0" encoding="utf-8"?>
<p:tagLst xmlns:p="http://schemas.openxmlformats.org/presentationml/2006/main">
  <p:tag name="KSO_WM_UNIT_TYPE" val="i"/>
  <p:tag name="KSO_WM_UNIT_INDEX" val="55"/>
  <p:tag name="KSO_WM_BEAUTIFY_FLAG" val="#wm#"/>
  <p:tag name="KSO_WM_TAG_VERSION" val="3.0"/>
  <p:tag name="KSO_WM_UNIT_ID" val="_0*i*55"/>
  <p:tag name="KSO_WM_UNIT_LAYERLEVEL" val="1"/>
  <p:tag name="KSO_WM_TEMPLATE_CATEGORY" val="custom"/>
  <p:tag name="KSO_WM_TEMPLATE_USER_THEME" val="1"/>
</p:tagLst>
</file>

<file path=ppt/tags/tag341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ID" val="_0*i*56"/>
  <p:tag name="KSO_WM_UNIT_LAYERLEVEL" val="1"/>
  <p:tag name="KSO_WM_TEMPLATE_CATEGORY" val="custom"/>
  <p:tag name="KSO_WM_TEMPLATE_USER_THEME" val="1"/>
</p:tagLst>
</file>

<file path=ppt/tags/tag342.xml><?xml version="1.0" encoding="utf-8"?>
<p:tagLst xmlns:p="http://schemas.openxmlformats.org/presentationml/2006/main">
  <p:tag name="KSO_WM_UNIT_TYPE" val="i"/>
  <p:tag name="KSO_WM_UNIT_INDEX" val="57"/>
  <p:tag name="KSO_WM_BEAUTIFY_FLAG" val="#wm#"/>
  <p:tag name="KSO_WM_TAG_VERSION" val="3.0"/>
  <p:tag name="KSO_WM_UNIT_ID" val="_0*i*57"/>
  <p:tag name="KSO_WM_UNIT_LAYERLEVEL" val="1"/>
  <p:tag name="KSO_WM_TEMPLATE_CATEGORY" val="custom"/>
  <p:tag name="KSO_WM_TEMPLATE_USER_THEME" val="1"/>
</p:tagLst>
</file>

<file path=ppt/tags/tag343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ID" val="_0*i*58"/>
  <p:tag name="KSO_WM_UNIT_LAYERLEVEL" val="1"/>
  <p:tag name="KSO_WM_TEMPLATE_CATEGORY" val="custom"/>
  <p:tag name="KSO_WM_TEMPLATE_USER_THEME" val="1"/>
</p:tagLst>
</file>

<file path=ppt/tags/tag344.xml><?xml version="1.0" encoding="utf-8"?>
<p:tagLst xmlns:p="http://schemas.openxmlformats.org/presentationml/2006/main">
  <p:tag name="KSO_WM_UNIT_TYPE" val="i"/>
  <p:tag name="KSO_WM_UNIT_INDEX" val="59"/>
  <p:tag name="KSO_WM_BEAUTIFY_FLAG" val="#wm#"/>
  <p:tag name="KSO_WM_TAG_VERSION" val="3.0"/>
  <p:tag name="KSO_WM_UNIT_ID" val="_0*i*59"/>
  <p:tag name="KSO_WM_UNIT_LAYERLEVEL" val="1"/>
  <p:tag name="KSO_WM_TEMPLATE_CATEGORY" val="custom"/>
  <p:tag name="KSO_WM_TEMPLATE_USER_THEME" val="1"/>
</p:tagLst>
</file>

<file path=ppt/tags/tag34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4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4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48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49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50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单击添加文档标题"/>
  <p:tag name="KSO_WM_UNIT_ID" val="custom_1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51.xml><?xml version="1.0" encoding="utf-8"?>
<p:tagLst xmlns:p="http://schemas.openxmlformats.org/presentationml/2006/main">
  <p:tag name="KSO_WM_SLIDE_TYPE" val="title"/>
  <p:tag name="KSO_WM_TEMPLATE_THUMBS_INDEX" val="1、9"/>
  <p:tag name="KSO_WM_BEAUTIFY_FLAG" val="#wm#"/>
  <p:tag name="KSO_WM_TEMPLATE_CATEGORY" val="custom"/>
  <p:tag name="KSO_WM_TEMPLATE_USER_THEME" val="1"/>
  <p:tag name="KSO_WM_SLIDE_INDEX" val="1"/>
  <p:tag name="KSO_WM_SLIDE_ID" val="custom_1"/>
  <p:tag name="KSO_WM_TEMPLATE_SUBCATEGORY" val="29"/>
  <p:tag name="KSO_WM_SLIDE_LAYOUT" val="a_b_f"/>
  <p:tag name="KSO_WM_SLIDE_LAYOUT_CNT" val="1_1_1"/>
</p:tagLst>
</file>

<file path=ppt/tags/tag352.xml><?xml version="1.0" encoding="utf-8"?>
<p:tagLst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53.xml><?xml version="1.0" encoding="utf-8"?>
<p:tagLst xmlns:p="http://schemas.openxmlformats.org/presentationml/2006/main">
  <p:tag name="KSO_WM_UNIT_INDEX" val="1_6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  <p:tag name="KSO_WM_DIAGRAM_VIRTUALLY_FRAME" val="{&quot;height&quot;:379.3740157480315,&quot;left&quot;:411.69425196850386,&quot;top&quot;:132.94614173228348,&quot;width&quot;:505.2604724409448}"/>
</p:tagLst>
</file>

<file path=ppt/tags/tag354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355.xml><?xml version="1.0" encoding="utf-8"?>
<p:tagLst xmlns:p="http://schemas.openxmlformats.org/presentationml/2006/main">
  <p:tag name="KSO_WM_UNIT_INDEX" val="1_6_1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56.xml><?xml version="1.0" encoding="utf-8"?>
<p:tagLst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57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358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1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59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60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361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62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</p:tagLst>
</file>

<file path=ppt/tags/tag363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</p:tagLst>
</file>

<file path=ppt/tags/tag364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</p:tagLst>
</file>

<file path=ppt/tags/tag365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</p:tagLst>
</file>

<file path=ppt/tags/tag366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5*l_i*1_1"/>
  <p:tag name="KSO_WM_TEMPLATE_INDEX" val="19882022"/>
  <p:tag name="KSO_WM_TAG_VERSION" val="2.0"/>
  <p:tag name="KSO_WM_DIAGRAM_GROUP_CODE" val="l1-1"/>
</p:tagLst>
</file>

<file path=ppt/tags/tag367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5*l_h_a*1_1_1"/>
  <p:tag name="KSO_WM_TEMPLATE_INDEX" val="19882022"/>
  <p:tag name="KSO_WM_TAG_VERSION" val="2.0"/>
  <p:tag name="KSO_WM_DIAGRAM_GROUP_CODE" val="l1-1"/>
</p:tagLst>
</file>

<file path=ppt/tags/tag368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5*l_h_f*1_1_1"/>
  <p:tag name="KSO_WM_TEMPLATE_INDEX" val="19882022"/>
  <p:tag name="KSO_WM_TAG_VERSION" val="2.0"/>
  <p:tag name="KSO_WM_DIAGRAM_GROUP_CODE" val="l1-1"/>
</p:tagLst>
</file>

<file path=ppt/tags/tag369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5*l_h_a*1_2_1"/>
  <p:tag name="KSO_WM_TEMPLATE_INDEX" val="19882022"/>
  <p:tag name="KSO_WM_TAG_VERSION" val="2.0"/>
  <p:tag name="KSO_WM_DIAGRAM_GROUP_CODE" val="l1-1"/>
</p:tagLst>
</file>

<file path=ppt/tags/tag370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5*l_h_f*1_2_1"/>
  <p:tag name="KSO_WM_TEMPLATE_INDEX" val="19882022"/>
  <p:tag name="KSO_WM_TAG_VERSION" val="2.0"/>
  <p:tag name="KSO_WM_DIAGRAM_GROUP_CODE" val="l1-1"/>
</p:tagLst>
</file>

<file path=ppt/tags/tag371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5*l_h_a*1_3_1"/>
  <p:tag name="KSO_WM_TEMPLATE_INDEX" val="19882022"/>
  <p:tag name="KSO_WM_TAG_VERSION" val="2.0"/>
  <p:tag name="KSO_WM_DIAGRAM_GROUP_CODE" val="l1-1"/>
</p:tagLst>
</file>

<file path=ppt/tags/tag372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5*l_h_f*1_3_1"/>
  <p:tag name="KSO_WM_TEMPLATE_INDEX" val="19882022"/>
  <p:tag name="KSO_WM_TAG_VERSION" val="2.0"/>
  <p:tag name="KSO_WM_DIAGRAM_GROUP_CODE" val="l1-1"/>
</p:tagLst>
</file>

<file path=ppt/tags/tag373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5*l_h_a*1_4_1"/>
  <p:tag name="KSO_WM_TEMPLATE_INDEX" val="19882022"/>
  <p:tag name="KSO_WM_TAG_VERSION" val="2.0"/>
  <p:tag name="KSO_WM_DIAGRAM_GROUP_CODE" val="l1-1"/>
</p:tagLst>
</file>

<file path=ppt/tags/tag374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5*l_h_f*1_4_1"/>
  <p:tag name="KSO_WM_TEMPLATE_INDEX" val="19882022"/>
  <p:tag name="KSO_WM_TAG_VERSION" val="2.0"/>
  <p:tag name="KSO_WM_DIAGRAM_GROUP_CODE" val="l1-1"/>
</p:tagLst>
</file>

<file path=ppt/tags/tag375.xml><?xml version="1.0" encoding="utf-8"?>
<p:tagLst xmlns:p="http://schemas.openxmlformats.org/presentationml/2006/main">
  <p:tag name="KSO_WM_BEAUTIFY_FLAG" val="#wm#"/>
  <p:tag name="KSO_WM_UNIT_TYPE" val="l_h_a"/>
  <p:tag name="KSO_WM_UNIT_INDEX" val="1_5_1"/>
  <p:tag name="KSO_WM_UNIT_ID" val="diagram19882022_5*l_h_a*1_5_1"/>
  <p:tag name="KSO_WM_TEMPLATE_INDEX" val="19882022"/>
  <p:tag name="KSO_WM_TAG_VERSION" val="2.0"/>
  <p:tag name="KSO_WM_DIAGRAM_GROUP_CODE" val="l1-1"/>
</p:tagLst>
</file>

<file path=ppt/tags/tag376.xml><?xml version="1.0" encoding="utf-8"?>
<p:tagLst xmlns:p="http://schemas.openxmlformats.org/presentationml/2006/main">
  <p:tag name="KSO_WM_BEAUTIFY_FLAG" val="#wm#"/>
  <p:tag name="KSO_WM_UNIT_TYPE" val="l_h_f"/>
  <p:tag name="KSO_WM_UNIT_INDEX" val="1_5_1"/>
  <p:tag name="KSO_WM_UNIT_ID" val="diagram19882022_5*l_h_f*1_5_1"/>
  <p:tag name="KSO_WM_TEMPLATE_INDEX" val="19882022"/>
  <p:tag name="KSO_WM_TAG_VERSION" val="2.0"/>
  <p:tag name="KSO_WM_DIAGRAM_GROUP_CODE" val="l1-1"/>
</p:tagLst>
</file>

<file path=ppt/tags/tag377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5*l_h_i*1_1_1"/>
  <p:tag name="KSO_WM_TEMPLATE_INDEX" val="19882022"/>
  <p:tag name="KSO_WM_TAG_VERSION" val="2.0"/>
  <p:tag name="KSO_WM_DIAGRAM_GROUP_CODE" val="l1-1"/>
  <p:tag name="KSO_WM_UNIT_SUBTYPE" val="d"/>
</p:tagLst>
</file>

<file path=ppt/tags/tag378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5*l_h_i*1_2_1"/>
  <p:tag name="KSO_WM_TEMPLATE_INDEX" val="19882022"/>
  <p:tag name="KSO_WM_TAG_VERSION" val="2.0"/>
  <p:tag name="KSO_WM_DIAGRAM_GROUP_CODE" val="l1-1"/>
  <p:tag name="KSO_WM_UNIT_SUBTYPE" val="d"/>
</p:tagLst>
</file>

<file path=ppt/tags/tag379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5*l_h_i*1_3_1"/>
  <p:tag name="KSO_WM_TEMPLATE_INDEX" val="19882022"/>
  <p:tag name="KSO_WM_TAG_VERSION" val="2.0"/>
  <p:tag name="KSO_WM_DIAGRAM_GROUP_CODE" val="l1-1"/>
  <p:tag name="KSO_WM_UNIT_SUBTYPE" val="d"/>
</p:tagLst>
</file>

<file path=ppt/tags/tag380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5*l_h_i*1_4_1"/>
  <p:tag name="KSO_WM_TEMPLATE_INDEX" val="19882022"/>
  <p:tag name="KSO_WM_TAG_VERSION" val="2.0"/>
  <p:tag name="KSO_WM_DIAGRAM_GROUP_CODE" val="l1-1"/>
  <p:tag name="KSO_WM_UNIT_SUBTYPE" val="d"/>
</p:tagLst>
</file>

<file path=ppt/tags/tag381.xml><?xml version="1.0" encoding="utf-8"?>
<p:tagLst xmlns:p="http://schemas.openxmlformats.org/presentationml/2006/main">
  <p:tag name="KSO_WM_BEAUTIFY_FLAG" val="#wm#"/>
  <p:tag name="KSO_WM_UNIT_TYPE" val="l_h_i"/>
  <p:tag name="KSO_WM_UNIT_INDEX" val="1_5_1"/>
  <p:tag name="KSO_WM_UNIT_ID" val="diagram19882022_5*l_h_i*1_5_1"/>
  <p:tag name="KSO_WM_TEMPLATE_INDEX" val="19882022"/>
  <p:tag name="KSO_WM_TAG_VERSION" val="2.0"/>
  <p:tag name="KSO_WM_DIAGRAM_GROUP_CODE" val="l1-1"/>
  <p:tag name="KSO_WM_UNIT_SUBTYPE" val="d"/>
</p:tagLst>
</file>

<file path=ppt/tags/tag382.xml><?xml version="1.0" encoding="utf-8"?>
<p:tagLst xmlns:p="http://schemas.openxmlformats.org/presentationml/2006/main">
  <p:tag name="KSO_WM_UNIT_TYPE" val="a"/>
  <p:tag name="KSO_WM_UNIT_INDEX" val="1"/>
  <p:tag name="KSO_WM_UNIT_ID" val="_2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83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384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85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386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387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88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38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390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91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392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93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394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395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396.xml><?xml version="1.0" encoding="utf-8"?>
<p:tagLst xmlns:p="http://schemas.openxmlformats.org/presentationml/2006/main">
  <p:tag name="KSO_WM_UNIT_TEXT" val="HTML5发展历史与核心特性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397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398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399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00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01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02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03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04.xml><?xml version="1.0" encoding="utf-8"?>
<p:tagLst xmlns:p="http://schemas.openxmlformats.org/presentationml/2006/main">
  <p:tag name="KSO_WM_UNIT_INDEX" val="1_5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05.xml><?xml version="1.0" encoding="utf-8"?>
<p:tagLst xmlns:p="http://schemas.openxmlformats.org/presentationml/2006/main">
  <p:tag name="KSO_WM_UNIT_INDEX" val="1_5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06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07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08.xml><?xml version="1.0" encoding="utf-8"?>
<p:tagLst xmlns:p="http://schemas.openxmlformats.org/presentationml/2006/main">
  <p:tag name="KSO_WM_UNIT_TEXT" val="目 录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409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410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411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2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2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3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414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5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16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417.xml><?xml version="1.0" encoding="utf-8"?>
<p:tagLst xmlns:p="http://schemas.openxmlformats.org/presentationml/2006/main">
  <p:tag name="KSO_WM_UNIT_INDEX" val="1_1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18.xml><?xml version="1.0" encoding="utf-8"?>
<p:tagLst xmlns:p="http://schemas.openxmlformats.org/presentationml/2006/main">
  <p:tag name="KSO_WM_UNIT_INDEX" val="1_2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19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420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421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22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23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24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25.xml><?xml version="1.0" encoding="utf-8"?>
<p:tagLst xmlns:p="http://schemas.openxmlformats.org/presentationml/2006/main">
  <p:tag name="KSO_WM_UNIT_TEXT" val="搭建HTML5开发环境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426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427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429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30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431.xml><?xml version="1.0" encoding="utf-8"?>
<p:tagLst xmlns:p="http://schemas.openxmlformats.org/presentationml/2006/main">
  <p:tag name="KSO_WM_UNIT_TEXT" val="现代浏览器对HTML5的支持情况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432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433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34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35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36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37.xml><?xml version="1.0" encoding="utf-8"?>
<p:tagLst xmlns:p="http://schemas.openxmlformats.org/presentationml/2006/main">
  <p:tag name="KSO_WM_UNIT_TEXT" val="文档类型声明与基本结构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438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439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440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3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41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42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443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4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445.xml><?xml version="1.0" encoding="utf-8"?>
<p:tagLst xmlns:p="http://schemas.openxmlformats.org/presentationml/2006/main">
  <p:tag name="KSO_WM_UNIT_INDEX" val="6"/>
  <p:tag name="KSO_WM_UNIT_TYPE" val="j"/>
  <p:tag name="KSO_WM_BEAUTIFY_FLAG" val="#wm#"/>
</p:tagLst>
</file>

<file path=ppt/tags/tag446.xml><?xml version="1.0" encoding="utf-8"?>
<p:tagLst xmlns:p="http://schemas.openxmlformats.org/presentationml/2006/main">
  <p:tag name="KSO_WM_UNIT_INDEX" val="5"/>
  <p:tag name="KSO_WM_UNIT_TYPE" val="i"/>
  <p:tag name="KSO_WM_BEAUTIFY_FLAG" val="#wm#"/>
</p:tagLst>
</file>

<file path=ppt/tags/tag447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448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44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450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51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52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453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454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55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56.xml><?xml version="1.0" encoding="utf-8"?>
<p:tagLst xmlns:p="http://schemas.openxmlformats.org/presentationml/2006/main">
  <p:tag name="KSO_WM_UNIT_TEXT" val="文档大纲算法与无障碍访问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457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458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59.xml><?xml version="1.0" encoding="utf-8"?>
<p:tagLst xmlns:p="http://schemas.openxmlformats.org/presentationml/2006/main">
  <p:tag name="KSO_WM_BEAUTIFY_FLAG" val="#wm#"/>
  <p:tag name="KSO_WM_UNIT_TYPE" val="l_h_i"/>
  <p:tag name="KSO_WM_UNIT_INDEX" val="1_1_2"/>
  <p:tag name="KSO_WM_UNIT_ID" val="diagram19882022_4*l_h_i*1_1_2"/>
  <p:tag name="KSO_WM_TEMPLATE_INDEX" val="19882022"/>
  <p:tag name="KSO_WM_TAG_VERSION" val="2.0"/>
  <p:tag name="KSO_WM_DIAGRAM_GROUP_CODE" val="l1-1"/>
</p:tagLst>
</file>

<file path=ppt/tags/tag460.xml><?xml version="1.0" encoding="utf-8"?>
<p:tagLst xmlns:p="http://schemas.openxmlformats.org/presentationml/2006/main">
  <p:tag name="KSO_WM_BEAUTIFY_FLAG" val="#wm#"/>
  <p:tag name="KSO_WM_UNIT_TYPE" val="l_h_i"/>
  <p:tag name="KSO_WM_UNIT_INDEX" val="1_2_2"/>
  <p:tag name="KSO_WM_UNIT_ID" val="diagram19882022_4*l_h_i*1_2_2"/>
  <p:tag name="KSO_WM_TEMPLATE_INDEX" val="19882022"/>
  <p:tag name="KSO_WM_TAG_VERSION" val="2.0"/>
  <p:tag name="KSO_WM_DIAGRAM_GROUP_CODE" val="l1-1"/>
</p:tagLst>
</file>

<file path=ppt/tags/tag461.xml><?xml version="1.0" encoding="utf-8"?>
<p:tagLst xmlns:p="http://schemas.openxmlformats.org/presentationml/2006/main">
  <p:tag name="KSO_WM_BEAUTIFY_FLAG" val="#wm#"/>
  <p:tag name="KSO_WM_UNIT_TYPE" val="l_h_i"/>
  <p:tag name="KSO_WM_UNIT_INDEX" val="1_4_2"/>
  <p:tag name="KSO_WM_UNIT_ID" val="diagram19882022_4*l_h_i*1_4_2"/>
  <p:tag name="KSO_WM_TEMPLATE_INDEX" val="19882022"/>
  <p:tag name="KSO_WM_TAG_VERSION" val="2.0"/>
  <p:tag name="KSO_WM_DIAGRAM_GROUP_CODE" val="l1-1"/>
</p:tagLst>
</file>

<file path=ppt/tags/tag462.xml><?xml version="1.0" encoding="utf-8"?>
<p:tagLst xmlns:p="http://schemas.openxmlformats.org/presentationml/2006/main">
  <p:tag name="KSO_WM_BEAUTIFY_FLAG" val="#wm#"/>
  <p:tag name="KSO_WM_UNIT_TYPE" val="l_h_i"/>
  <p:tag name="KSO_WM_UNIT_INDEX" val="1_3_2"/>
  <p:tag name="KSO_WM_UNIT_ID" val="diagram19882022_4*l_h_i*1_3_2"/>
  <p:tag name="KSO_WM_TEMPLATE_INDEX" val="19882022"/>
  <p:tag name="KSO_WM_TAG_VERSION" val="2.0"/>
  <p:tag name="KSO_WM_DIAGRAM_GROUP_CODE" val="l1-1"/>
</p:tagLst>
</file>

<file path=ppt/tags/tag463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464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4*l_h_a*1_1_1"/>
  <p:tag name="KSO_WM_TEMPLATE_INDEX" val="19882022"/>
  <p:tag name="KSO_WM_TAG_VERSION" val="2.0"/>
  <p:tag name="KSO_WM_DIAGRAM_GROUP_CODE" val="l1-1"/>
</p:tagLst>
</file>

<file path=ppt/tags/tag465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466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4*l_h_i*1_2_1"/>
  <p:tag name="KSO_WM_TEMPLATE_INDEX" val="19882022"/>
  <p:tag name="KSO_WM_TAG_VERSION" val="2.0"/>
  <p:tag name="KSO_WM_DIAGRAM_GROUP_CODE" val="l1-1"/>
  <p:tag name="KSO_WM_UNIT_SUBTYPE" val="d"/>
</p:tagLst>
</file>

<file path=ppt/tags/tag467.xml><?xml version="1.0" encoding="utf-8"?>
<p:tagLst xmlns:p="http://schemas.openxmlformats.org/presentationml/2006/main">
  <p:tag name="KSO_WM_BEAUTIFY_FLAG" val="#wm#"/>
  <p:tag name="KSO_WM_UNIT_TYPE" val="l_h_i"/>
  <p:tag name="KSO_WM_UNIT_INDEX" val="1_4_1"/>
  <p:tag name="KSO_WM_UNIT_ID" val="diagram19882022_4*l_h_i*1_4_1"/>
  <p:tag name="KSO_WM_TEMPLATE_INDEX" val="19882022"/>
  <p:tag name="KSO_WM_TAG_VERSION" val="2.0"/>
  <p:tag name="KSO_WM_DIAGRAM_GROUP_CODE" val="l1-1"/>
  <p:tag name="KSO_WM_UNIT_SUBTYPE" val="d"/>
</p:tagLst>
</file>

<file path=ppt/tags/tag468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4*l_h_i*1_3_1"/>
  <p:tag name="KSO_WM_TEMPLATE_INDEX" val="19882022"/>
  <p:tag name="KSO_WM_TAG_VERSION" val="2.0"/>
  <p:tag name="KSO_WM_DIAGRAM_GROUP_CODE" val="l1-1"/>
  <p:tag name="KSO_WM_UNIT_SUBTYPE" val="d"/>
</p:tagLst>
</file>

<file path=ppt/tags/tag469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4*l_h_i*1_1_1"/>
  <p:tag name="KSO_WM_TEMPLATE_INDEX" val="19882022"/>
  <p:tag name="KSO_WM_TAG_VERSION" val="2.0"/>
  <p:tag name="KSO_WM_DIAGRAM_GROUP_CODE" val="l1-1"/>
  <p:tag name="KSO_WM_UNIT_SUBTYPE" val="d"/>
</p:tagLst>
</file>

<file path=ppt/tags/tag470.xml><?xml version="1.0" encoding="utf-8"?>
<p:tagLst xmlns:p="http://schemas.openxmlformats.org/presentationml/2006/main">
  <p:tag name="KSO_WM_BEAUTIFY_FLAG" val="#wm#"/>
  <p:tag name="KSO_WM_UNIT_TYPE" val="l_h_f"/>
  <p:tag name="KSO_WM_UNIT_INDEX" val="1_3_2"/>
  <p:tag name="KSO_WM_UNIT_ID" val="diagram19882022_4*l_h_f*1_3_2"/>
  <p:tag name="KSO_WM_TEMPLATE_INDEX" val="19882022"/>
  <p:tag name="KSO_WM_TAG_VERSION" val="2.0"/>
  <p:tag name="KSO_WM_DIAGRAM_GROUP_CODE" val="l1-1"/>
</p:tagLst>
</file>

<file path=ppt/tags/tag471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472.xml><?xml version="1.0" encoding="utf-8"?>
<p:tagLst xmlns:p="http://schemas.openxmlformats.org/presentationml/2006/main">
  <p:tag name="KSO_WM_BEAUTIFY_FLAG" val="#wm#"/>
  <p:tag name="KSO_WM_UNIT_TYPE" val="l_h_f"/>
  <p:tag name="KSO_WM_UNIT_INDEX" val="1_2_2"/>
  <p:tag name="KSO_WM_UNIT_ID" val="diagram19882022_4*l_h_f*1_2_2"/>
  <p:tag name="KSO_WM_TEMPLATE_INDEX" val="19882022"/>
  <p:tag name="KSO_WM_TAG_VERSION" val="2.0"/>
  <p:tag name="KSO_WM_DIAGRAM_GROUP_CODE" val="l1-1"/>
</p:tagLst>
</file>

<file path=ppt/tags/tag473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474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</p:tagLst>
</file>

<file path=ppt/tags/tag475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476.xml><?xml version="1.0" encoding="utf-8"?>
<p:tagLst xmlns:p="http://schemas.openxmlformats.org/presentationml/2006/main">
  <p:tag name="KSO_WM_UNIT_TEXT" val="新增语义化标签（header/nav/article等）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477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478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79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80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81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82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83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84.xml><?xml version="1.0" encoding="utf-8"?>
<p:tagLst xmlns:p="http://schemas.openxmlformats.org/presentationml/2006/main">
  <p:tag name="KSO_WM_UNIT_INDEX" val="1_3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85.xml><?xml version="1.0" encoding="utf-8"?>
<p:tagLst xmlns:p="http://schemas.openxmlformats.org/presentationml/2006/main">
  <p:tag name="KSO_WM_UNIT_INDEX" val="1_2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86.xml><?xml version="1.0" encoding="utf-8"?>
<p:tagLst xmlns:p="http://schemas.openxmlformats.org/presentationml/2006/main">
  <p:tag name="KSO_WM_UNIT_INDEX" val="1_1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87.xml><?xml version="1.0" encoding="utf-8"?>
<p:tagLst xmlns:p="http://schemas.openxmlformats.org/presentationml/2006/main">
  <p:tag name="KSO_WM_UNIT_TEXT" val="新增输入类型（email/url/date等）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488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489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490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4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91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92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493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494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495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96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97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98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499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00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01.xml><?xml version="1.0" encoding="utf-8"?>
<p:tagLst xmlns:p="http://schemas.openxmlformats.org/presentationml/2006/main">
  <p:tag name="KSO_WM_UNIT_TEXT" val="文件上传与拖放功能实现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502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503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04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505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506.xml><?xml version="1.0" encoding="utf-8"?>
<p:tagLst xmlns:p="http://schemas.openxmlformats.org/presentationml/2006/main">
  <p:tag name="KSO_WM_UNIT_INDEX" val="18"/>
  <p:tag name="KSO_WM_UNIT_TYPE" val="f"/>
  <p:tag name="KSO_WM_UNIT_SUBTYPE" val="a"/>
  <p:tag name="KSO_WM_BEAUTIFY_FLAG" val="#wm#"/>
</p:tagLst>
</file>

<file path=ppt/tags/tag507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</p:tagLst>
</file>

<file path=ppt/tags/tag508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3*l_h_f*1_1_1"/>
  <p:tag name="KSO_WM_TEMPLATE_INDEX" val="19882022"/>
  <p:tag name="KSO_WM_TAG_VERSION" val="2.0"/>
  <p:tag name="KSO_WM_DIAGRAM_GROUP_CODE" val="l1-1"/>
</p:tagLst>
</file>

<file path=ppt/tags/tag509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3*l_h_a*1_1_1"/>
  <p:tag name="KSO_WM_TEMPLATE_INDEX" val="19882022"/>
  <p:tag name="KSO_WM_TAG_VERSION" val="2.0"/>
  <p:tag name="KSO_WM_DIAGRAM_GROUP_CODE" val="l1-1"/>
</p:tagLst>
</file>

<file path=ppt/tags/tag510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3*l_h_x*1_1_1"/>
  <p:tag name="KSO_WM_TEMPLATE_INDEX" val="19882022"/>
  <p:tag name="KSO_WM_TAG_VERSION" val="2.0"/>
  <p:tag name="KSO_WM_DIAGRAM_GROUP_CODE" val="l1-1"/>
</p:tagLst>
</file>

<file path=ppt/tags/tag511.xml><?xml version="1.0" encoding="utf-8"?>
<p:tagLst xmlns:p="http://schemas.openxmlformats.org/presentationml/2006/main">
  <p:tag name="KSO_WM_BEAUTIFY_FLAG" val="#wm#"/>
  <p:tag name="KSO_WM_UNIT_TYPE" val="l_h_x"/>
  <p:tag name="KSO_WM_UNIT_INDEX" val="1_1_2"/>
  <p:tag name="KSO_WM_UNIT_ID" val="diagram19882022_3*l_h_x*1_1_2"/>
  <p:tag name="KSO_WM_TEMPLATE_INDEX" val="19882022"/>
  <p:tag name="KSO_WM_TAG_VERSION" val="2.0"/>
  <p:tag name="KSO_WM_DIAGRAM_GROUP_CODE" val="l1-1"/>
</p:tagLst>
</file>

<file path=ppt/tags/tag512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</p:tagLst>
</file>

<file path=ppt/tags/tag513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3*l_h_f*1_2_1"/>
  <p:tag name="KSO_WM_TEMPLATE_INDEX" val="19882022"/>
  <p:tag name="KSO_WM_TAG_VERSION" val="2.0"/>
  <p:tag name="KSO_WM_DIAGRAM_GROUP_CODE" val="l1-1"/>
</p:tagLst>
</file>

<file path=ppt/tags/tag514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3*l_h_a*1_2_1"/>
  <p:tag name="KSO_WM_TEMPLATE_INDEX" val="19882022"/>
  <p:tag name="KSO_WM_TAG_VERSION" val="2.0"/>
  <p:tag name="KSO_WM_DIAGRAM_GROUP_CODE" val="l1-1"/>
</p:tagLst>
</file>

<file path=ppt/tags/tag515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3*l_h_x*1_2_1"/>
  <p:tag name="KSO_WM_TEMPLATE_INDEX" val="19882022"/>
  <p:tag name="KSO_WM_TAG_VERSION" val="2.0"/>
  <p:tag name="KSO_WM_DIAGRAM_GROUP_CODE" val="l1-1"/>
</p:tagLst>
</file>

<file path=ppt/tags/tag516.xml><?xml version="1.0" encoding="utf-8"?>
<p:tagLst xmlns:p="http://schemas.openxmlformats.org/presentationml/2006/main">
  <p:tag name="KSO_WM_BEAUTIFY_FLAG" val="#wm#"/>
  <p:tag name="KSO_WM_UNIT_TYPE" val="l_h_x"/>
  <p:tag name="KSO_WM_UNIT_INDEX" val="1_2_2"/>
  <p:tag name="KSO_WM_UNIT_ID" val="diagram19882022_3*l_h_x*1_2_2"/>
  <p:tag name="KSO_WM_TEMPLATE_INDEX" val="19882022"/>
  <p:tag name="KSO_WM_TAG_VERSION" val="2.0"/>
  <p:tag name="KSO_WM_DIAGRAM_GROUP_CODE" val="l1-1"/>
</p:tagLst>
</file>

<file path=ppt/tags/tag517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</p:tagLst>
</file>

<file path=ppt/tags/tag518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3*l_h_f*1_3_1"/>
  <p:tag name="KSO_WM_TEMPLATE_INDEX" val="19882022"/>
  <p:tag name="KSO_WM_TAG_VERSION" val="2.0"/>
  <p:tag name="KSO_WM_DIAGRAM_GROUP_CODE" val="l1-1"/>
</p:tagLst>
</file>

<file path=ppt/tags/tag519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3*l_h_a*1_3_1"/>
  <p:tag name="KSO_WM_TEMPLATE_INDEX" val="19882022"/>
  <p:tag name="KSO_WM_TAG_VERSION" val="2.0"/>
  <p:tag name="KSO_WM_DIAGRAM_GROUP_CODE" val="l1-1"/>
</p:tagLst>
</file>

<file path=ppt/tags/tag520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3*l_h_x*1_3_1"/>
  <p:tag name="KSO_WM_TEMPLATE_INDEX" val="19882022"/>
  <p:tag name="KSO_WM_TAG_VERSION" val="2.0"/>
  <p:tag name="KSO_WM_DIAGRAM_GROUP_CODE" val="l1-1"/>
</p:tagLst>
</file>

<file path=ppt/tags/tag521.xml><?xml version="1.0" encoding="utf-8"?>
<p:tagLst xmlns:p="http://schemas.openxmlformats.org/presentationml/2006/main">
  <p:tag name="KSO_WM_BEAUTIFY_FLAG" val="#wm#"/>
  <p:tag name="KSO_WM_UNIT_TYPE" val="l_h_x"/>
  <p:tag name="KSO_WM_UNIT_INDEX" val="1_3_2"/>
  <p:tag name="KSO_WM_UNIT_ID" val="diagram19882022_3*l_h_x*1_3_2"/>
  <p:tag name="KSO_WM_TEMPLATE_INDEX" val="19882022"/>
  <p:tag name="KSO_WM_TAG_VERSION" val="2.0"/>
  <p:tag name="KSO_WM_DIAGRAM_GROUP_CODE" val="l1-1"/>
</p:tagLst>
</file>

<file path=ppt/tags/tag522.xml><?xml version="1.0" encoding="utf-8"?>
<p:tagLst xmlns:p="http://schemas.openxmlformats.org/presentationml/2006/main">
  <p:tag name="KSO_WM_UNIT_TEXT" val="表单验证API与自定义验证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523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524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25.xml><?xml version="1.0" encoding="utf-8"?>
<p:tagLst xmlns:p="http://schemas.openxmlformats.org/presentationml/2006/main">
  <p:tag name="KSO_WM_UNIT_INDEX" val="2"/>
  <p:tag name="KSO_WM_UNIT_TYPE" val="i"/>
  <p:tag name="KSO_WM_UNIT_SUBTYPE" val="h"/>
  <p:tag name="KSO_WM_BEAUTIFY_FLAG" val="#wm#"/>
</p:tagLst>
</file>

<file path=ppt/tags/tag526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27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528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52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530.xml><?xml version="1.0" encoding="utf-8"?>
<p:tagLst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531.xml><?xml version="1.0" encoding="utf-8"?>
<p:tagLst xmlns:p="http://schemas.openxmlformats.org/presentationml/2006/main">
  <p:tag name="KSO_WM_UNIT_TEXT" val="字幕与轨道技术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532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533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534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5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35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36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537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38.xml><?xml version="1.0" encoding="utf-8"?>
<p:tagLst xmlns:p="http://schemas.openxmlformats.org/presentationml/2006/main">
  <p:tag name="KSO_WM_UNIT_TEXT" val="自定义媒体控制器开发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53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540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541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542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543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544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545.xml><?xml version="1.0" encoding="utf-8"?>
<p:tagLst xmlns:p="http://schemas.openxmlformats.org/presentationml/2006/main">
  <p:tag name="KSO_WM_UNIT_INDEX" val="4"/>
  <p:tag name="KSO_WM_UNIT_TYPE" val="j"/>
  <p:tag name="KSO_WM_BEAUTIFY_FLAG" val="#wm#"/>
</p:tagLst>
</file>

<file path=ppt/tags/tag546.xml><?xml version="1.0" encoding="utf-8"?>
<p:tagLst xmlns:p="http://schemas.openxmlformats.org/presentationml/2006/main">
  <p:tag name="KSO_WM_UNIT_INDEX" val="8"/>
  <p:tag name="KSO_WM_UNIT_TYPE" val="j"/>
  <p:tag name="KSO_WM_BEAUTIFY_FLAG" val="#wm#"/>
</p:tagLst>
</file>

<file path=ppt/tags/tag547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548.xml><?xml version="1.0" encoding="utf-8"?>
<p:tagLst xmlns:p="http://schemas.openxmlformats.org/presentationml/2006/main">
  <p:tag name="KSO_WM_UNIT_INDEX" val="9"/>
  <p:tag name="KSO_WM_UNIT_TYPE" val="i"/>
  <p:tag name="KSO_WM_BEAUTIFY_FLAG" val="#wm#"/>
</p:tagLst>
</file>

<file path=ppt/tags/tag549.xml><?xml version="1.0" encoding="utf-8"?>
<p:tagLst xmlns:p="http://schemas.openxmlformats.org/presentationml/2006/main">
  <p:tag name="KSO_WM_UNIT_INDEX" val="10"/>
  <p:tag name="KSO_WM_UNIT_TYPE" val="i"/>
  <p:tag name="KSO_WM_BEAUTIFY_FLAG" val="#wm#"/>
</p:tagLst>
</file>

<file path=ppt/tags/tag550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51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52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53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54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55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56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57.xml><?xml version="1.0" encoding="utf-8"?>
<p:tagLst xmlns:p="http://schemas.openxmlformats.org/presentationml/2006/main">
  <p:tag name="KSO_WM_UNIT_INDEX" val="1_4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58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59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60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61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62.xml><?xml version="1.0" encoding="utf-8"?>
<p:tagLst xmlns:p="http://schemas.openxmlformats.org/presentationml/2006/main">
  <p:tag name="KSO_WM_UNIT_TEXT" val="音频/视频标签详解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563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564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565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66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67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68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69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70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71.xml><?xml version="1.0" encoding="utf-8"?>
<p:tagLst xmlns:p="http://schemas.openxmlformats.org/presentationml/2006/main">
  <p:tag name="KSO_WM_UNIT_TEXT" val="图像处理与像素操作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572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573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574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6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75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76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577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UNIT_ID" val="diagram19882022*l_h_f*1_1_4"/>
  <p:tag name="KSO_WM_DIAGRAM_GROUP_CODE" val="l1-1"/>
  <p:tag name="KSO_WM_TAG_VERSION" val="2.0"/>
  <p:tag name="KSO_WM_BEAUTIFY_FLAG" val="#wm#"/>
</p:tagLst>
</file>

<file path=ppt/tags/tag578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UNIT_ID" val="diagram19882022*l_h_a*1_1_2"/>
  <p:tag name="KSO_WM_DIAGRAM_GROUP_CODE" val="l1-1"/>
  <p:tag name="KSO_WM_TAG_VERSION" val="2.0"/>
  <p:tag name="KSO_WM_BEAUTIFY_FLAG" val="#wm#"/>
</p:tagLst>
</file>

<file path=ppt/tags/tag579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UNIT_ID" val="diagram19882022*l_h_f*1_2_4"/>
  <p:tag name="KSO_WM_DIAGRAM_GROUP_CODE" val="l1-1"/>
  <p:tag name="KSO_WM_TAG_VERSION" val="2.0"/>
  <p:tag name="KSO_WM_BEAUTIFY_FLAG" val="#wm#"/>
</p:tagLst>
</file>

<file path=ppt/tags/tag580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UNIT_ID" val="diagram19882022*l_h_a*1_2_2"/>
  <p:tag name="KSO_WM_DIAGRAM_GROUP_CODE" val="l1-1"/>
  <p:tag name="KSO_WM_TAG_VERSION" val="2.0"/>
  <p:tag name="KSO_WM_BEAUTIFY_FLAG" val="#wm#"/>
</p:tagLst>
</file>

<file path=ppt/tags/tag581.xml><?xml version="1.0" encoding="utf-8"?>
<p:tagLst xmlns:p="http://schemas.openxmlformats.org/presentationml/2006/main">
  <p:tag name="KSO_WM_UNIT_INDEX" val="1_1_1"/>
  <p:tag name="KSO_WM_UNIT_TYPE" val="l_h_j"/>
  <p:tag name="KSO_WM_TEMPLATE_CATEGORY" val="diagram"/>
  <p:tag name="KSO_WM_TEMPLATE_INDEX" val="19882022"/>
  <p:tag name="KSO_WM_UNIT_ID" val="diagram19882022*l_h_j*1_1_1"/>
  <p:tag name="KSO_WM_DIAGRAM_GROUP_CODE" val="l1-1"/>
  <p:tag name="KSO_WM_TAG_VERSION" val="2.0"/>
  <p:tag name="KSO_WM_BEAUTIFY_FLAG" val="#wm#"/>
</p:tagLst>
</file>

<file path=ppt/tags/tag582.xml><?xml version="1.0" encoding="utf-8"?>
<p:tagLst xmlns:p="http://schemas.openxmlformats.org/presentationml/2006/main">
  <p:tag name="KSO_WM_UNIT_INDEX" val="1_2_1"/>
  <p:tag name="KSO_WM_UNIT_TYPE" val="l_h_j"/>
  <p:tag name="KSO_WM_TEMPLATE_CATEGORY" val="diagram"/>
  <p:tag name="KSO_WM_TEMPLATE_INDEX" val="19882022"/>
  <p:tag name="KSO_WM_UNIT_ID" val="diagram19882022*l_h_j*1_2_1"/>
  <p:tag name="KSO_WM_DIAGRAM_GROUP_CODE" val="l1-1"/>
  <p:tag name="KSO_WM_TAG_VERSION" val="2.0"/>
  <p:tag name="KSO_WM_BEAUTIFY_FLAG" val="#wm#"/>
</p:tagLst>
</file>

<file path=ppt/tags/tag583.xml><?xml version="1.0" encoding="utf-8"?>
<p:tagLst xmlns:p="http://schemas.openxmlformats.org/presentationml/2006/main">
  <p:tag name="KSO_WM_UNIT_TEXT" val="动画实现与性能优化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584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585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86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587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588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589.xml><?xml version="1.0" encoding="utf-8"?>
<p:tagLst xmlns:p="http://schemas.openxmlformats.org/presentationml/2006/main">
  <p:tag name="KSO_WM_UNIT_TEXT" val="Canvas基础绘图API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590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591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92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93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94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595.xml><?xml version="1.0" encoding="utf-8"?>
<p:tagLst xmlns:p="http://schemas.openxmlformats.org/presentationml/2006/main">
  <p:tag name="KSO_WM_UNIT_TEXT" val="SVG与Canvas对比分析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596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597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598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7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99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00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601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02.xml><?xml version="1.0" encoding="utf-8"?>
<p:tagLst xmlns:p="http://schemas.openxmlformats.org/presentationml/2006/main">
  <p:tag name="KSO_WM_UNIT_INDEX" val="1_1_4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03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04.xml><?xml version="1.0" encoding="utf-8"?>
<p:tagLst xmlns:p="http://schemas.openxmlformats.org/presentationml/2006/main">
  <p:tag name="KSO_WM_UNIT_INDEX" val="1"/>
  <p:tag name="KSO_WM_UNIT_TYPE" val="b"/>
  <p:tag name="KSO_WM_BEAUTIFY_FLAG" val="#wm#"/>
</p:tagLst>
</file>

<file path=ppt/tags/tag605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06.xml><?xml version="1.0" encoding="utf-8"?>
<p:tagLst xmlns:p="http://schemas.openxmlformats.org/presentationml/2006/main">
  <p:tag name="KSO_WM_UNIT_INDEX" val="1_2_4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07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08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609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10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61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612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613.xml><?xml version="1.0" encoding="utf-8"?>
<p:tagLst xmlns:p="http://schemas.openxmlformats.org/presentationml/2006/main">
  <p:tag name="KSO_WM_UNIT_TEXT" val="SVG基本图形绘制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614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615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1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617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618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619.xml><?xml version="1.0" encoding="utf-8"?>
<p:tagLst xmlns:p="http://schemas.openxmlformats.org/presentationml/2006/main">
  <p:tag name="KSO_WM_UNIT_TEXT" val="IndexedDB数据库操作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620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621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22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623.xml><?xml version="1.0" encoding="utf-8"?>
<p:tagLst xmlns:p="http://schemas.openxmlformats.org/presentationml/2006/main">
  <p:tag name="KSO_WM_UNIT_INDEX" val="1"/>
  <p:tag name="KSO_WM_UNIT_TYPE" val="i"/>
  <p:tag name="KSO_WM_UNIT_SUBTYPE" val="h"/>
  <p:tag name="KSO_WM_BEAUTIFY_FLAG" val="#wm#"/>
</p:tagLst>
</file>

<file path=ppt/tags/tag624.xml><?xml version="1.0" encoding="utf-8"?>
<p:tagLst xmlns:p="http://schemas.openxmlformats.org/presentationml/2006/main">
  <p:tag name="KSO_WM_UNIT_INDEX" val="3"/>
  <p:tag name="KSO_WM_UNIT_TYPE" val="i"/>
  <p:tag name="KSO_WM_UNIT_SUBTYPE" val="h"/>
  <p:tag name="KSO_WM_BEAUTIFY_FLAG" val="#wm#"/>
</p:tagLst>
</file>

<file path=ppt/tags/tag62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626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627.xml><?xml version="1.0" encoding="utf-8"?>
<p:tagLst xmlns:p="http://schemas.openxmlformats.org/presentationml/2006/main">
  <p:tag name="KSO_WM_UNIT_TEXT" val="应用缓存与Service Worker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628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629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630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8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31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32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633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34.xml><?xml version="1.0" encoding="utf-8"?>
<p:tagLst xmlns:p="http://schemas.openxmlformats.org/presentationml/2006/main">
  <p:tag name="KSO_WM_UNIT_INDEX" val="1_1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35.xml><?xml version="1.0" encoding="utf-8"?>
<p:tagLst xmlns:p="http://schemas.openxmlformats.org/presentationml/2006/main">
  <p:tag name="KSO_WM_UNIT_INDEX" val="1_2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36.xml><?xml version="1.0" encoding="utf-8"?>
<p:tagLst xmlns:p="http://schemas.openxmlformats.org/presentationml/2006/main">
  <p:tag name="KSO_WM_UNIT_INDEX" val="1_3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37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38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39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40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41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42.xml><?xml version="1.0" encoding="utf-8"?>
<p:tagLst xmlns:p="http://schemas.openxmlformats.org/presentationml/2006/main">
  <p:tag name="KSO_WM_UNIT_TEXT" val="SVG动画与交互实现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643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644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45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646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647.xml><?xml version="1.0" encoding="utf-8"?>
<p:tagLst xmlns:p="http://schemas.openxmlformats.org/presentationml/2006/main">
  <p:tag name="KSO_WM_UNIT_TEXT" val="应用缓存与Service Worker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648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649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50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51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52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53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54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55.xml><?xml version="1.0" encoding="utf-8"?>
<p:tagLst xmlns:p="http://schemas.openxmlformats.org/presentationml/2006/main">
  <p:tag name="KSO_WM_UNIT_TEXT" val="主线程与工作线程通信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656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657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658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09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59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60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661.xml><?xml version="1.0" encoding="utf-8"?>
<p:tagLst xmlns:p="http://schemas.openxmlformats.org/presentationml/2006/main">
  <p:tag name="KSO_WM_UNIT_INDEX" val="1_1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62.xml><?xml version="1.0" encoding="utf-8"?>
<p:tagLst xmlns:p="http://schemas.openxmlformats.org/presentationml/2006/main">
  <p:tag name="KSO_WM_UNIT_INDEX" val="1_2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63.xml><?xml version="1.0" encoding="utf-8"?>
<p:tagLst xmlns:p="http://schemas.openxmlformats.org/presentationml/2006/main">
  <p:tag name="KSO_WM_UNIT_INDEX" val="1_3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64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65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66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67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68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69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70.xml><?xml version="1.0" encoding="utf-8"?>
<p:tagLst xmlns:p="http://schemas.openxmlformats.org/presentationml/2006/main">
  <p:tag name="KSO_WM_UNIT_TEXT" val="线程安全与性能考量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671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672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73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74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75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76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77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78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79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80.xml><?xml version="1.0" encoding="utf-8"?>
<p:tagLst xmlns:p="http://schemas.openxmlformats.org/presentationml/2006/main">
  <p:tag name="KSO_WM_UNIT_INDEX" val="1"/>
  <p:tag name="KSO_WM_UNIT_TYPE" val="b"/>
  <p:tag name="KSO_WM_BEAUTIFY_FLAG" val="#wm#"/>
</p:tagLst>
</file>

<file path=ppt/tags/tag681.xml><?xml version="1.0" encoding="utf-8"?>
<p:tagLst xmlns:p="http://schemas.openxmlformats.org/presentationml/2006/main">
  <p:tag name="KSO_WM_UNIT_INDEX" val="1_1_3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82.xml><?xml version="1.0" encoding="utf-8"?>
<p:tagLst xmlns:p="http://schemas.openxmlformats.org/presentationml/2006/main">
  <p:tag name="KSO_WM_UNIT_INDEX" val="1_2_3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83.xml><?xml version="1.0" encoding="utf-8"?>
<p:tagLst xmlns:p="http://schemas.openxmlformats.org/presentationml/2006/main">
  <p:tag name="KSO_WM_UNIT_INDEX" val="1_3_3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84.xml><?xml version="1.0" encoding="utf-8"?>
<p:tagLst xmlns:p="http://schemas.openxmlformats.org/presentationml/2006/main">
  <p:tag name="KSO_WM_UNIT_INDEX" val="1_4_3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685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686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87.xml><?xml version="1.0" encoding="utf-8"?>
<p:tagLst xmlns:p="http://schemas.openxmlformats.org/presentationml/2006/main">
  <p:tag name="KSO_WM_BEAUTIFY_FLAG" val="#wm#"/>
  <p:tag name="KSO_WM_UNIT_TYPE" val="l_h_x"/>
  <p:tag name="KSO_WM_UNIT_INDEX" val="1_1_1"/>
  <p:tag name="KSO_WM_UNIT_ID" val="diagram19882022_3*l_h_x*1_1_1"/>
  <p:tag name="KSO_WM_TEMPLATE_INDEX" val="19882022"/>
  <p:tag name="KSO_WM_TAG_VERSION" val="2.0"/>
  <p:tag name="KSO_WM_DIAGRAM_GROUP_CODE" val="l1-1"/>
</p:tagLst>
</file>

<file path=ppt/tags/tag688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3*l_h_a*1_1_1"/>
  <p:tag name="KSO_WM_TEMPLATE_INDEX" val="19882022"/>
  <p:tag name="KSO_WM_TAG_VERSION" val="2.0"/>
  <p:tag name="KSO_WM_DIAGRAM_GROUP_CODE" val="l1-1"/>
</p:tagLst>
</file>

<file path=ppt/tags/tag68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690.xml><?xml version="1.0" encoding="utf-8"?>
<p:tagLst xmlns:p="http://schemas.openxmlformats.org/presentationml/2006/main">
  <p:tag name="KSO_WM_BEAUTIFY_FLAG" val="#wm#"/>
  <p:tag name="KSO_WM_UNIT_TYPE" val="l_h_x"/>
  <p:tag name="KSO_WM_UNIT_INDEX" val="1_2_1"/>
  <p:tag name="KSO_WM_UNIT_ID" val="diagram19882022_3*l_h_x*1_2_1"/>
  <p:tag name="KSO_WM_TEMPLATE_INDEX" val="19882022"/>
  <p:tag name="KSO_WM_TAG_VERSION" val="2.0"/>
  <p:tag name="KSO_WM_DIAGRAM_GROUP_CODE" val="l1-1"/>
</p:tagLst>
</file>

<file path=ppt/tags/tag691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3*l_h_a*1_2_1"/>
  <p:tag name="KSO_WM_TEMPLATE_INDEX" val="19882022"/>
  <p:tag name="KSO_WM_TAG_VERSION" val="2.0"/>
  <p:tag name="KSO_WM_DIAGRAM_GROUP_CODE" val="l1-1"/>
</p:tagLst>
</file>

<file path=ppt/tags/tag692.xml><?xml version="1.0" encoding="utf-8"?>
<p:tagLst xmlns:p="http://schemas.openxmlformats.org/presentationml/2006/main">
  <p:tag name="KSO_WM_BEAUTIFY_FLAG" val="#wm#"/>
  <p:tag name="KSO_WM_UNIT_TYPE" val="l_h_x"/>
  <p:tag name="KSO_WM_UNIT_INDEX" val="1_3_1"/>
  <p:tag name="KSO_WM_UNIT_ID" val="diagram19882022_3*l_h_x*1_3_1"/>
  <p:tag name="KSO_WM_TEMPLATE_INDEX" val="19882022"/>
  <p:tag name="KSO_WM_TAG_VERSION" val="2.0"/>
  <p:tag name="KSO_WM_DIAGRAM_GROUP_CODE" val="l1-1"/>
</p:tagLst>
</file>

<file path=ppt/tags/tag693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3*l_h_a*1_3_1"/>
  <p:tag name="KSO_WM_TEMPLATE_INDEX" val="19882022"/>
  <p:tag name="KSO_WM_TAG_VERSION" val="2.0"/>
  <p:tag name="KSO_WM_DIAGRAM_GROUP_CODE" val="l1-1"/>
</p:tagLst>
</file>

<file path=ppt/tags/tag694.xml><?xml version="1.0" encoding="utf-8"?>
<p:tagLst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695.xml><?xml version="1.0" encoding="utf-8"?>
<p:tagLst xmlns:p="http://schemas.openxmlformats.org/presentationml/2006/main">
  <p:tag name="KSO_WM_UNIT_INDEX" val="16"/>
  <p:tag name="KSO_WM_UNIT_TYPE" val="f"/>
  <p:tag name="KSO_WM_UNIT_SUBTYPE" val="a"/>
  <p:tag name="KSO_WM_BEAUTIFY_FLAG" val="#wm#"/>
</p:tagLst>
</file>

<file path=ppt/tags/tag696.xml><?xml version="1.0" encoding="utf-8"?>
<p:tagLst xmlns:p="http://schemas.openxmlformats.org/presentationml/2006/main">
  <p:tag name="KSO_WM_UNIT_INDEX" val="5"/>
  <p:tag name="KSO_WM_UNIT_TYPE" val="j"/>
  <p:tag name="KSO_WM_BEAUTIFY_FLAG" val="#wm#"/>
</p:tagLst>
</file>

<file path=ppt/tags/tag697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3*l_i*1_1"/>
  <p:tag name="KSO_WM_TEMPLATE_INDEX" val="19882022"/>
  <p:tag name="KSO_WM_TAG_VERSION" val="2.0"/>
  <p:tag name="KSO_WM_DIAGRAM_GROUP_CODE" val="l1-1"/>
</p:tagLst>
</file>

<file path=ppt/tags/tag698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3*l_i*1_1"/>
  <p:tag name="KSO_WM_TEMPLATE_INDEX" val="19882022"/>
  <p:tag name="KSO_WM_TAG_VERSION" val="2.0"/>
  <p:tag name="KSO_WM_DIAGRAM_GROUP_CODE" val="l1-1"/>
</p:tagLst>
</file>

<file path=ppt/tags/tag699.xml><?xml version="1.0" encoding="utf-8"?>
<p:tagLst xmlns:p="http://schemas.openxmlformats.org/presentationml/2006/main">
  <p:tag name="KSO_WM_BEAUTIFY_FLAG" val="#wm#"/>
  <p:tag name="KSO_WM_UNIT_TYPE" val="l_h_i"/>
  <p:tag name="KSO_WM_UNIT_INDEX" val="1_1_1"/>
  <p:tag name="KSO_WM_UNIT_ID" val="diagram19882022_3*l_h_i*1_1_1"/>
  <p:tag name="KSO_WM_TEMPLATE_INDEX" val="19882022"/>
  <p:tag name="KSO_WM_TAG_VERSION" val="2.0"/>
  <p:tag name="KSO_WM_DIAGRAM_GROUP_CODE" val="l1-1"/>
  <p:tag name="KSO_WM_UNIT_SUBTYPE" val="d"/>
</p:tagLst>
</file>

<file path=ppt/tags/tag700.xml><?xml version="1.0" encoding="utf-8"?>
<p:tagLst xmlns:p="http://schemas.openxmlformats.org/presentationml/2006/main">
  <p:tag name="KSO_WM_BEAUTIFY_FLAG" val="#wm#"/>
  <p:tag name="KSO_WM_UNIT_TYPE" val="l_h_i"/>
  <p:tag name="KSO_WM_UNIT_INDEX" val="1_2_1"/>
  <p:tag name="KSO_WM_UNIT_ID" val="diagram19882022_3*l_h_i*1_2_1"/>
  <p:tag name="KSO_WM_TEMPLATE_INDEX" val="19882022"/>
  <p:tag name="KSO_WM_TAG_VERSION" val="2.0"/>
  <p:tag name="KSO_WM_DIAGRAM_GROUP_CODE" val="l1-1"/>
  <p:tag name="KSO_WM_UNIT_SUBTYPE" val="d"/>
</p:tagLst>
</file>

<file path=ppt/tags/tag701.xml><?xml version="1.0" encoding="utf-8"?>
<p:tagLst xmlns:p="http://schemas.openxmlformats.org/presentationml/2006/main">
  <p:tag name="KSO_WM_BEAUTIFY_FLAG" val="#wm#"/>
  <p:tag name="KSO_WM_UNIT_TYPE" val="l_h_i"/>
  <p:tag name="KSO_WM_UNIT_INDEX" val="1_3_1"/>
  <p:tag name="KSO_WM_UNIT_ID" val="diagram19882022_3*l_h_i*1_3_1"/>
  <p:tag name="KSO_WM_TEMPLATE_INDEX" val="19882022"/>
  <p:tag name="KSO_WM_TAG_VERSION" val="2.0"/>
  <p:tag name="KSO_WM_DIAGRAM_GROUP_CODE" val="l1-1"/>
  <p:tag name="KSO_WM_UNIT_SUBTYPE" val="d"/>
</p:tagLst>
</file>

<file path=ppt/tags/tag702.xml><?xml version="1.0" encoding="utf-8"?>
<p:tagLst xmlns:p="http://schemas.openxmlformats.org/presentationml/2006/main">
  <p:tag name="KSO_WM_UNIT_TEXT" val="共享Worker与专用Worker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703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704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705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10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06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07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708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09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10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11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12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13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14.xml><?xml version="1.0" encoding="utf-8"?>
<p:tagLst xmlns:p="http://schemas.openxmlformats.org/presentationml/2006/main">
  <p:tag name="KSO_WM_UNIT_INDEX" val="1_4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15.xml><?xml version="1.0" encoding="utf-8"?>
<p:tagLst xmlns:p="http://schemas.openxmlformats.org/presentationml/2006/main">
  <p:tag name="KSO_WM_UNIT_INDEX" val="1_4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16.xml><?xml version="1.0" encoding="utf-8"?>
<p:tagLst xmlns:p="http://schemas.openxmlformats.org/presentationml/2006/main">
  <p:tag name="KSO_WM_UNIT_TEXT" val="WebSocket协议基础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717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718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19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20.xml><?xml version="1.0" encoding="utf-8"?>
<p:tagLst xmlns:p="http://schemas.openxmlformats.org/presentationml/2006/main">
  <p:tag name="KSO_WM_UNIT_INDEX" val="1_3_3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21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22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23.xml><?xml version="1.0" encoding="utf-8"?>
<p:tagLst xmlns:p="http://schemas.openxmlformats.org/presentationml/2006/main">
  <p:tag name="KSO_WM_UNIT_INDEX" val="1_2_3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24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25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26.xml><?xml version="1.0" encoding="utf-8"?>
<p:tagLst xmlns:p="http://schemas.openxmlformats.org/presentationml/2006/main">
  <p:tag name="KSO_WM_UNIT_INDEX" val="1_1_3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27.xml><?xml version="1.0" encoding="utf-8"?>
<p:tagLst xmlns:p="http://schemas.openxmlformats.org/presentationml/2006/main">
  <p:tag name="KSO_WM_UNIT_TEXT" val="Geolocation API精确定位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728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729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0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1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2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3.xml><?xml version="1.0" encoding="utf-8"?>
<p:tagLst xmlns:p="http://schemas.openxmlformats.org/presentationml/2006/main">
  <p:tag name="KSO_WM_UNIT_INDEX" val="1_4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4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5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6.xml><?xml version="1.0" encoding="utf-8"?>
<p:tagLst xmlns:p="http://schemas.openxmlformats.org/presentationml/2006/main">
  <p:tag name="KSO_WM_UNIT_INDEX" val="1_4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7.xml><?xml version="1.0" encoding="utf-8"?>
<p:tagLst xmlns:p="http://schemas.openxmlformats.org/presentationml/2006/main">
  <p:tag name="KSO_WM_UNIT_INDEX" val="1_1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8.xml><?xml version="1.0" encoding="utf-8"?>
<p:tagLst xmlns:p="http://schemas.openxmlformats.org/presentationml/2006/main">
  <p:tag name="KSO_WM_UNIT_INDEX" val="1_2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39.xml><?xml version="1.0" encoding="utf-8"?>
<p:tagLst xmlns:p="http://schemas.openxmlformats.org/presentationml/2006/main">
  <p:tag name="KSO_WM_UNIT_INDEX" val="1_3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40.xml><?xml version="1.0" encoding="utf-8"?>
<p:tagLst xmlns:p="http://schemas.openxmlformats.org/presentationml/2006/main">
  <p:tag name="KSO_WM_UNIT_INDEX" val="1_4_1"/>
  <p:tag name="KSO_WM_UNIT_TYPE" val="l_h_i"/>
  <p:tag name="KSO_WM_UNIT_SUBTYPE" val="d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41.xml><?xml version="1.0" encoding="utf-8"?>
<p:tagLst xmlns:p="http://schemas.openxmlformats.org/presentationml/2006/main">
  <p:tag name="KSO_WM_UNIT_TEXT" val="设备方向与运动传感器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742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743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744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11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45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46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747.xml><?xml version="1.0" encoding="utf-8"?>
<p:tagLst xmlns:p="http://schemas.openxmlformats.org/presentationml/2006/main">
  <p:tag name="KSO_WM_UNIT_INDEX" val="1_3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48.xml><?xml version="1.0" encoding="utf-8"?>
<p:tagLst xmlns:p="http://schemas.openxmlformats.org/presentationml/2006/main">
  <p:tag name="KSO_WM_UNIT_INDEX" val="1_1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49.xml><?xml version="1.0" encoding="utf-8"?>
<p:tagLst xmlns:p="http://schemas.openxmlformats.org/presentationml/2006/main">
  <p:tag name="KSO_WM_UNIT_INDEX" val="1_2_1"/>
  <p:tag name="KSO_WM_UNIT_TYPE" val="l_h_j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50.xml><?xml version="1.0" encoding="utf-8"?>
<p:tagLst xmlns:p="http://schemas.openxmlformats.org/presentationml/2006/main">
  <p:tag name="KSO_WM_UNIT_INDEX" val="1_2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51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52.xml><?xml version="1.0" encoding="utf-8"?>
<p:tagLst xmlns:p="http://schemas.openxmlformats.org/presentationml/2006/main">
  <p:tag name="KSO_WM_UNIT_INDEX" val="1_1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53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54.xml><?xml version="1.0" encoding="utf-8"?>
<p:tagLst xmlns:p="http://schemas.openxmlformats.org/presentationml/2006/main">
  <p:tag name="KSO_WM_UNIT_INDEX" val="1_3_2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55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56.xml><?xml version="1.0" encoding="utf-8"?>
<p:tagLst xmlns:p="http://schemas.openxmlformats.org/presentationml/2006/main">
  <p:tag name="KSO_WM_UNIT_TEXT" val="电池状态与网络信息API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757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758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59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760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761.xml><?xml version="1.0" encoding="utf-8"?>
<p:tagLst xmlns:p="http://schemas.openxmlformats.org/presentationml/2006/main">
  <p:tag name="KSO_WM_BEAUTIFY_FLAG" val="#wm#"/>
  <p:tag name="KSO_WM_UNIT_TYPE" val="l_h_f"/>
  <p:tag name="KSO_WM_UNIT_INDEX" val="1_2_1"/>
  <p:tag name="KSO_WM_UNIT_ID" val="diagram19882022_4*l_h_f*1_2_1"/>
  <p:tag name="KSO_WM_TEMPLATE_INDEX" val="19882022"/>
  <p:tag name="KSO_WM_TAG_VERSION" val="2.0"/>
  <p:tag name="KSO_WM_DIAGRAM_GROUP_CODE" val="l1-1"/>
</p:tagLst>
</file>

<file path=ppt/tags/tag762.xml><?xml version="1.0" encoding="utf-8"?>
<p:tagLst xmlns:p="http://schemas.openxmlformats.org/presentationml/2006/main">
  <p:tag name="KSO_WM_BEAUTIFY_FLAG" val="#wm#"/>
  <p:tag name="KSO_WM_UNIT_TYPE" val="l_h_f"/>
  <p:tag name="KSO_WM_UNIT_INDEX" val="1_1_1"/>
  <p:tag name="KSO_WM_UNIT_ID" val="diagram19882022_4*l_h_f*1_1_1"/>
  <p:tag name="KSO_WM_TEMPLATE_INDEX" val="19882022"/>
  <p:tag name="KSO_WM_TAG_VERSION" val="2.0"/>
  <p:tag name="KSO_WM_DIAGRAM_GROUP_CODE" val="l1-1"/>
</p:tagLst>
</file>

<file path=ppt/tags/tag763.xml><?xml version="1.0" encoding="utf-8"?>
<p:tagLst xmlns:p="http://schemas.openxmlformats.org/presentationml/2006/main">
  <p:tag name="KSO_WM_BEAUTIFY_FLAG" val="#wm#"/>
  <p:tag name="KSO_WM_UNIT_TYPE" val="l_h_f"/>
  <p:tag name="KSO_WM_UNIT_INDEX" val="1_3_1"/>
  <p:tag name="KSO_WM_UNIT_ID" val="diagram19882022_4*l_h_f*1_3_1"/>
  <p:tag name="KSO_WM_TEMPLATE_INDEX" val="19882022"/>
  <p:tag name="KSO_WM_TAG_VERSION" val="2.0"/>
  <p:tag name="KSO_WM_DIAGRAM_GROUP_CODE" val="l1-1"/>
</p:tagLst>
</file>

<file path=ppt/tags/tag764.xml><?xml version="1.0" encoding="utf-8"?>
<p:tagLst xmlns:p="http://schemas.openxmlformats.org/presentationml/2006/main">
  <p:tag name="KSO_WM_BEAUTIFY_FLAG" val="#wm#"/>
  <p:tag name="KSO_WM_UNIT_TYPE" val="l_h_f"/>
  <p:tag name="KSO_WM_UNIT_INDEX" val="1_4_1"/>
  <p:tag name="KSO_WM_UNIT_ID" val="diagram19882022_4*l_h_f*1_4_1"/>
  <p:tag name="KSO_WM_TEMPLATE_INDEX" val="19882022"/>
  <p:tag name="KSO_WM_TAG_VERSION" val="2.0"/>
  <p:tag name="KSO_WM_DIAGRAM_GROUP_CODE" val="l1-1"/>
</p:tagLst>
</file>

<file path=ppt/tags/tag765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766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767.xml><?xml version="1.0" encoding="utf-8"?>
<p:tagLst xmlns:p="http://schemas.openxmlformats.org/presentationml/2006/main">
  <p:tag name="KSO_WM_BEAUTIFY_FLAG" val="#wm#"/>
  <p:tag name="KSO_WM_UNIT_TYPE" val="l_i"/>
  <p:tag name="KSO_WM_UNIT_INDEX" val="1_1"/>
  <p:tag name="KSO_WM_UNIT_ID" val="diagram19882022_4*l_i*1_1"/>
  <p:tag name="KSO_WM_TEMPLATE_INDEX" val="19882022"/>
  <p:tag name="KSO_WM_TAG_VERSION" val="2.0"/>
  <p:tag name="KSO_WM_DIAGRAM_GROUP_CODE" val="l1-1"/>
</p:tagLst>
</file>

<file path=ppt/tags/tag768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769.xml><?xml version="1.0" encoding="utf-8"?>
<p:tagLst xmlns:p="http://schemas.openxmlformats.org/presentationml/2006/main">
  <p:tag name="KSO_WM_BEAUTIFY_FLAG" val="#wm#"/>
  <p:tag name="KSO_WM_UNIT_TYPE" val="l_h_a"/>
  <p:tag name="KSO_WM_UNIT_INDEX" val="1_1_1"/>
  <p:tag name="KSO_WM_UNIT_ID" val="diagram19882022_4*l_h_a*1_1_1"/>
  <p:tag name="KSO_WM_TEMPLATE_INDEX" val="19882022"/>
  <p:tag name="KSO_WM_TAG_VERSION" val="2.0"/>
  <p:tag name="KSO_WM_DIAGRAM_GROUP_CODE" val="l1-1"/>
</p:tagLst>
</file>

<file path=ppt/tags/tag770.xml><?xml version="1.0" encoding="utf-8"?>
<p:tagLst xmlns:p="http://schemas.openxmlformats.org/presentationml/2006/main">
  <p:tag name="KSO_WM_BEAUTIFY_FLAG" val="#wm#"/>
  <p:tag name="KSO_WM_UNIT_TYPE" val="l_h_a"/>
  <p:tag name="KSO_WM_UNIT_INDEX" val="1_2_1"/>
  <p:tag name="KSO_WM_UNIT_ID" val="diagram19882022_4*l_h_a*1_2_1"/>
  <p:tag name="KSO_WM_TEMPLATE_INDEX" val="19882022"/>
  <p:tag name="KSO_WM_TAG_VERSION" val="2.0"/>
  <p:tag name="KSO_WM_DIAGRAM_GROUP_CODE" val="l1-1"/>
</p:tagLst>
</file>

<file path=ppt/tags/tag771.xml><?xml version="1.0" encoding="utf-8"?>
<p:tagLst xmlns:p="http://schemas.openxmlformats.org/presentationml/2006/main">
  <p:tag name="KSO_WM_BEAUTIFY_FLAG" val="#wm#"/>
  <p:tag name="KSO_WM_UNIT_TYPE" val="l_h_a"/>
  <p:tag name="KSO_WM_UNIT_INDEX" val="1_3_1"/>
  <p:tag name="KSO_WM_UNIT_ID" val="diagram19882022_4*l_h_a*1_3_1"/>
  <p:tag name="KSO_WM_TEMPLATE_INDEX" val="19882022"/>
  <p:tag name="KSO_WM_TAG_VERSION" val="2.0"/>
  <p:tag name="KSO_WM_DIAGRAM_GROUP_CODE" val="l1-1"/>
</p:tagLst>
</file>

<file path=ppt/tags/tag772.xml><?xml version="1.0" encoding="utf-8"?>
<p:tagLst xmlns:p="http://schemas.openxmlformats.org/presentationml/2006/main">
  <p:tag name="KSO_WM_BEAUTIFY_FLAG" val="#wm#"/>
  <p:tag name="KSO_WM_UNIT_TYPE" val="l_h_a"/>
  <p:tag name="KSO_WM_UNIT_INDEX" val="1_4_1"/>
  <p:tag name="KSO_WM_UNIT_ID" val="diagram19882022_4*l_h_a*1_4_1"/>
  <p:tag name="KSO_WM_TEMPLATE_INDEX" val="19882022"/>
  <p:tag name="KSO_WM_TAG_VERSION" val="2.0"/>
  <p:tag name="KSO_WM_DIAGRAM_GROUP_CODE" val="l1-1"/>
</p:tagLst>
</file>

<file path=ppt/tags/tag773.xml><?xml version="1.0" encoding="utf-8"?>
<p:tagLst xmlns:p="http://schemas.openxmlformats.org/presentationml/2006/main">
  <p:tag name="KSO_WM_UNIT_TEXT" val="实时聊天应用开发实例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774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775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76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777.xml><?xml version="1.0" encoding="utf-8"?>
<p:tagLst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778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779.xml><?xml version="1.0" encoding="utf-8"?>
<p:tagLst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80.xml><?xml version="1.0" encoding="utf-8"?>
<p:tagLst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781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782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783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784.xml><?xml version="1.0" encoding="utf-8"?>
<p:tagLst xmlns:p="http://schemas.openxmlformats.org/presentationml/2006/main">
  <p:tag name="KSO_WM_UNIT_INDEX" val="1"/>
  <p:tag name="KSO_WM_UNIT_TYPE" val="i"/>
  <p:tag name="KSO_WM_BEAUTIFY_FLAG" val="#wm#"/>
</p:tagLst>
</file>

<file path=ppt/tags/tag785.xml><?xml version="1.0" encoding="utf-8"?>
<p:tagLst xmlns:p="http://schemas.openxmlformats.org/presentationml/2006/main">
  <p:tag name="KSO_WM_UNIT_INDEX" val="3"/>
  <p:tag name="KSO_WM_UNIT_TYPE" val="j"/>
  <p:tag name="KSO_WM_BEAUTIFY_FLAG" val="#wm#"/>
</p:tagLst>
</file>

<file path=ppt/tags/tag786.xml><?xml version="1.0" encoding="utf-8"?>
<p:tagLst xmlns:p="http://schemas.openxmlformats.org/presentationml/2006/main">
  <p:tag name="KSO_WM_UNIT_TEXT" val="Shadow DOM封装技术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787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788.xml><?xml version="1.0" encoding="utf-8"?>
<p:tagLst xmlns:p="http://schemas.openxmlformats.org/presentationml/2006/main">
  <p:tag name="KSO_WM_UNIT_INDEX" val="4"/>
  <p:tag name="KSO_WM_UNIT_TYPE" val="f"/>
  <p:tag name="KSO_WM_BEAUTIFY_FLAG" val="#wm#"/>
  <p:tag name="KSO_WM_UNIT_SUBTYPE" val="a"/>
</p:tagLst>
</file>

<file path=ppt/tags/tag789.xml><?xml version="1.0" encoding="utf-8"?>
<p:tagLst xmlns:p="http://schemas.openxmlformats.org/presentationml/2006/main">
  <p:tag name="KSO_WM_UNIT_TYPE" val="e"/>
  <p:tag name="KSO_WM_UNIT_INDEX" val="1"/>
  <p:tag name="KSO_WM_UNIT_SUBTYPE" val=""/>
  <p:tag name="KSO_WM_UNIT_PRESET_TEXT" val="12"/>
  <p:tag name="KSO_WM_UNIT_ID" val="custom_7*e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90.xml><?xml version="1.0" encoding="utf-8"?>
<p:tagLst xmlns:p="http://schemas.openxmlformats.org/presentationml/2006/main">
  <p:tag name="KSO_WM_UNIT_TYPE" val="a"/>
  <p:tag name="KSO_WM_UNIT_INDEX" val="1"/>
  <p:tag name="KSO_WM_UNIT_SUBTYPE" val=""/>
  <p:tag name="KSO_WM_UNIT_PRESET_TEXT" val="添加章节标题"/>
  <p:tag name="KSO_WM_UNIT_ID" val="custom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91.xml><?xml version="1.0" encoding="utf-8"?>
<p:tagLst xmlns:p="http://schemas.openxmlformats.org/presentationml/2006/main">
  <p:tag name="KSO_WM_SLIDE_TYPE" val="sectionTitle"/>
  <p:tag name="KSO_WM_BEAUTIFY_FLAG" val="#wm#"/>
  <p:tag name="KSO_WM_TEMPLATE_CATEGORY" val="custom"/>
  <p:tag name="KSO_WM_TEMPLATE_USER_THEME" val="1"/>
  <p:tag name="KSO_WM_SLIDE_INDEX" val="7"/>
  <p:tag name="KSO_WM_SLIDE_ID" val="custom_7"/>
  <p:tag name="KSO_WM_TEMPLATE_SUBCATEGORY" val="29"/>
  <p:tag name="KSO_WM_SLIDE_LAYOUT" val="a_e"/>
  <p:tag name="KSO_WM_SLIDE_LAYOUT_CNT" val="1_1"/>
</p:tagLst>
</file>

<file path=ppt/tags/tag792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93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94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95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96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97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798.xml><?xml version="1.0" encoding="utf-8"?>
<p:tagLst xmlns:p="http://schemas.openxmlformats.org/presentationml/2006/main">
  <p:tag name="KSO_WM_UNIT_TEXT" val="自定义元素开发规范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799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800.xml><?xml version="1.0" encoding="utf-8"?>
<p:tagLst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801.xml><?xml version="1.0" encoding="utf-8"?>
<p:tagLst xmlns:p="http://schemas.openxmlformats.org/presentationml/2006/main">
  <p:tag name="KSO_WM_UNIT_INDEX" val="3"/>
  <p:tag name="KSO_WM_UNIT_TYPE" val="i"/>
  <p:tag name="KSO_WM_BEAUTIFY_FLAG" val="#wm#"/>
</p:tagLst>
</file>

<file path=ppt/tags/tag802.xml><?xml version="1.0" encoding="utf-8"?>
<p:tagLst xmlns:p="http://schemas.openxmlformats.org/presentationml/2006/main">
  <p:tag name="KSO_WM_UNIT_INDEX" val="4"/>
  <p:tag name="KSO_WM_UNIT_TYPE" val="i"/>
  <p:tag name="KSO_WM_BEAUTIFY_FLAG" val="#wm#"/>
</p:tagLst>
</file>

<file path=ppt/tags/tag803.xml><?xml version="1.0" encoding="utf-8"?>
<p:tagLst xmlns:p="http://schemas.openxmlformats.org/presentationml/2006/main">
  <p:tag name="KSO_WM_UNIT_INDEX" val="1_1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04.xml><?xml version="1.0" encoding="utf-8"?>
<p:tagLst xmlns:p="http://schemas.openxmlformats.org/presentationml/2006/main">
  <p:tag name="KSO_WM_UNIT_INDEX" val="6"/>
  <p:tag name="KSO_WM_UNIT_TYPE" val="i"/>
  <p:tag name="KSO_WM_BEAUTIFY_FLAG" val="#wm#"/>
</p:tagLst>
</file>

<file path=ppt/tags/tag805.xml><?xml version="1.0" encoding="utf-8"?>
<p:tagLst xmlns:p="http://schemas.openxmlformats.org/presentationml/2006/main">
  <p:tag name="KSO_WM_UNIT_INDEX" val="2"/>
  <p:tag name="KSO_WM_UNIT_TYPE" val="i"/>
  <p:tag name="KSO_WM_BEAUTIFY_FLAG" val="#wm#"/>
</p:tagLst>
</file>

<file path=ppt/tags/tag806.xml><?xml version="1.0" encoding="utf-8"?>
<p:tagLst xmlns:p="http://schemas.openxmlformats.org/presentationml/2006/main">
  <p:tag name="KSO_WM_UNIT_INDEX" val="7"/>
  <p:tag name="KSO_WM_UNIT_TYPE" val="i"/>
  <p:tag name="KSO_WM_BEAUTIFY_FLAG" val="#wm#"/>
</p:tagLst>
</file>

<file path=ppt/tags/tag807.xml><?xml version="1.0" encoding="utf-8"?>
<p:tagLst xmlns:p="http://schemas.openxmlformats.org/presentationml/2006/main">
  <p:tag name="KSO_WM_UNIT_INDEX" val="1_3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08.xml><?xml version="1.0" encoding="utf-8"?>
<p:tagLst xmlns:p="http://schemas.openxmlformats.org/presentationml/2006/main">
  <p:tag name="KSO_WM_UNIT_INDEX" val="1_2_2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09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10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11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12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813.xml><?xml version="1.0" encoding="utf-8"?>
<p:tagLst xmlns:p="http://schemas.openxmlformats.org/presentationml/2006/main">
  <p:tag name="KSO_WM_UNIT_TEXT" val="HTML模板与插槽机制"/>
  <p:tag name="KSO_WM_UNIT_INDEX" val="1"/>
  <p:tag name="KSO_WM_UNIT_TYPE" val="a"/>
  <p:tag name="KSO_WM_BEAUTIFY_FLAG" val="#wm#"/>
  <p:tag name="KSO_WM_UNIT_ID" val="_2*a*1"/>
  <p:tag name="KSO_WM_TAG_VERSION" val="3.0"/>
  <p:tag name="KSO_WM_UNIT_LAYERLEVEL" val="1"/>
  <p:tag name="KSO_WM_TEMPLATE_CATEGORY" val="custom"/>
  <p:tag name="KSO_WM_TEMPLATE_USER_THEME" val="1"/>
</p:tagLst>
</file>

<file path=ppt/tags/tag814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815.xml><?xml version="1.0" encoding="utf-8"?>
<p:tagLst xmlns:p="http://schemas.openxmlformats.org/presentationml/2006/main">
  <p:tag name="KSO_WM_UNIT_INDEX" val="1_1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16.xml><?xml version="1.0" encoding="utf-8"?>
<p:tagLst xmlns:p="http://schemas.openxmlformats.org/presentationml/2006/main">
  <p:tag name="KSO_WM_UNIT_INDEX" val="1_1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17.xml><?xml version="1.0" encoding="utf-8"?>
<p:tagLst xmlns:p="http://schemas.openxmlformats.org/presentationml/2006/main">
  <p:tag name="KSO_WM_UNIT_INDEX" val="1_2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18.xml><?xml version="1.0" encoding="utf-8"?>
<p:tagLst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19.xml><?xml version="1.0" encoding="utf-8"?>
<p:tagLst xmlns:p="http://schemas.openxmlformats.org/presentationml/2006/main">
  <p:tag name="KSO_WM_UNIT_INDEX" val="1_3_3"/>
  <p:tag name="KSO_WM_UNIT_TYPE" val="l_h_f"/>
  <p:tag name="KSO_WM_UNIT_SUBTYPE" val="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20.xml><?xml version="1.0" encoding="utf-8"?>
<p:tagLst xmlns:p="http://schemas.openxmlformats.org/presentationml/2006/main">
  <p:tag name="KSO_WM_UNIT_INDEX" val="1_3_1"/>
  <p:tag name="KSO_WM_UNIT_TYPE" val="l_h_a"/>
  <p:tag name="KSO_WM_TEMPLATE_CATEGORY" val="diagram"/>
  <p:tag name="KSO_WM_TEMPLATE_INDEX" val="19882022"/>
  <p:tag name="KSO_WM_DIAGRAM_GROUP_CODE" val="l1-1"/>
  <p:tag name="KSO_WM_TAG_VERSION" val="2.0"/>
  <p:tag name="KSO_WM_BEAUTIFY_FLAG" val="#wm#"/>
</p:tagLst>
</file>

<file path=ppt/tags/tag821.xml><?xml version="1.0" encoding="utf-8"?>
<p:tagLst xmlns:p="http://schemas.openxmlformats.org/presentationml/2006/main">
  <p:tag name="KSO_WM_UNIT_TEXT" val="页面加载性能优化策略"/>
  <p:tag name="KSO_WM_UNIT_INDEX" val="1"/>
  <p:tag name="KSO_WM_UNIT_TYPE" val="a"/>
  <p:tag name="KSO_WM_BEAUTIFY_FLAG" val="#wm#"/>
  <p:tag name="KSO_WM_UNIT_ID" val="_7*a*1"/>
  <p:tag name="KSO_WM_TAG_VERSION" val="3.0"/>
  <p:tag name="KSO_WM_UNIT_LAYERLEVEL" val="1"/>
  <p:tag name="KSO_WM_TEMPLATE_CATEGORY" val="custom"/>
  <p:tag name="KSO_WM_TEMPLATE_USER_THEME" val="1"/>
</p:tagLst>
</file>

<file path=ppt/tags/tag822.xml><?xml version="1.0" encoding="utf-8"?>
<p:tagLst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823.xml><?xml version="1.0" encoding="utf-8"?>
<p:tagLst xmlns:p="http://schemas.openxmlformats.org/presentationml/2006/main">
  <p:tag name="KSO_WM_SLIDE_TYPE" val="endPage"/>
  <p:tag name="KSO_WM_BEAUTIFY_FLAG" val="#wm#"/>
  <p:tag name="KSO_WM_TEMPLATE_CATEGORY" val="custom"/>
  <p:tag name="KSO_WM_TEMPLATE_USER_THEME" val="1"/>
  <p:tag name="KSO_WM_SLIDE_INDEX" val="9"/>
  <p:tag name="KSO_WM_SLIDE_ID" val="custom_9"/>
  <p:tag name="KSO_WM_TEMPLATE_SUBCATEGORY" val="29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383F3F"/>
      </a:dk1>
      <a:lt1>
        <a:srgbClr val="EDE9E6"/>
      </a:lt1>
      <a:dk2>
        <a:srgbClr val="008697"/>
      </a:dk2>
      <a:lt2>
        <a:srgbClr val="E5E5E5"/>
      </a:lt2>
      <a:accent1>
        <a:srgbClr val="1EA7B9"/>
      </a:accent1>
      <a:accent2>
        <a:srgbClr val="56ACB7"/>
      </a:accent2>
      <a:accent3>
        <a:srgbClr val="2E96A3"/>
      </a:accent3>
      <a:accent4>
        <a:srgbClr val="208794"/>
      </a:accent4>
      <a:accent5>
        <a:srgbClr val="156E79"/>
      </a:accent5>
      <a:accent6>
        <a:srgbClr val="02505A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351311"/>
      </a:dk2>
      <a:lt2>
        <a:srgbClr val="FCF6F5"/>
      </a:lt2>
      <a:accent1>
        <a:srgbClr val="F7E7E6"/>
      </a:accent1>
      <a:accent2>
        <a:srgbClr val="D15D4B"/>
      </a:accent2>
      <a:accent3>
        <a:srgbClr val="DD887C"/>
      </a:accent3>
      <a:accent4>
        <a:srgbClr val="EFD1D1"/>
      </a:accent4>
      <a:accent5>
        <a:srgbClr val="E4A19A"/>
      </a:accent5>
      <a:accent6>
        <a:srgbClr val="D77263"/>
      </a:accent6>
      <a:hlink>
        <a:srgbClr val="0026E5"/>
      </a:hlink>
      <a:folHlink>
        <a:srgbClr val="7E1FAD"/>
      </a:folHlink>
    </a:clrScheme>
    <a:fontScheme name="WPS">
      <a:majorFont>
        <a:latin typeface="Times New Roman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10879</Words>
  <Application>WPS 演示</Application>
  <PresentationFormat>宽屏</PresentationFormat>
  <Paragraphs>675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71" baseType="lpstr">
      <vt:lpstr>Arial</vt:lpstr>
      <vt:lpstr>宋体</vt:lpstr>
      <vt:lpstr>Wingdings</vt:lpstr>
      <vt:lpstr>Noto Sans SC</vt:lpstr>
      <vt:lpstr>Arial</vt:lpstr>
      <vt:lpstr>微软雅黑</vt:lpstr>
      <vt:lpstr>Arial Unicode MS</vt:lpstr>
      <vt:lpstr>等线 Light</vt:lpstr>
      <vt:lpstr>等线</vt:lpstr>
      <vt:lpstr>Calibri</vt:lpstr>
      <vt:lpstr>Helvetica</vt:lpstr>
      <vt:lpstr>Sweetie</vt:lpstr>
      <vt:lpstr>Arial Black</vt:lpstr>
      <vt:lpstr>黑体</vt:lpstr>
      <vt:lpstr>Segoe UI Light</vt:lpstr>
      <vt:lpstr>Times New Roman</vt:lpstr>
      <vt:lpstr>Office 主题​​</vt:lpstr>
      <vt:lpstr>1_Office 主题</vt:lpstr>
      <vt:lpstr>单击添加文档标题</vt:lpstr>
      <vt:lpstr>PowerPoint 演示文稿</vt:lpstr>
      <vt:lpstr>PowerPoint 演示文稿</vt:lpstr>
      <vt:lpstr>添加章节标题</vt:lpstr>
      <vt:lpstr>HTML5发展历史与核心特性</vt:lpstr>
      <vt:lpstr>现代浏览器对HTML5的支持情况</vt:lpstr>
      <vt:lpstr>搭建HTML5开发环境</vt:lpstr>
      <vt:lpstr>02</vt:lpstr>
      <vt:lpstr>文档类型声明与基本结构</vt:lpstr>
      <vt:lpstr>新增语义化标签（header/nav/article等）</vt:lpstr>
      <vt:lpstr>文档大纲算法与无障碍访问</vt:lpstr>
      <vt:lpstr>03</vt:lpstr>
      <vt:lpstr>新增输入类型（email/url/date等）</vt:lpstr>
      <vt:lpstr>表单验证API与自定义验证</vt:lpstr>
      <vt:lpstr>文件上传与拖放功能实现</vt:lpstr>
      <vt:lpstr>04</vt:lpstr>
      <vt:lpstr>音频/视频标签详解</vt:lpstr>
      <vt:lpstr>字幕与轨道技术</vt:lpstr>
      <vt:lpstr>自定义媒体控制器开发</vt:lpstr>
      <vt:lpstr>05</vt:lpstr>
      <vt:lpstr>Canvas基础绘图API</vt:lpstr>
      <vt:lpstr>图像处理与像素操作</vt:lpstr>
      <vt:lpstr>动画实现与性能优化</vt:lpstr>
      <vt:lpstr>06</vt:lpstr>
      <vt:lpstr>SVG与Canvas对比分析</vt:lpstr>
      <vt:lpstr>SVG基本图形绘制</vt:lpstr>
      <vt:lpstr>SVG动画与交互实现</vt:lpstr>
      <vt:lpstr>07</vt:lpstr>
      <vt:lpstr>PowerPoint 演示文稿</vt:lpstr>
      <vt:lpstr>IndexedDB数据库操作</vt:lpstr>
      <vt:lpstr>应用缓存与Service Worker</vt:lpstr>
      <vt:lpstr>应用缓存与Service Worker</vt:lpstr>
      <vt:lpstr>08</vt:lpstr>
      <vt:lpstr>主线程与工作线程通信</vt:lpstr>
      <vt:lpstr>共享Worker与专用Worker</vt:lpstr>
      <vt:lpstr>线程安全与性能考量</vt:lpstr>
      <vt:lpstr>09</vt:lpstr>
      <vt:lpstr>WebSocket协议基础</vt:lpstr>
      <vt:lpstr>PowerPoint 演示文稿</vt:lpstr>
      <vt:lpstr>实时聊天应用开发实例</vt:lpstr>
      <vt:lpstr>10</vt:lpstr>
      <vt:lpstr>Geolocation API精确定位</vt:lpstr>
      <vt:lpstr>设备方向与运动传感器</vt:lpstr>
      <vt:lpstr>电池状态与网络信息API</vt:lpstr>
      <vt:lpstr>11</vt:lpstr>
      <vt:lpstr>自定义元素开发规范</vt:lpstr>
      <vt:lpstr>Shadow DOM封装技术</vt:lpstr>
      <vt:lpstr>HTML模板与插槽机制</vt:lpstr>
      <vt:lpstr>12</vt:lpstr>
      <vt:lpstr>页面加载性能优化策略</vt:lpstr>
      <vt:lpstr>内存管理与垃圾回收</vt:lpstr>
      <vt:lpstr>渐进式Web应用(PWA)开发</vt:lpstr>
      <vt:lpstr>感谢观看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zhangqishou</dc:creator>
  <cp:lastModifiedBy>戴鸿君</cp:lastModifiedBy>
  <cp:revision>3</cp:revision>
  <dcterms:created xsi:type="dcterms:W3CDTF">2025-10-20T11:38:00Z</dcterms:created>
  <dcterms:modified xsi:type="dcterms:W3CDTF">2026-03-01T12:49:09Z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52a28b407b8d48f3000a74e38666a7d0_1772205782_bfc6c1ca70d04cad1d9851e1ee464d45","ReservedCode1":"41f5378c732d08970cfdde98e15b78a7d4c7bb1cb6b4d726c1c00ef691fa10a7","ContentPropagator":"001191110000802100433B10001","PropagateID":"52a28b407b8d48f3000a74e38666a7d0_1772205782_bfc6c1ca70d04cad1d9851e1ee464d45","ReservedCode2":"41f5378c732d08970cfdde98e15b78a7d4c7bb1cb6b4d726c1c00ef691fa10a7"}</vt:lpwstr>
  </property>
  <property fmtid="{D5CDD505-2E9C-101B-9397-08002B2CF9AE}" pid="3" name="ICV">
    <vt:lpwstr>E777F8D6F600470FA5036F5A27A86ED6_12</vt:lpwstr>
  </property>
  <property fmtid="{D5CDD505-2E9C-101B-9397-08002B2CF9AE}" pid="4" name="KSOProductBuildVer">
    <vt:lpwstr>2052-12.1.0.23542</vt:lpwstr>
  </property>
</Properties>
</file>